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125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74" r:id="rId17"/>
    <p:sldId id="276" r:id="rId18"/>
    <p:sldId id="277" r:id="rId19"/>
    <p:sldId id="278" r:id="rId20"/>
    <p:sldId id="279" r:id="rId21"/>
    <p:sldId id="280" r:id="rId22"/>
    <p:sldId id="282" r:id="rId23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76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53585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2039"/>
              </a:lnSpc>
            </a:pPr>
            <a:r>
              <a:rPr dirty="0"/>
              <a:t>Caner</a:t>
            </a:r>
            <a:r>
              <a:rPr spc="-5" dirty="0"/>
              <a:t> </a:t>
            </a:r>
            <a:r>
              <a:rPr dirty="0"/>
              <a:t>Hazırbaş</a:t>
            </a:r>
            <a:r>
              <a:rPr spc="-5" dirty="0"/>
              <a:t> </a:t>
            </a:r>
            <a:r>
              <a:rPr dirty="0"/>
              <a:t>| </a:t>
            </a:r>
            <a:r>
              <a:rPr spc="-10" dirty="0"/>
              <a:t>vision.in.tum.de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08585">
              <a:lnSpc>
                <a:spcPts val="20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53585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2039"/>
              </a:lnSpc>
            </a:pPr>
            <a:r>
              <a:rPr dirty="0"/>
              <a:t>Caner</a:t>
            </a:r>
            <a:r>
              <a:rPr spc="-5" dirty="0"/>
              <a:t> </a:t>
            </a:r>
            <a:r>
              <a:rPr dirty="0"/>
              <a:t>Hazırbaş</a:t>
            </a:r>
            <a:r>
              <a:rPr spc="-5" dirty="0"/>
              <a:t> </a:t>
            </a:r>
            <a:r>
              <a:rPr dirty="0"/>
              <a:t>| </a:t>
            </a:r>
            <a:r>
              <a:rPr spc="-10" dirty="0"/>
              <a:t>vision.in.tum.de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08585">
              <a:lnSpc>
                <a:spcPts val="20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2039"/>
              </a:lnSpc>
            </a:pPr>
            <a:r>
              <a:rPr dirty="0"/>
              <a:t>Caner</a:t>
            </a:r>
            <a:r>
              <a:rPr spc="-5" dirty="0"/>
              <a:t> </a:t>
            </a:r>
            <a:r>
              <a:rPr dirty="0"/>
              <a:t>Hazırbaş</a:t>
            </a:r>
            <a:r>
              <a:rPr spc="-5" dirty="0"/>
              <a:t> </a:t>
            </a:r>
            <a:r>
              <a:rPr dirty="0"/>
              <a:t>| </a:t>
            </a:r>
            <a:r>
              <a:rPr spc="-10" dirty="0"/>
              <a:t>vision.in.tum.de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08585">
              <a:lnSpc>
                <a:spcPts val="20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2039"/>
              </a:lnSpc>
            </a:pPr>
            <a:r>
              <a:rPr dirty="0"/>
              <a:t>Caner</a:t>
            </a:r>
            <a:r>
              <a:rPr spc="-5" dirty="0"/>
              <a:t> </a:t>
            </a:r>
            <a:r>
              <a:rPr dirty="0"/>
              <a:t>Hazırbaş</a:t>
            </a:r>
            <a:r>
              <a:rPr spc="-5" dirty="0"/>
              <a:t> </a:t>
            </a:r>
            <a:r>
              <a:rPr dirty="0"/>
              <a:t>| </a:t>
            </a:r>
            <a:r>
              <a:rPr spc="-10" dirty="0"/>
              <a:t>vision.in.tum.de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08585">
              <a:lnSpc>
                <a:spcPts val="20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2039"/>
              </a:lnSpc>
            </a:pPr>
            <a:r>
              <a:rPr dirty="0"/>
              <a:t>Caner</a:t>
            </a:r>
            <a:r>
              <a:rPr spc="-5" dirty="0"/>
              <a:t> </a:t>
            </a:r>
            <a:r>
              <a:rPr dirty="0"/>
              <a:t>Hazırbaş</a:t>
            </a:r>
            <a:r>
              <a:rPr spc="-5" dirty="0"/>
              <a:t> </a:t>
            </a:r>
            <a:r>
              <a:rPr dirty="0"/>
              <a:t>| </a:t>
            </a:r>
            <a:r>
              <a:rPr spc="-10" dirty="0"/>
              <a:t>vision.in.tum.de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08585">
              <a:lnSpc>
                <a:spcPts val="20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7900" y="574044"/>
            <a:ext cx="11049000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8596" y="3263619"/>
            <a:ext cx="8056245" cy="3007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53585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0482" y="9150766"/>
            <a:ext cx="3780154" cy="27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2039"/>
              </a:lnSpc>
            </a:pPr>
            <a:r>
              <a:rPr dirty="0"/>
              <a:t>Caner</a:t>
            </a:r>
            <a:r>
              <a:rPr spc="-5" dirty="0"/>
              <a:t> </a:t>
            </a:r>
            <a:r>
              <a:rPr dirty="0"/>
              <a:t>Hazırbaş</a:t>
            </a:r>
            <a:r>
              <a:rPr spc="-5" dirty="0"/>
              <a:t> </a:t>
            </a:r>
            <a:r>
              <a:rPr dirty="0"/>
              <a:t>| </a:t>
            </a:r>
            <a:r>
              <a:rPr spc="-10" dirty="0"/>
              <a:t>vision.in.tum.de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87124" y="9150766"/>
            <a:ext cx="3935729" cy="27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33395" y="9163466"/>
            <a:ext cx="371475" cy="27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08585">
              <a:lnSpc>
                <a:spcPts val="2039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jp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2.jpg"/><Relationship Id="rId4" Type="http://schemas.openxmlformats.org/officeDocument/2006/relationships/image" Target="../media/image61.jpg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7.png"/><Relationship Id="rId21" Type="http://schemas.openxmlformats.org/officeDocument/2006/relationships/image" Target="../media/image82.png"/><Relationship Id="rId42" Type="http://schemas.openxmlformats.org/officeDocument/2006/relationships/image" Target="../media/image103.png"/><Relationship Id="rId47" Type="http://schemas.openxmlformats.org/officeDocument/2006/relationships/image" Target="../media/image108.png"/><Relationship Id="rId63" Type="http://schemas.openxmlformats.org/officeDocument/2006/relationships/image" Target="../media/image124.png"/><Relationship Id="rId68" Type="http://schemas.openxmlformats.org/officeDocument/2006/relationships/image" Target="../media/image129.png"/><Relationship Id="rId84" Type="http://schemas.openxmlformats.org/officeDocument/2006/relationships/image" Target="../media/image145.png"/><Relationship Id="rId89" Type="http://schemas.openxmlformats.org/officeDocument/2006/relationships/image" Target="../media/image150.png"/><Relationship Id="rId16" Type="http://schemas.openxmlformats.org/officeDocument/2006/relationships/image" Target="../media/image77.png"/><Relationship Id="rId11" Type="http://schemas.openxmlformats.org/officeDocument/2006/relationships/image" Target="../media/image72.png"/><Relationship Id="rId32" Type="http://schemas.openxmlformats.org/officeDocument/2006/relationships/image" Target="../media/image93.png"/><Relationship Id="rId37" Type="http://schemas.openxmlformats.org/officeDocument/2006/relationships/image" Target="../media/image98.png"/><Relationship Id="rId53" Type="http://schemas.openxmlformats.org/officeDocument/2006/relationships/image" Target="../media/image114.png"/><Relationship Id="rId58" Type="http://schemas.openxmlformats.org/officeDocument/2006/relationships/image" Target="../media/image119.png"/><Relationship Id="rId74" Type="http://schemas.openxmlformats.org/officeDocument/2006/relationships/image" Target="../media/image135.png"/><Relationship Id="rId79" Type="http://schemas.openxmlformats.org/officeDocument/2006/relationships/image" Target="../media/image140.png"/><Relationship Id="rId5" Type="http://schemas.openxmlformats.org/officeDocument/2006/relationships/image" Target="../media/image66.png"/><Relationship Id="rId90" Type="http://schemas.openxmlformats.org/officeDocument/2006/relationships/image" Target="../media/image151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Relationship Id="rId27" Type="http://schemas.openxmlformats.org/officeDocument/2006/relationships/image" Target="../media/image88.png"/><Relationship Id="rId30" Type="http://schemas.openxmlformats.org/officeDocument/2006/relationships/image" Target="../media/image91.png"/><Relationship Id="rId35" Type="http://schemas.openxmlformats.org/officeDocument/2006/relationships/image" Target="../media/image96.png"/><Relationship Id="rId43" Type="http://schemas.openxmlformats.org/officeDocument/2006/relationships/image" Target="../media/image104.png"/><Relationship Id="rId48" Type="http://schemas.openxmlformats.org/officeDocument/2006/relationships/image" Target="../media/image109.png"/><Relationship Id="rId56" Type="http://schemas.openxmlformats.org/officeDocument/2006/relationships/image" Target="../media/image117.png"/><Relationship Id="rId64" Type="http://schemas.openxmlformats.org/officeDocument/2006/relationships/image" Target="../media/image125.png"/><Relationship Id="rId69" Type="http://schemas.openxmlformats.org/officeDocument/2006/relationships/image" Target="../media/image130.png"/><Relationship Id="rId77" Type="http://schemas.openxmlformats.org/officeDocument/2006/relationships/image" Target="../media/image138.png"/><Relationship Id="rId8" Type="http://schemas.openxmlformats.org/officeDocument/2006/relationships/image" Target="../media/image69.png"/><Relationship Id="rId51" Type="http://schemas.openxmlformats.org/officeDocument/2006/relationships/image" Target="../media/image112.png"/><Relationship Id="rId72" Type="http://schemas.openxmlformats.org/officeDocument/2006/relationships/image" Target="../media/image133.png"/><Relationship Id="rId80" Type="http://schemas.openxmlformats.org/officeDocument/2006/relationships/image" Target="../media/image141.png"/><Relationship Id="rId85" Type="http://schemas.openxmlformats.org/officeDocument/2006/relationships/image" Target="../media/image146.png"/><Relationship Id="rId3" Type="http://schemas.openxmlformats.org/officeDocument/2006/relationships/image" Target="../media/image64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5" Type="http://schemas.openxmlformats.org/officeDocument/2006/relationships/image" Target="../media/image86.png"/><Relationship Id="rId33" Type="http://schemas.openxmlformats.org/officeDocument/2006/relationships/image" Target="../media/image94.png"/><Relationship Id="rId38" Type="http://schemas.openxmlformats.org/officeDocument/2006/relationships/image" Target="../media/image99.png"/><Relationship Id="rId46" Type="http://schemas.openxmlformats.org/officeDocument/2006/relationships/image" Target="../media/image107.png"/><Relationship Id="rId59" Type="http://schemas.openxmlformats.org/officeDocument/2006/relationships/image" Target="../media/image120.png"/><Relationship Id="rId67" Type="http://schemas.openxmlformats.org/officeDocument/2006/relationships/image" Target="../media/image128.png"/><Relationship Id="rId20" Type="http://schemas.openxmlformats.org/officeDocument/2006/relationships/image" Target="../media/image81.png"/><Relationship Id="rId41" Type="http://schemas.openxmlformats.org/officeDocument/2006/relationships/image" Target="../media/image102.png"/><Relationship Id="rId54" Type="http://schemas.openxmlformats.org/officeDocument/2006/relationships/image" Target="../media/image115.png"/><Relationship Id="rId62" Type="http://schemas.openxmlformats.org/officeDocument/2006/relationships/image" Target="../media/image123.png"/><Relationship Id="rId70" Type="http://schemas.openxmlformats.org/officeDocument/2006/relationships/image" Target="../media/image131.png"/><Relationship Id="rId75" Type="http://schemas.openxmlformats.org/officeDocument/2006/relationships/image" Target="../media/image136.png"/><Relationship Id="rId83" Type="http://schemas.openxmlformats.org/officeDocument/2006/relationships/image" Target="../media/image144.png"/><Relationship Id="rId88" Type="http://schemas.openxmlformats.org/officeDocument/2006/relationships/image" Target="../media/image149.png"/><Relationship Id="rId91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28" Type="http://schemas.openxmlformats.org/officeDocument/2006/relationships/image" Target="../media/image89.png"/><Relationship Id="rId36" Type="http://schemas.openxmlformats.org/officeDocument/2006/relationships/image" Target="../media/image97.png"/><Relationship Id="rId49" Type="http://schemas.openxmlformats.org/officeDocument/2006/relationships/image" Target="../media/image110.png"/><Relationship Id="rId57" Type="http://schemas.openxmlformats.org/officeDocument/2006/relationships/image" Target="../media/image118.png"/><Relationship Id="rId10" Type="http://schemas.openxmlformats.org/officeDocument/2006/relationships/image" Target="../media/image71.png"/><Relationship Id="rId31" Type="http://schemas.openxmlformats.org/officeDocument/2006/relationships/image" Target="../media/image92.png"/><Relationship Id="rId44" Type="http://schemas.openxmlformats.org/officeDocument/2006/relationships/image" Target="../media/image105.png"/><Relationship Id="rId52" Type="http://schemas.openxmlformats.org/officeDocument/2006/relationships/image" Target="../media/image113.png"/><Relationship Id="rId60" Type="http://schemas.openxmlformats.org/officeDocument/2006/relationships/image" Target="../media/image121.png"/><Relationship Id="rId65" Type="http://schemas.openxmlformats.org/officeDocument/2006/relationships/image" Target="../media/image126.png"/><Relationship Id="rId73" Type="http://schemas.openxmlformats.org/officeDocument/2006/relationships/image" Target="../media/image134.png"/><Relationship Id="rId78" Type="http://schemas.openxmlformats.org/officeDocument/2006/relationships/image" Target="../media/image139.png"/><Relationship Id="rId81" Type="http://schemas.openxmlformats.org/officeDocument/2006/relationships/image" Target="../media/image142.png"/><Relationship Id="rId86" Type="http://schemas.openxmlformats.org/officeDocument/2006/relationships/image" Target="../media/image147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9" Type="http://schemas.openxmlformats.org/officeDocument/2006/relationships/image" Target="../media/image100.png"/><Relationship Id="rId34" Type="http://schemas.openxmlformats.org/officeDocument/2006/relationships/image" Target="../media/image95.png"/><Relationship Id="rId50" Type="http://schemas.openxmlformats.org/officeDocument/2006/relationships/image" Target="../media/image111.png"/><Relationship Id="rId55" Type="http://schemas.openxmlformats.org/officeDocument/2006/relationships/image" Target="../media/image116.png"/><Relationship Id="rId76" Type="http://schemas.openxmlformats.org/officeDocument/2006/relationships/image" Target="../media/image137.png"/><Relationship Id="rId7" Type="http://schemas.openxmlformats.org/officeDocument/2006/relationships/image" Target="../media/image68.png"/><Relationship Id="rId71" Type="http://schemas.openxmlformats.org/officeDocument/2006/relationships/image" Target="../media/image132.png"/><Relationship Id="rId92" Type="http://schemas.openxmlformats.org/officeDocument/2006/relationships/image" Target="../media/image153.png"/><Relationship Id="rId2" Type="http://schemas.openxmlformats.org/officeDocument/2006/relationships/image" Target="../media/image63.png"/><Relationship Id="rId29" Type="http://schemas.openxmlformats.org/officeDocument/2006/relationships/image" Target="../media/image90.png"/><Relationship Id="rId24" Type="http://schemas.openxmlformats.org/officeDocument/2006/relationships/image" Target="../media/image85.png"/><Relationship Id="rId40" Type="http://schemas.openxmlformats.org/officeDocument/2006/relationships/image" Target="../media/image101.png"/><Relationship Id="rId45" Type="http://schemas.openxmlformats.org/officeDocument/2006/relationships/image" Target="../media/image106.png"/><Relationship Id="rId66" Type="http://schemas.openxmlformats.org/officeDocument/2006/relationships/image" Target="../media/image127.png"/><Relationship Id="rId87" Type="http://schemas.openxmlformats.org/officeDocument/2006/relationships/image" Target="../media/image148.png"/><Relationship Id="rId61" Type="http://schemas.openxmlformats.org/officeDocument/2006/relationships/image" Target="../media/image122.png"/><Relationship Id="rId82" Type="http://schemas.openxmlformats.org/officeDocument/2006/relationships/image" Target="../media/image143.png"/><Relationship Id="rId19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165.png"/><Relationship Id="rId18" Type="http://schemas.openxmlformats.org/officeDocument/2006/relationships/image" Target="../media/image170.png"/><Relationship Id="rId3" Type="http://schemas.openxmlformats.org/officeDocument/2006/relationships/image" Target="../media/image155.png"/><Relationship Id="rId21" Type="http://schemas.openxmlformats.org/officeDocument/2006/relationships/image" Target="../media/image173.png"/><Relationship Id="rId7" Type="http://schemas.openxmlformats.org/officeDocument/2006/relationships/image" Target="../media/image159.png"/><Relationship Id="rId12" Type="http://schemas.openxmlformats.org/officeDocument/2006/relationships/image" Target="../media/image164.png"/><Relationship Id="rId17" Type="http://schemas.openxmlformats.org/officeDocument/2006/relationships/image" Target="../media/image169.png"/><Relationship Id="rId2" Type="http://schemas.openxmlformats.org/officeDocument/2006/relationships/image" Target="../media/image154.png"/><Relationship Id="rId16" Type="http://schemas.openxmlformats.org/officeDocument/2006/relationships/image" Target="../media/image168.png"/><Relationship Id="rId20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11" Type="http://schemas.openxmlformats.org/officeDocument/2006/relationships/image" Target="../media/image163.png"/><Relationship Id="rId5" Type="http://schemas.openxmlformats.org/officeDocument/2006/relationships/image" Target="../media/image157.png"/><Relationship Id="rId15" Type="http://schemas.openxmlformats.org/officeDocument/2006/relationships/image" Target="../media/image167.png"/><Relationship Id="rId10" Type="http://schemas.openxmlformats.org/officeDocument/2006/relationships/image" Target="../media/image162.png"/><Relationship Id="rId19" Type="http://schemas.openxmlformats.org/officeDocument/2006/relationships/image" Target="../media/image171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Relationship Id="rId14" Type="http://schemas.openxmlformats.org/officeDocument/2006/relationships/image" Target="../media/image16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3" Type="http://schemas.openxmlformats.org/officeDocument/2006/relationships/image" Target="../media/image174.png"/><Relationship Id="rId7" Type="http://schemas.openxmlformats.org/officeDocument/2006/relationships/image" Target="../media/image178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png"/><Relationship Id="rId5" Type="http://schemas.openxmlformats.org/officeDocument/2006/relationships/image" Target="../media/image176.png"/><Relationship Id="rId4" Type="http://schemas.openxmlformats.org/officeDocument/2006/relationships/image" Target="../media/image1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9052" y="3581400"/>
            <a:ext cx="10386695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spc="60" dirty="0"/>
              <a:t>Deep</a:t>
            </a:r>
            <a:r>
              <a:rPr sz="5300" spc="160" dirty="0"/>
              <a:t> </a:t>
            </a:r>
            <a:r>
              <a:rPr sz="5300" dirty="0"/>
              <a:t>Learning</a:t>
            </a:r>
            <a:r>
              <a:rPr sz="5300" spc="165" dirty="0"/>
              <a:t> </a:t>
            </a:r>
            <a:r>
              <a:rPr sz="5300" dirty="0"/>
              <a:t>in</a:t>
            </a:r>
            <a:r>
              <a:rPr sz="5300" spc="165" dirty="0"/>
              <a:t> </a:t>
            </a:r>
            <a:r>
              <a:rPr sz="5300" dirty="0"/>
              <a:t>Computer</a:t>
            </a:r>
            <a:r>
              <a:rPr sz="5300" spc="160" dirty="0"/>
              <a:t> </a:t>
            </a:r>
            <a:r>
              <a:rPr sz="5300" spc="-35" dirty="0"/>
              <a:t>Vision</a:t>
            </a:r>
            <a:endParaRPr sz="5300" dirty="0"/>
          </a:p>
        </p:txBody>
      </p:sp>
      <p:sp>
        <p:nvSpPr>
          <p:cNvPr id="4" name="object 4"/>
          <p:cNvSpPr/>
          <p:nvPr/>
        </p:nvSpPr>
        <p:spPr>
          <a:xfrm>
            <a:off x="1092200" y="5181600"/>
            <a:ext cx="11023600" cy="0"/>
          </a:xfrm>
          <a:custGeom>
            <a:avLst/>
            <a:gdLst/>
            <a:ahLst/>
            <a:cxnLst/>
            <a:rect l="l" t="t" r="r" b="b"/>
            <a:pathLst>
              <a:path w="11023600">
                <a:moveTo>
                  <a:pt x="0" y="0"/>
                </a:moveTo>
                <a:lnTo>
                  <a:pt x="11023600" y="0"/>
                </a:lnTo>
              </a:path>
            </a:pathLst>
          </a:custGeom>
          <a:ln w="38100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8891" y="1031244"/>
            <a:ext cx="99072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spc="80" dirty="0"/>
              <a:t> </a:t>
            </a:r>
            <a:r>
              <a:rPr dirty="0"/>
              <a:t>in</a:t>
            </a:r>
            <a:r>
              <a:rPr spc="80" dirty="0"/>
              <a:t> </a:t>
            </a:r>
            <a:r>
              <a:rPr dirty="0"/>
              <a:t>Computer</a:t>
            </a:r>
            <a:r>
              <a:rPr spc="85" dirty="0"/>
              <a:t> </a:t>
            </a:r>
            <a:r>
              <a:rPr spc="-60" dirty="0"/>
              <a:t>Vision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3606800"/>
            <a:ext cx="1524000" cy="914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500" y="3162300"/>
            <a:ext cx="1524000" cy="1498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72600" y="3505200"/>
            <a:ext cx="1524000" cy="749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7800" y="5753100"/>
            <a:ext cx="1524000" cy="1016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84800" y="5816600"/>
            <a:ext cx="1524000" cy="1016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29000" y="7188200"/>
            <a:ext cx="1524000" cy="15240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72600" y="5689600"/>
            <a:ext cx="1524000" cy="11430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84761" y="2637270"/>
            <a:ext cx="29051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815" marR="5080" indent="-15875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Microsoft Sans Serif"/>
                <a:cs typeface="Microsoft Sans Serif"/>
              </a:rPr>
              <a:t>Image-based</a:t>
            </a:r>
            <a:r>
              <a:rPr sz="3000" spc="555" dirty="0">
                <a:latin typeface="Microsoft Sans Serif"/>
                <a:cs typeface="Microsoft Sans Serif"/>
              </a:rPr>
              <a:t> </a:t>
            </a:r>
            <a:r>
              <a:rPr sz="3000" spc="-25" dirty="0">
                <a:latin typeface="Microsoft Sans Serif"/>
                <a:cs typeface="Microsoft Sans Serif"/>
              </a:rPr>
              <a:t>3D </a:t>
            </a:r>
            <a:r>
              <a:rPr sz="3000" spc="-10" dirty="0">
                <a:latin typeface="Microsoft Sans Serif"/>
                <a:cs typeface="Microsoft Sans Serif"/>
              </a:rPr>
              <a:t>Reconstruction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61106" y="2609394"/>
            <a:ext cx="62534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08450" algn="l"/>
              </a:tabLst>
            </a:pPr>
            <a:r>
              <a:rPr sz="3000" dirty="0">
                <a:latin typeface="Microsoft Sans Serif"/>
                <a:cs typeface="Microsoft Sans Serif"/>
              </a:rPr>
              <a:t>Shape</a:t>
            </a:r>
            <a:r>
              <a:rPr sz="3000" spc="35" dirty="0">
                <a:latin typeface="Microsoft Sans Serif"/>
                <a:cs typeface="Microsoft Sans Serif"/>
              </a:rPr>
              <a:t> </a:t>
            </a:r>
            <a:r>
              <a:rPr sz="3000" spc="-10" dirty="0">
                <a:latin typeface="Microsoft Sans Serif"/>
                <a:cs typeface="Microsoft Sans Serif"/>
              </a:rPr>
              <a:t>Analysis</a:t>
            </a:r>
            <a:r>
              <a:rPr sz="3000" dirty="0">
                <a:latin typeface="Microsoft Sans Serif"/>
                <a:cs typeface="Microsoft Sans Serif"/>
              </a:rPr>
              <a:t>	Robot</a:t>
            </a:r>
            <a:r>
              <a:rPr sz="3000" spc="35" dirty="0">
                <a:latin typeface="Microsoft Sans Serif"/>
                <a:cs typeface="Microsoft Sans Serif"/>
              </a:rPr>
              <a:t> </a:t>
            </a:r>
            <a:r>
              <a:rPr sz="3000" spc="-40" dirty="0">
                <a:latin typeface="Microsoft Sans Serif"/>
                <a:cs typeface="Microsoft Sans Serif"/>
              </a:rPr>
              <a:t>Vision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4329" y="5149955"/>
            <a:ext cx="23475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45" dirty="0">
                <a:latin typeface="Microsoft Sans Serif"/>
                <a:cs typeface="Microsoft Sans Serif"/>
              </a:rPr>
              <a:t>RGB-</a:t>
            </a:r>
            <a:r>
              <a:rPr sz="3000" dirty="0">
                <a:latin typeface="Microsoft Sans Serif"/>
                <a:cs typeface="Microsoft Sans Serif"/>
              </a:rPr>
              <a:t>D</a:t>
            </a:r>
            <a:r>
              <a:rPr sz="3000" spc="20" dirty="0">
                <a:latin typeface="Microsoft Sans Serif"/>
                <a:cs typeface="Microsoft Sans Serif"/>
              </a:rPr>
              <a:t> </a:t>
            </a:r>
            <a:r>
              <a:rPr sz="3000" spc="-35" dirty="0">
                <a:latin typeface="Microsoft Sans Serif"/>
                <a:cs typeface="Microsoft Sans Serif"/>
              </a:rPr>
              <a:t>Vision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31705" y="4777270"/>
            <a:ext cx="23761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Microsoft Sans Serif"/>
                <a:cs typeface="Microsoft Sans Serif"/>
              </a:rPr>
              <a:t>Image Segmentation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5792" y="7240142"/>
            <a:ext cx="180467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Microsoft Sans Serif"/>
                <a:cs typeface="Microsoft Sans Serif"/>
              </a:rPr>
              <a:t>Convex </a:t>
            </a:r>
            <a:r>
              <a:rPr sz="3000" spc="-30" dirty="0">
                <a:latin typeface="Microsoft Sans Serif"/>
                <a:cs typeface="Microsoft Sans Serif"/>
              </a:rPr>
              <a:t>Relaxation </a:t>
            </a:r>
            <a:r>
              <a:rPr sz="3000" spc="-10" dirty="0">
                <a:latin typeface="Microsoft Sans Serif"/>
                <a:cs typeface="Microsoft Sans Serif"/>
              </a:rPr>
              <a:t>Methods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57656" y="5149955"/>
            <a:ext cx="21570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latin typeface="Microsoft Sans Serif"/>
                <a:cs typeface="Microsoft Sans Serif"/>
              </a:rPr>
              <a:t>Visual</a:t>
            </a:r>
            <a:r>
              <a:rPr sz="3000" spc="-145" dirty="0">
                <a:latin typeface="Microsoft Sans Serif"/>
                <a:cs typeface="Microsoft Sans Serif"/>
              </a:rPr>
              <a:t> </a:t>
            </a:r>
            <a:r>
              <a:rPr sz="3000" spc="-25" dirty="0">
                <a:latin typeface="Microsoft Sans Serif"/>
                <a:cs typeface="Microsoft Sans Serif"/>
              </a:rPr>
              <a:t>SLAM</a:t>
            </a:r>
            <a:endParaRPr sz="3000">
              <a:latin typeface="Microsoft Sans Serif"/>
              <a:cs typeface="Microsoft Sans Serif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99300" y="7378700"/>
            <a:ext cx="2540000" cy="11430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301862" y="6807555"/>
            <a:ext cx="21431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Microsoft Sans Serif"/>
                <a:cs typeface="Microsoft Sans Serif"/>
              </a:rPr>
              <a:t>Optical</a:t>
            </a:r>
            <a:r>
              <a:rPr sz="3000" spc="315" dirty="0">
                <a:latin typeface="Microsoft Sans Serif"/>
                <a:cs typeface="Microsoft Sans Serif"/>
              </a:rPr>
              <a:t> </a:t>
            </a:r>
            <a:r>
              <a:rPr sz="3000" spc="-35" dirty="0">
                <a:latin typeface="Microsoft Sans Serif"/>
                <a:cs typeface="Microsoft Sans Serif"/>
              </a:rPr>
              <a:t>Flow</a:t>
            </a:r>
            <a:endParaRPr sz="3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90600" y="2063749"/>
            <a:ext cx="11023600" cy="0"/>
          </a:xfrm>
          <a:custGeom>
            <a:avLst/>
            <a:gdLst/>
            <a:ahLst/>
            <a:cxnLst/>
            <a:rect l="l" t="t" r="r" b="b"/>
            <a:pathLst>
              <a:path w="11023600">
                <a:moveTo>
                  <a:pt x="0" y="0"/>
                </a:moveTo>
                <a:lnTo>
                  <a:pt x="11023600" y="0"/>
                </a:lnTo>
              </a:path>
            </a:pathLst>
          </a:custGeom>
          <a:ln w="38100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585">
              <a:lnSpc>
                <a:spcPts val="2039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8632" y="3926843"/>
            <a:ext cx="644779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6294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Deep</a:t>
            </a:r>
            <a:r>
              <a:rPr spc="75" dirty="0"/>
              <a:t> </a:t>
            </a:r>
            <a:r>
              <a:rPr spc="-10" dirty="0"/>
              <a:t>Learning </a:t>
            </a:r>
            <a:r>
              <a:rPr dirty="0"/>
              <a:t>in</a:t>
            </a:r>
            <a:r>
              <a:rPr spc="175" dirty="0"/>
              <a:t> </a:t>
            </a:r>
            <a:r>
              <a:rPr dirty="0"/>
              <a:t>Computer</a:t>
            </a:r>
            <a:r>
              <a:rPr spc="180" dirty="0"/>
              <a:t> </a:t>
            </a:r>
            <a:r>
              <a:rPr spc="-85" dirty="0"/>
              <a:t>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900" rIns="0" bIns="0" rtlCol="0">
            <a:spAutoFit/>
          </a:bodyPr>
          <a:lstStyle/>
          <a:p>
            <a:pPr marL="1097915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85" dirty="0"/>
              <a:t> </a:t>
            </a:r>
            <a:r>
              <a:rPr dirty="0"/>
              <a:t>to</a:t>
            </a:r>
            <a:r>
              <a:rPr spc="90" dirty="0"/>
              <a:t> </a:t>
            </a:r>
            <a:r>
              <a:rPr spc="55" dirty="0"/>
              <a:t>teach</a:t>
            </a:r>
            <a:r>
              <a:rPr spc="90" dirty="0"/>
              <a:t> </a:t>
            </a:r>
            <a:r>
              <a:rPr dirty="0"/>
              <a:t>a</a:t>
            </a:r>
            <a:r>
              <a:rPr spc="85" dirty="0"/>
              <a:t> </a:t>
            </a:r>
            <a:r>
              <a:rPr dirty="0"/>
              <a:t>machine</a:t>
            </a:r>
            <a:r>
              <a:rPr spc="90" dirty="0"/>
              <a:t> </a:t>
            </a:r>
            <a:r>
              <a:rPr spc="-420" dirty="0"/>
              <a:t>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84300" y="3467100"/>
            <a:ext cx="10279380" cy="3810000"/>
            <a:chOff x="1384300" y="3467100"/>
            <a:chExt cx="10279380" cy="3810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4300" y="3467100"/>
              <a:ext cx="2857500" cy="3810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6600" y="3467100"/>
              <a:ext cx="2857500" cy="3810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9219" y="4845042"/>
              <a:ext cx="1507881" cy="6781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05300" y="4857742"/>
              <a:ext cx="1433700" cy="6019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01012" y="4845042"/>
              <a:ext cx="1507881" cy="6781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37599" y="4857742"/>
              <a:ext cx="1433193" cy="6019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03998" y="4800162"/>
              <a:ext cx="1459236" cy="7679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36200" y="4813299"/>
              <a:ext cx="1384299" cy="6857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560562" y="4295462"/>
            <a:ext cx="92519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40" dirty="0">
                <a:latin typeface="Microsoft Sans Serif"/>
                <a:cs typeface="Microsoft Sans Serif"/>
              </a:rPr>
              <a:t>edges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15984" y="4295462"/>
            <a:ext cx="12782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latin typeface="Microsoft Sans Serif"/>
                <a:cs typeface="Microsoft Sans Serif"/>
              </a:rPr>
              <a:t>classifier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53153" y="7579039"/>
            <a:ext cx="51720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(or</a:t>
            </a:r>
            <a:r>
              <a:rPr sz="2500" spc="-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any other</a:t>
            </a:r>
            <a:r>
              <a:rPr sz="2500" spc="-5" dirty="0">
                <a:latin typeface="Microsoft Sans Serif"/>
                <a:cs typeface="Microsoft Sans Serif"/>
              </a:rPr>
              <a:t> </a:t>
            </a:r>
            <a:r>
              <a:rPr sz="2500" b="1" spc="-10" dirty="0">
                <a:latin typeface="Arial"/>
                <a:cs typeface="Arial"/>
              </a:rPr>
              <a:t>hand-</a:t>
            </a:r>
            <a:r>
              <a:rPr sz="2500" b="1" dirty="0">
                <a:latin typeface="Arial"/>
                <a:cs typeface="Arial"/>
              </a:rPr>
              <a:t>crafted</a:t>
            </a:r>
            <a:r>
              <a:rPr sz="2500" b="1" spc="-35" dirty="0">
                <a:latin typeface="Arial"/>
                <a:cs typeface="Arial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features)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36200" y="4813299"/>
            <a:ext cx="1384300" cy="68580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120"/>
              </a:spcBef>
            </a:pPr>
            <a:r>
              <a:rPr sz="2500" spc="-10" dirty="0">
                <a:latin typeface="Microsoft Sans Serif"/>
                <a:cs typeface="Microsoft Sans Serif"/>
              </a:rPr>
              <a:t>Person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90600" y="2063749"/>
            <a:ext cx="11023600" cy="0"/>
          </a:xfrm>
          <a:custGeom>
            <a:avLst/>
            <a:gdLst/>
            <a:ahLst/>
            <a:cxnLst/>
            <a:rect l="l" t="t" r="r" b="b"/>
            <a:pathLst>
              <a:path w="11023600">
                <a:moveTo>
                  <a:pt x="0" y="0"/>
                </a:moveTo>
                <a:lnTo>
                  <a:pt x="11023600" y="0"/>
                </a:lnTo>
              </a:path>
            </a:pathLst>
          </a:custGeom>
          <a:ln w="38100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3C8A5-839A-152E-11B2-59765D58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574044"/>
            <a:ext cx="11049000" cy="923330"/>
          </a:xfrm>
        </p:spPr>
        <p:txBody>
          <a:bodyPr/>
          <a:lstStyle/>
          <a:p>
            <a:r>
              <a:rPr lang="en-GB" dirty="0"/>
              <a:t>Images a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9FAC1-A5F0-51EC-37BC-E4E518FEC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212" y="2523464"/>
            <a:ext cx="8056245" cy="6155531"/>
          </a:xfrm>
        </p:spPr>
        <p:txBody>
          <a:bodyPr/>
          <a:lstStyle/>
          <a:p>
            <a:r>
              <a:rPr lang="en-GB" b="0" i="0" u="none" strike="noStrike" dirty="0">
                <a:effectLst/>
              </a:rPr>
              <a:t>Using images by </a:t>
            </a:r>
            <a:r>
              <a:rPr lang="en-GB" b="0" i="1" u="none" strike="noStrike" dirty="0">
                <a:effectLst/>
              </a:rPr>
              <a:t>flattening</a:t>
            </a:r>
            <a:r>
              <a:rPr lang="en-GB" b="0" i="0" u="none" strike="noStrike" dirty="0">
                <a:effectLst/>
              </a:rPr>
              <a:t> the images means overlooking the spatial relation between pixels. </a:t>
            </a:r>
          </a:p>
          <a:p>
            <a:r>
              <a:rPr lang="en-GB" b="0" i="0" u="none" strike="noStrike" dirty="0">
                <a:effectLst/>
              </a:rPr>
              <a:t>This deeply unsatisfying approach could be a very simple solution in order to feed the resulting one-dimensional vectors through a fully connected MLP or other probabilistic models.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BE8C4-C774-E364-70F3-555ADE55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5318126"/>
            <a:ext cx="2133600" cy="283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167" kern="1200">
                <a:solidFill>
                  <a:schemeClr val="tx1"/>
                </a:solidFill>
                <a:latin typeface="Gill Sans MT" panose="020B0502020104020203" pitchFamily="34" charset="77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fld id="{44E22EE9-B8A0-0641-9265-052CFE9B95A7}" type="slidenum">
              <a:rPr lang="en-GB" altLang="en-US" smtClean="0"/>
              <a:pPr/>
              <a:t>5</a:t>
            </a:fld>
            <a:endParaRPr lang="en-GB" altLang="en-US" dirty="0"/>
          </a:p>
        </p:txBody>
      </p:sp>
      <p:pic>
        <p:nvPicPr>
          <p:cNvPr id="1026" name="Picture 2" descr="Magnetic resonance imaging of the brain - Wikipedia">
            <a:extLst>
              <a:ext uri="{FF2B5EF4-FFF2-40B4-BE49-F238E27FC236}">
                <a16:creationId xmlns:a16="http://schemas.microsoft.com/office/drawing/2014/main" id="{1C844A62-A0BD-62B0-4989-7A74A3786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7583" y="3048000"/>
            <a:ext cx="2882230" cy="3069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579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900" rIns="0" bIns="0" rtlCol="0">
            <a:spAutoFit/>
          </a:bodyPr>
          <a:lstStyle/>
          <a:p>
            <a:pPr marL="1097915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85" dirty="0"/>
              <a:t> </a:t>
            </a:r>
            <a:r>
              <a:rPr dirty="0"/>
              <a:t>to</a:t>
            </a:r>
            <a:r>
              <a:rPr spc="90" dirty="0"/>
              <a:t> </a:t>
            </a:r>
            <a:r>
              <a:rPr spc="55" dirty="0"/>
              <a:t>teach</a:t>
            </a:r>
            <a:r>
              <a:rPr spc="90" dirty="0"/>
              <a:t> </a:t>
            </a:r>
            <a:r>
              <a:rPr dirty="0"/>
              <a:t>a</a:t>
            </a:r>
            <a:r>
              <a:rPr spc="85" dirty="0"/>
              <a:t> </a:t>
            </a:r>
            <a:r>
              <a:rPr dirty="0"/>
              <a:t>machine</a:t>
            </a:r>
            <a:r>
              <a:rPr spc="90" dirty="0"/>
              <a:t> </a:t>
            </a:r>
            <a:r>
              <a:rPr spc="-420" dirty="0"/>
              <a:t>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84300" y="3467100"/>
            <a:ext cx="10279380" cy="3810000"/>
            <a:chOff x="1384300" y="3467100"/>
            <a:chExt cx="10279380" cy="3810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4300" y="3467100"/>
              <a:ext cx="2857500" cy="3810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6600" y="3467100"/>
              <a:ext cx="2857500" cy="3810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9219" y="4845042"/>
              <a:ext cx="1507881" cy="6781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05300" y="4857742"/>
              <a:ext cx="1433700" cy="6019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01012" y="4845042"/>
              <a:ext cx="1507881" cy="6781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37599" y="4857742"/>
              <a:ext cx="1433193" cy="6019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03998" y="4800162"/>
              <a:ext cx="1459236" cy="7679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36200" y="4813299"/>
              <a:ext cx="1384299" cy="6857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560562" y="4295462"/>
            <a:ext cx="92519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40" dirty="0">
                <a:latin typeface="Microsoft Sans Serif"/>
                <a:cs typeface="Microsoft Sans Serif"/>
              </a:rPr>
              <a:t>edges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15984" y="4295462"/>
            <a:ext cx="12782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latin typeface="Microsoft Sans Serif"/>
                <a:cs typeface="Microsoft Sans Serif"/>
              </a:rPr>
              <a:t>classifier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36200" y="4813299"/>
            <a:ext cx="1384300" cy="68580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120"/>
              </a:spcBef>
            </a:pPr>
            <a:r>
              <a:rPr sz="2500" spc="-10" dirty="0">
                <a:latin typeface="Microsoft Sans Serif"/>
                <a:cs typeface="Microsoft Sans Serif"/>
              </a:rPr>
              <a:t>Person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53153" y="7579039"/>
            <a:ext cx="51720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(or</a:t>
            </a:r>
            <a:r>
              <a:rPr sz="2500" spc="-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any other</a:t>
            </a:r>
            <a:r>
              <a:rPr sz="2500" spc="-5" dirty="0">
                <a:latin typeface="Microsoft Sans Serif"/>
                <a:cs typeface="Microsoft Sans Serif"/>
              </a:rPr>
              <a:t> </a:t>
            </a:r>
            <a:r>
              <a:rPr sz="2500" b="1" spc="-10" dirty="0">
                <a:latin typeface="Arial"/>
                <a:cs typeface="Arial"/>
              </a:rPr>
              <a:t>hand-</a:t>
            </a:r>
            <a:r>
              <a:rPr sz="2500" b="1" dirty="0">
                <a:latin typeface="Arial"/>
                <a:cs typeface="Arial"/>
              </a:rPr>
              <a:t>crafted</a:t>
            </a:r>
            <a:r>
              <a:rPr sz="2500" b="1" spc="-35" dirty="0">
                <a:latin typeface="Arial"/>
                <a:cs typeface="Arial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features)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 rot="18900000">
            <a:off x="4368637" y="5180972"/>
            <a:ext cx="5708573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90"/>
              </a:lnSpc>
            </a:pPr>
            <a:r>
              <a:rPr sz="3600" b="1" dirty="0">
                <a:solidFill>
                  <a:srgbClr val="C82506"/>
                </a:solidFill>
                <a:latin typeface="Arial"/>
                <a:cs typeface="Arial"/>
              </a:rPr>
              <a:t>Not</a:t>
            </a:r>
            <a:r>
              <a:rPr sz="3600" b="1" spc="-6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82506"/>
                </a:solidFill>
                <a:latin typeface="Arial"/>
                <a:cs typeface="Arial"/>
              </a:rPr>
              <a:t>a</a:t>
            </a:r>
            <a:r>
              <a:rPr sz="3600" b="1" spc="-5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82506"/>
                </a:solidFill>
                <a:latin typeface="Arial"/>
                <a:cs typeface="Arial"/>
              </a:rPr>
              <a:t>good</a:t>
            </a:r>
            <a:r>
              <a:rPr sz="3600" b="1" spc="-6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C82506"/>
                </a:solidFill>
                <a:latin typeface="Arial"/>
                <a:cs typeface="Arial"/>
              </a:rPr>
              <a:t>representation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90600" y="2063749"/>
            <a:ext cx="11023600" cy="0"/>
          </a:xfrm>
          <a:custGeom>
            <a:avLst/>
            <a:gdLst/>
            <a:ahLst/>
            <a:cxnLst/>
            <a:rect l="l" t="t" r="r" b="b"/>
            <a:pathLst>
              <a:path w="11023600">
                <a:moveTo>
                  <a:pt x="0" y="0"/>
                </a:moveTo>
                <a:lnTo>
                  <a:pt x="11023600" y="0"/>
                </a:lnTo>
              </a:path>
            </a:pathLst>
          </a:custGeom>
          <a:ln w="38100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900" rIns="0" bIns="0" rtlCol="0">
            <a:spAutoFit/>
          </a:bodyPr>
          <a:lstStyle/>
          <a:p>
            <a:pPr marL="149415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15" dirty="0"/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spc="130" dirty="0"/>
              <a:t>deep</a:t>
            </a:r>
            <a:r>
              <a:rPr spc="15" dirty="0"/>
              <a:t> </a:t>
            </a:r>
            <a:r>
              <a:rPr dirty="0"/>
              <a:t>learning</a:t>
            </a:r>
            <a:r>
              <a:rPr spc="15" dirty="0"/>
              <a:t> </a:t>
            </a:r>
            <a:r>
              <a:rPr spc="-420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678907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100" y="2632076"/>
            <a:ext cx="734250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Representation</a:t>
            </a:r>
            <a:r>
              <a:rPr sz="2500" spc="-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learning </a:t>
            </a:r>
            <a:r>
              <a:rPr sz="2500" spc="-10" dirty="0">
                <a:latin typeface="Microsoft Sans Serif"/>
                <a:cs typeface="Microsoft Sans Serif"/>
              </a:rPr>
              <a:t>method</a:t>
            </a:r>
            <a:endParaRPr sz="2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latin typeface="Microsoft Sans Serif"/>
                <a:cs typeface="Microsoft Sans Serif"/>
              </a:rPr>
              <a:t>Learning</a:t>
            </a:r>
            <a:r>
              <a:rPr sz="2500" spc="20" dirty="0">
                <a:latin typeface="Microsoft Sans Serif"/>
                <a:cs typeface="Microsoft Sans Serif"/>
              </a:rPr>
              <a:t> </a:t>
            </a:r>
            <a:r>
              <a:rPr sz="2500" spc="65" dirty="0">
                <a:latin typeface="Microsoft Sans Serif"/>
                <a:cs typeface="Microsoft Sans Serif"/>
              </a:rPr>
              <a:t>good</a:t>
            </a:r>
            <a:r>
              <a:rPr sz="2500" spc="2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features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automatically</a:t>
            </a:r>
            <a:r>
              <a:rPr sz="2500" spc="2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from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raw</a:t>
            </a:r>
            <a:r>
              <a:rPr sz="2500" spc="20" dirty="0">
                <a:latin typeface="Microsoft Sans Serif"/>
                <a:cs typeface="Microsoft Sans Serif"/>
              </a:rPr>
              <a:t> </a:t>
            </a:r>
            <a:r>
              <a:rPr sz="2500" spc="-20" dirty="0">
                <a:latin typeface="Microsoft Sans Serif"/>
                <a:cs typeface="Microsoft Sans Serif"/>
              </a:rPr>
              <a:t>data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0" y="3974307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5100" y="3927476"/>
            <a:ext cx="942467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Learning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representations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of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data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with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multiple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levels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of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abstraction</a:t>
            </a:r>
            <a:endParaRPr sz="25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0" y="5105400"/>
            <a:ext cx="6197600" cy="37211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10317" y="4664076"/>
            <a:ext cx="53841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Google’s</a:t>
            </a:r>
            <a:r>
              <a:rPr sz="2500" spc="7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cat</a:t>
            </a:r>
            <a:r>
              <a:rPr sz="2500" spc="7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detection</a:t>
            </a:r>
            <a:r>
              <a:rPr sz="2500" spc="7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neural</a:t>
            </a:r>
            <a:r>
              <a:rPr sz="2500" spc="7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network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90600" y="2063749"/>
            <a:ext cx="11023600" cy="0"/>
          </a:xfrm>
          <a:custGeom>
            <a:avLst/>
            <a:gdLst/>
            <a:ahLst/>
            <a:cxnLst/>
            <a:rect l="l" t="t" r="r" b="b"/>
            <a:pathLst>
              <a:path w="11023600">
                <a:moveTo>
                  <a:pt x="0" y="0"/>
                </a:moveTo>
                <a:lnTo>
                  <a:pt x="11023600" y="0"/>
                </a:lnTo>
              </a:path>
            </a:pathLst>
          </a:custGeom>
          <a:ln w="38100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Construction</a:t>
            </a:r>
            <a:r>
              <a:rPr spc="70" dirty="0"/>
              <a:t> </a:t>
            </a:r>
            <a:r>
              <a:rPr dirty="0"/>
              <a:t>of</a:t>
            </a:r>
            <a:r>
              <a:rPr spc="70" dirty="0"/>
              <a:t> </a:t>
            </a:r>
            <a:r>
              <a:rPr spc="-10" dirty="0"/>
              <a:t>higher</a:t>
            </a:r>
          </a:p>
          <a:p>
            <a:pPr algn="ctr">
              <a:lnSpc>
                <a:spcPct val="100000"/>
              </a:lnSpc>
              <a:tabLst>
                <a:tab pos="2102485" algn="l"/>
                <a:tab pos="11022965" algn="l"/>
              </a:tabLst>
            </a:pPr>
            <a:r>
              <a:rPr u="sng" dirty="0">
                <a:uFill>
                  <a:solidFill>
                    <a:srgbClr val="A6AAA9"/>
                  </a:solidFill>
                </a:uFill>
              </a:rPr>
              <a:t>	levels</a:t>
            </a:r>
            <a:r>
              <a:rPr u="sng" spc="-10" dirty="0">
                <a:uFill>
                  <a:solidFill>
                    <a:srgbClr val="A6AAA9"/>
                  </a:solidFill>
                </a:uFill>
              </a:rPr>
              <a:t> </a:t>
            </a:r>
            <a:r>
              <a:rPr u="sng" dirty="0">
                <a:uFill>
                  <a:solidFill>
                    <a:srgbClr val="A6AAA9"/>
                  </a:solidFill>
                </a:uFill>
              </a:rPr>
              <a:t>of</a:t>
            </a:r>
            <a:r>
              <a:rPr u="sng" spc="-10" dirty="0">
                <a:uFill>
                  <a:solidFill>
                    <a:srgbClr val="A6AAA9"/>
                  </a:solidFill>
                </a:uFill>
              </a:rPr>
              <a:t> abstraction</a:t>
            </a:r>
            <a:r>
              <a:rPr u="sng" dirty="0">
                <a:uFill>
                  <a:solidFill>
                    <a:srgbClr val="A6AAA9"/>
                  </a:solidFill>
                </a:uFill>
              </a:rPr>
              <a:t>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83138" y="2612293"/>
            <a:ext cx="7971790" cy="5675630"/>
            <a:chOff x="2183138" y="2612293"/>
            <a:chExt cx="7971790" cy="56756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3138" y="4177746"/>
              <a:ext cx="457200" cy="457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22378" y="4191585"/>
              <a:ext cx="378722" cy="37872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3138" y="5221380"/>
              <a:ext cx="457200" cy="457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22378" y="5235218"/>
              <a:ext cx="378722" cy="37872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3138" y="6265014"/>
              <a:ext cx="457200" cy="4572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2378" y="6278853"/>
              <a:ext cx="378722" cy="37872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6300" y="2612293"/>
              <a:ext cx="457200" cy="4572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95538" y="2626132"/>
              <a:ext cx="379095" cy="379095"/>
            </a:xfrm>
            <a:custGeom>
              <a:avLst/>
              <a:gdLst/>
              <a:ahLst/>
              <a:cxnLst/>
              <a:rect l="l" t="t" r="r" b="b"/>
              <a:pathLst>
                <a:path w="379095" h="379094">
                  <a:moveTo>
                    <a:pt x="210222" y="0"/>
                  </a:moveTo>
                  <a:lnTo>
                    <a:pt x="168501" y="0"/>
                  </a:lnTo>
                  <a:lnTo>
                    <a:pt x="127588" y="9109"/>
                  </a:lnTo>
                  <a:lnTo>
                    <a:pt x="89101" y="27328"/>
                  </a:lnTo>
                  <a:lnTo>
                    <a:pt x="54657" y="54656"/>
                  </a:lnTo>
                  <a:lnTo>
                    <a:pt x="27328" y="89101"/>
                  </a:lnTo>
                  <a:lnTo>
                    <a:pt x="9109" y="127587"/>
                  </a:lnTo>
                  <a:lnTo>
                    <a:pt x="0" y="168500"/>
                  </a:lnTo>
                  <a:lnTo>
                    <a:pt x="0" y="210221"/>
                  </a:lnTo>
                  <a:lnTo>
                    <a:pt x="9109" y="251134"/>
                  </a:lnTo>
                  <a:lnTo>
                    <a:pt x="27328" y="289620"/>
                  </a:lnTo>
                  <a:lnTo>
                    <a:pt x="54657" y="324064"/>
                  </a:lnTo>
                  <a:lnTo>
                    <a:pt x="89101" y="351393"/>
                  </a:lnTo>
                  <a:lnTo>
                    <a:pt x="127588" y="369612"/>
                  </a:lnTo>
                  <a:lnTo>
                    <a:pt x="168501" y="378722"/>
                  </a:lnTo>
                  <a:lnTo>
                    <a:pt x="210222" y="378722"/>
                  </a:lnTo>
                  <a:lnTo>
                    <a:pt x="251134" y="369612"/>
                  </a:lnTo>
                  <a:lnTo>
                    <a:pt x="289621" y="351393"/>
                  </a:lnTo>
                  <a:lnTo>
                    <a:pt x="324065" y="324064"/>
                  </a:lnTo>
                  <a:lnTo>
                    <a:pt x="351394" y="289620"/>
                  </a:lnTo>
                  <a:lnTo>
                    <a:pt x="369613" y="251134"/>
                  </a:lnTo>
                  <a:lnTo>
                    <a:pt x="378723" y="210221"/>
                  </a:lnTo>
                  <a:lnTo>
                    <a:pt x="378723" y="168500"/>
                  </a:lnTo>
                  <a:lnTo>
                    <a:pt x="369613" y="127587"/>
                  </a:lnTo>
                  <a:lnTo>
                    <a:pt x="351394" y="89101"/>
                  </a:lnTo>
                  <a:lnTo>
                    <a:pt x="324065" y="54656"/>
                  </a:lnTo>
                  <a:lnTo>
                    <a:pt x="289621" y="27328"/>
                  </a:lnTo>
                  <a:lnTo>
                    <a:pt x="251134" y="9109"/>
                  </a:lnTo>
                  <a:lnTo>
                    <a:pt x="210222" y="0"/>
                  </a:lnTo>
                  <a:close/>
                </a:path>
              </a:pathLst>
            </a:custGeom>
            <a:solidFill>
              <a:srgbClr val="9246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6300" y="3655928"/>
              <a:ext cx="457200" cy="4572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95538" y="3669766"/>
              <a:ext cx="378723" cy="37872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6300" y="4699562"/>
              <a:ext cx="457200" cy="457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95538" y="4713400"/>
              <a:ext cx="378723" cy="37872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6300" y="5743196"/>
              <a:ext cx="457200" cy="457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95538" y="5757035"/>
              <a:ext cx="378723" cy="37872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6300" y="6786831"/>
              <a:ext cx="457200" cy="457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95538" y="6800670"/>
              <a:ext cx="378723" cy="37872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6300" y="7830465"/>
              <a:ext cx="457200" cy="457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95538" y="7844305"/>
              <a:ext cx="378723" cy="37872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7425" y="3655928"/>
              <a:ext cx="457200" cy="457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36663" y="3669766"/>
              <a:ext cx="378722" cy="37872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7425" y="4699562"/>
              <a:ext cx="457200" cy="4572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36663" y="4713400"/>
              <a:ext cx="378722" cy="37872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7425" y="5743196"/>
              <a:ext cx="457200" cy="4572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36663" y="5757035"/>
              <a:ext cx="378722" cy="37872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7425" y="6786831"/>
              <a:ext cx="457200" cy="4572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36663" y="6800670"/>
              <a:ext cx="378722" cy="37872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594448" y="2933388"/>
              <a:ext cx="3248660" cy="1387475"/>
            </a:xfrm>
            <a:custGeom>
              <a:avLst/>
              <a:gdLst/>
              <a:ahLst/>
              <a:cxnLst/>
              <a:rect l="l" t="t" r="r" b="b"/>
              <a:pathLst>
                <a:path w="3248660" h="1387475">
                  <a:moveTo>
                    <a:pt x="0" y="1387240"/>
                  </a:moveTo>
                  <a:lnTo>
                    <a:pt x="3231065" y="7481"/>
                  </a:lnTo>
                  <a:lnTo>
                    <a:pt x="3248584" y="0"/>
                  </a:lnTo>
                </a:path>
              </a:pathLst>
            </a:custGeom>
            <a:ln w="3809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792596" y="2863785"/>
              <a:ext cx="187325" cy="154305"/>
            </a:xfrm>
            <a:custGeom>
              <a:avLst/>
              <a:gdLst/>
              <a:ahLst/>
              <a:cxnLst/>
              <a:rect l="l" t="t" r="r" b="b"/>
              <a:pathLst>
                <a:path w="187325" h="154305">
                  <a:moveTo>
                    <a:pt x="0" y="0"/>
                  </a:moveTo>
                  <a:lnTo>
                    <a:pt x="65835" y="154170"/>
                  </a:lnTo>
                  <a:lnTo>
                    <a:pt x="187088" y="11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596200" y="3868006"/>
              <a:ext cx="3310890" cy="452120"/>
            </a:xfrm>
            <a:custGeom>
              <a:avLst/>
              <a:gdLst/>
              <a:ahLst/>
              <a:cxnLst/>
              <a:rect l="l" t="t" r="r" b="b"/>
              <a:pathLst>
                <a:path w="3310890" h="452120">
                  <a:moveTo>
                    <a:pt x="0" y="451502"/>
                  </a:moveTo>
                  <a:lnTo>
                    <a:pt x="3304596" y="858"/>
                  </a:lnTo>
                  <a:lnTo>
                    <a:pt x="3310887" y="0"/>
                  </a:lnTo>
                </a:path>
              </a:pathLst>
            </a:custGeom>
            <a:ln w="1270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895648" y="3831113"/>
              <a:ext cx="80645" cy="75565"/>
            </a:xfrm>
            <a:custGeom>
              <a:avLst/>
              <a:gdLst/>
              <a:ahLst/>
              <a:cxnLst/>
              <a:rect l="l" t="t" r="r" b="b"/>
              <a:pathLst>
                <a:path w="80645" h="75564">
                  <a:moveTo>
                    <a:pt x="0" y="0"/>
                  </a:moveTo>
                  <a:lnTo>
                    <a:pt x="10295" y="75501"/>
                  </a:lnTo>
                  <a:lnTo>
                    <a:pt x="80650" y="27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93760" y="4328135"/>
              <a:ext cx="3316604" cy="521334"/>
            </a:xfrm>
            <a:custGeom>
              <a:avLst/>
              <a:gdLst/>
              <a:ahLst/>
              <a:cxnLst/>
              <a:rect l="l" t="t" r="r" b="b"/>
              <a:pathLst>
                <a:path w="3316604" h="521335">
                  <a:moveTo>
                    <a:pt x="0" y="0"/>
                  </a:moveTo>
                  <a:lnTo>
                    <a:pt x="3309824" y="519975"/>
                  </a:lnTo>
                  <a:lnTo>
                    <a:pt x="3316097" y="520960"/>
                  </a:lnTo>
                </a:path>
              </a:pathLst>
            </a:custGeom>
            <a:ln w="1269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897672" y="4810473"/>
              <a:ext cx="81280" cy="75565"/>
            </a:xfrm>
            <a:custGeom>
              <a:avLst/>
              <a:gdLst/>
              <a:ahLst/>
              <a:cxnLst/>
              <a:rect l="l" t="t" r="r" b="b"/>
              <a:pathLst>
                <a:path w="81279" h="75564">
                  <a:moveTo>
                    <a:pt x="11824" y="0"/>
                  </a:moveTo>
                  <a:lnTo>
                    <a:pt x="0" y="75276"/>
                  </a:lnTo>
                  <a:lnTo>
                    <a:pt x="81188" y="49463"/>
                  </a:lnTo>
                  <a:lnTo>
                    <a:pt x="118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593762" y="4328135"/>
              <a:ext cx="3323590" cy="1550670"/>
            </a:xfrm>
            <a:custGeom>
              <a:avLst/>
              <a:gdLst/>
              <a:ahLst/>
              <a:cxnLst/>
              <a:rect l="l" t="t" r="r" b="b"/>
              <a:pathLst>
                <a:path w="3323590" h="1550670">
                  <a:moveTo>
                    <a:pt x="0" y="0"/>
                  </a:moveTo>
                  <a:lnTo>
                    <a:pt x="3317768" y="1547968"/>
                  </a:lnTo>
                  <a:lnTo>
                    <a:pt x="3323523" y="1550652"/>
                  </a:lnTo>
                </a:path>
              </a:pathLst>
            </a:custGeom>
            <a:ln w="1270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95422" y="5841577"/>
              <a:ext cx="85725" cy="69215"/>
            </a:xfrm>
            <a:custGeom>
              <a:avLst/>
              <a:gdLst/>
              <a:ahLst/>
              <a:cxnLst/>
              <a:rect l="l" t="t" r="r" b="b"/>
              <a:pathLst>
                <a:path w="85725" h="69214">
                  <a:moveTo>
                    <a:pt x="32218" y="0"/>
                  </a:moveTo>
                  <a:lnTo>
                    <a:pt x="0" y="69053"/>
                  </a:lnTo>
                  <a:lnTo>
                    <a:pt x="85162" y="66744"/>
                  </a:lnTo>
                  <a:lnTo>
                    <a:pt x="322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607574" y="4343493"/>
              <a:ext cx="3305175" cy="2535555"/>
            </a:xfrm>
            <a:custGeom>
              <a:avLst/>
              <a:gdLst/>
              <a:ahLst/>
              <a:cxnLst/>
              <a:rect l="l" t="t" r="r" b="b"/>
              <a:pathLst>
                <a:path w="3305175" h="2535554">
                  <a:moveTo>
                    <a:pt x="0" y="0"/>
                  </a:moveTo>
                  <a:lnTo>
                    <a:pt x="3299880" y="2531554"/>
                  </a:lnTo>
                  <a:lnTo>
                    <a:pt x="3304918" y="2535419"/>
                  </a:lnTo>
                </a:path>
              </a:pathLst>
            </a:custGeom>
            <a:ln w="1270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884264" y="6844818"/>
              <a:ext cx="83820" cy="76835"/>
            </a:xfrm>
            <a:custGeom>
              <a:avLst/>
              <a:gdLst/>
              <a:ahLst/>
              <a:cxnLst/>
              <a:rect l="l" t="t" r="r" b="b"/>
              <a:pathLst>
                <a:path w="83820" h="76834">
                  <a:moveTo>
                    <a:pt x="46380" y="0"/>
                  </a:moveTo>
                  <a:lnTo>
                    <a:pt x="0" y="60458"/>
                  </a:lnTo>
                  <a:lnTo>
                    <a:pt x="83648" y="76611"/>
                  </a:lnTo>
                  <a:lnTo>
                    <a:pt x="463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89164" y="2885603"/>
              <a:ext cx="3248660" cy="933450"/>
            </a:xfrm>
            <a:custGeom>
              <a:avLst/>
              <a:gdLst/>
              <a:ahLst/>
              <a:cxnLst/>
              <a:rect l="l" t="t" r="r" b="b"/>
              <a:pathLst>
                <a:path w="3248659" h="933450">
                  <a:moveTo>
                    <a:pt x="0" y="0"/>
                  </a:moveTo>
                  <a:lnTo>
                    <a:pt x="3242467" y="931497"/>
                  </a:lnTo>
                  <a:lnTo>
                    <a:pt x="3248570" y="933250"/>
                  </a:lnTo>
                </a:path>
              </a:pathLst>
            </a:custGeom>
            <a:ln w="1269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621111" y="3780481"/>
              <a:ext cx="83820" cy="73660"/>
            </a:xfrm>
            <a:custGeom>
              <a:avLst/>
              <a:gdLst/>
              <a:ahLst/>
              <a:cxnLst/>
              <a:rect l="l" t="t" r="r" b="b"/>
              <a:pathLst>
                <a:path w="83820" h="73660">
                  <a:moveTo>
                    <a:pt x="21038" y="0"/>
                  </a:moveTo>
                  <a:lnTo>
                    <a:pt x="0" y="73238"/>
                  </a:lnTo>
                  <a:lnTo>
                    <a:pt x="83756" y="57659"/>
                  </a:lnTo>
                  <a:lnTo>
                    <a:pt x="21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594448" y="3035322"/>
              <a:ext cx="3265170" cy="2291080"/>
            </a:xfrm>
            <a:custGeom>
              <a:avLst/>
              <a:gdLst/>
              <a:ahLst/>
              <a:cxnLst/>
              <a:rect l="l" t="t" r="r" b="b"/>
              <a:pathLst>
                <a:path w="3265170" h="2291079">
                  <a:moveTo>
                    <a:pt x="0" y="2290917"/>
                  </a:moveTo>
                  <a:lnTo>
                    <a:pt x="3249185" y="10942"/>
                  </a:lnTo>
                  <a:lnTo>
                    <a:pt x="3264779" y="0"/>
                  </a:lnTo>
                </a:path>
              </a:pathLst>
            </a:custGeom>
            <a:ln w="38100">
              <a:solidFill>
                <a:srgbClr val="861001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95488" y="2949972"/>
              <a:ext cx="185420" cy="165100"/>
            </a:xfrm>
            <a:custGeom>
              <a:avLst/>
              <a:gdLst/>
              <a:ahLst/>
              <a:cxnLst/>
              <a:rect l="l" t="t" r="r" b="b"/>
              <a:pathLst>
                <a:path w="185420" h="165100">
                  <a:moveTo>
                    <a:pt x="185371" y="0"/>
                  </a:moveTo>
                  <a:lnTo>
                    <a:pt x="0" y="27679"/>
                  </a:lnTo>
                  <a:lnTo>
                    <a:pt x="96292" y="164904"/>
                  </a:lnTo>
                  <a:lnTo>
                    <a:pt x="185371" y="0"/>
                  </a:lnTo>
                  <a:close/>
                </a:path>
              </a:pathLst>
            </a:custGeom>
            <a:solidFill>
              <a:srgbClr val="8610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94438" y="3121260"/>
              <a:ext cx="3282315" cy="3282315"/>
            </a:xfrm>
            <a:custGeom>
              <a:avLst/>
              <a:gdLst/>
              <a:ahLst/>
              <a:cxnLst/>
              <a:rect l="l" t="t" r="r" b="b"/>
              <a:pathLst>
                <a:path w="3282315" h="3282315">
                  <a:moveTo>
                    <a:pt x="0" y="3282185"/>
                  </a:moveTo>
                  <a:lnTo>
                    <a:pt x="3268714" y="13470"/>
                  </a:lnTo>
                  <a:lnTo>
                    <a:pt x="3282185" y="0"/>
                  </a:lnTo>
                </a:path>
              </a:pathLst>
            </a:custGeom>
            <a:ln w="38100">
              <a:solidFill>
                <a:srgbClr val="002452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803883" y="3016191"/>
              <a:ext cx="178435" cy="178435"/>
            </a:xfrm>
            <a:custGeom>
              <a:avLst/>
              <a:gdLst/>
              <a:ahLst/>
              <a:cxnLst/>
              <a:rect l="l" t="t" r="r" b="b"/>
              <a:pathLst>
                <a:path w="178435" h="178435">
                  <a:moveTo>
                    <a:pt x="177808" y="0"/>
                  </a:moveTo>
                  <a:lnTo>
                    <a:pt x="0" y="59269"/>
                  </a:lnTo>
                  <a:lnTo>
                    <a:pt x="118539" y="177808"/>
                  </a:lnTo>
                  <a:lnTo>
                    <a:pt x="177808" y="0"/>
                  </a:lnTo>
                  <a:close/>
                </a:path>
              </a:pathLst>
            </a:custGeom>
            <a:solidFill>
              <a:srgbClr val="002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35372" y="4460157"/>
              <a:ext cx="3185160" cy="3434079"/>
            </a:xfrm>
            <a:custGeom>
              <a:avLst/>
              <a:gdLst/>
              <a:ahLst/>
              <a:cxnLst/>
              <a:rect l="l" t="t" r="r" b="b"/>
              <a:pathLst>
                <a:path w="3185160" h="3434079">
                  <a:moveTo>
                    <a:pt x="0" y="0"/>
                  </a:moveTo>
                  <a:lnTo>
                    <a:pt x="3180267" y="3429234"/>
                  </a:lnTo>
                  <a:lnTo>
                    <a:pt x="3184585" y="3433890"/>
                  </a:lnTo>
                </a:path>
              </a:pathLst>
            </a:custGeom>
            <a:ln w="1270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887704" y="7863483"/>
              <a:ext cx="80010" cy="81915"/>
            </a:xfrm>
            <a:custGeom>
              <a:avLst/>
              <a:gdLst/>
              <a:ahLst/>
              <a:cxnLst/>
              <a:rect l="l" t="t" r="r" b="b"/>
              <a:pathLst>
                <a:path w="80010" h="81915">
                  <a:moveTo>
                    <a:pt x="55871" y="0"/>
                  </a:moveTo>
                  <a:lnTo>
                    <a:pt x="0" y="51814"/>
                  </a:lnTo>
                  <a:lnTo>
                    <a:pt x="79750" y="81779"/>
                  </a:lnTo>
                  <a:lnTo>
                    <a:pt x="558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388865" y="2884843"/>
              <a:ext cx="3258185" cy="1918970"/>
            </a:xfrm>
            <a:custGeom>
              <a:avLst/>
              <a:gdLst/>
              <a:ahLst/>
              <a:cxnLst/>
              <a:rect l="l" t="t" r="r" b="b"/>
              <a:pathLst>
                <a:path w="3258184" h="1918970">
                  <a:moveTo>
                    <a:pt x="0" y="0"/>
                  </a:moveTo>
                  <a:lnTo>
                    <a:pt x="3252117" y="1915370"/>
                  </a:lnTo>
                  <a:lnTo>
                    <a:pt x="3257588" y="1918593"/>
                  </a:lnTo>
                </a:path>
              </a:pathLst>
            </a:custGeom>
            <a:ln w="1269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621648" y="4767385"/>
              <a:ext cx="85090" cy="71755"/>
            </a:xfrm>
            <a:custGeom>
              <a:avLst/>
              <a:gdLst/>
              <a:ahLst/>
              <a:cxnLst/>
              <a:rect l="l" t="t" r="r" b="b"/>
              <a:pathLst>
                <a:path w="85090" h="71754">
                  <a:moveTo>
                    <a:pt x="38670" y="0"/>
                  </a:moveTo>
                  <a:lnTo>
                    <a:pt x="0" y="65657"/>
                  </a:lnTo>
                  <a:lnTo>
                    <a:pt x="84993" y="71499"/>
                  </a:lnTo>
                  <a:lnTo>
                    <a:pt x="386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77100" y="2883583"/>
              <a:ext cx="3315335" cy="3948429"/>
            </a:xfrm>
            <a:custGeom>
              <a:avLst/>
              <a:gdLst/>
              <a:ahLst/>
              <a:cxnLst/>
              <a:rect l="l" t="t" r="r" b="b"/>
              <a:pathLst>
                <a:path w="3315334" h="3948429">
                  <a:moveTo>
                    <a:pt x="0" y="0"/>
                  </a:moveTo>
                  <a:lnTo>
                    <a:pt x="3310664" y="3942971"/>
                  </a:lnTo>
                  <a:lnTo>
                    <a:pt x="3314747" y="3947834"/>
                  </a:lnTo>
                </a:path>
              </a:pathLst>
            </a:custGeom>
            <a:ln w="1269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658587" y="6802055"/>
              <a:ext cx="78740" cy="83185"/>
            </a:xfrm>
            <a:custGeom>
              <a:avLst/>
              <a:gdLst/>
              <a:ahLst/>
              <a:cxnLst/>
              <a:rect l="l" t="t" r="r" b="b"/>
              <a:pathLst>
                <a:path w="78740" h="83184">
                  <a:moveTo>
                    <a:pt x="58356" y="0"/>
                  </a:moveTo>
                  <a:lnTo>
                    <a:pt x="0" y="48999"/>
                  </a:lnTo>
                  <a:lnTo>
                    <a:pt x="78177" y="82857"/>
                  </a:lnTo>
                  <a:lnTo>
                    <a:pt x="583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404171" y="2865616"/>
              <a:ext cx="3253740" cy="2988310"/>
            </a:xfrm>
            <a:custGeom>
              <a:avLst/>
              <a:gdLst/>
              <a:ahLst/>
              <a:cxnLst/>
              <a:rect l="l" t="t" r="r" b="b"/>
              <a:pathLst>
                <a:path w="3253740" h="2988310">
                  <a:moveTo>
                    <a:pt x="0" y="0"/>
                  </a:moveTo>
                  <a:lnTo>
                    <a:pt x="3248744" y="2983870"/>
                  </a:lnTo>
                  <a:lnTo>
                    <a:pt x="3253421" y="2988165"/>
                  </a:lnTo>
                </a:path>
              </a:pathLst>
            </a:custGeom>
            <a:ln w="12699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627143" y="5821426"/>
              <a:ext cx="81915" cy="80010"/>
            </a:xfrm>
            <a:custGeom>
              <a:avLst/>
              <a:gdLst/>
              <a:ahLst/>
              <a:cxnLst/>
              <a:rect l="l" t="t" r="r" b="b"/>
              <a:pathLst>
                <a:path w="81915" h="80010">
                  <a:moveTo>
                    <a:pt x="51545" y="0"/>
                  </a:moveTo>
                  <a:lnTo>
                    <a:pt x="0" y="56121"/>
                  </a:lnTo>
                  <a:lnTo>
                    <a:pt x="81893" y="79606"/>
                  </a:lnTo>
                  <a:lnTo>
                    <a:pt x="515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42100" y="3124199"/>
              <a:ext cx="2540000" cy="1905000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6922598" y="5143337"/>
            <a:ext cx="226631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3675">
              <a:lnSpc>
                <a:spcPct val="100000"/>
              </a:lnSpc>
              <a:spcBef>
                <a:spcPts val="100"/>
              </a:spcBef>
            </a:pPr>
            <a:r>
              <a:rPr sz="2500" b="1" i="1" spc="-10" dirty="0">
                <a:latin typeface="Arial"/>
                <a:cs typeface="Arial"/>
              </a:rPr>
              <a:t>“non-linear” transformation</a:t>
            </a:r>
            <a:endParaRPr sz="25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2183138" y="3102651"/>
            <a:ext cx="3816985" cy="4663440"/>
            <a:chOff x="2183138" y="3102651"/>
            <a:chExt cx="3816985" cy="4663440"/>
          </a:xfrm>
        </p:grpSpPr>
        <p:pic>
          <p:nvPicPr>
            <p:cNvPr id="57" name="object 5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3138" y="7308647"/>
              <a:ext cx="457200" cy="4572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22378" y="7322487"/>
              <a:ext cx="378722" cy="378722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2579093" y="3218224"/>
              <a:ext cx="3328035" cy="4117975"/>
            </a:xfrm>
            <a:custGeom>
              <a:avLst/>
              <a:gdLst/>
              <a:ahLst/>
              <a:cxnLst/>
              <a:rect l="l" t="t" r="r" b="b"/>
              <a:pathLst>
                <a:path w="3328035" h="4117975">
                  <a:moveTo>
                    <a:pt x="0" y="4117812"/>
                  </a:moveTo>
                  <a:lnTo>
                    <a:pt x="3315471" y="14817"/>
                  </a:lnTo>
                  <a:lnTo>
                    <a:pt x="3327444" y="0"/>
                  </a:lnTo>
                </a:path>
              </a:pathLst>
            </a:custGeom>
            <a:ln w="38100">
              <a:solidFill>
                <a:srgbClr val="3B1F4E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829368" y="3102651"/>
              <a:ext cx="170815" cy="183515"/>
            </a:xfrm>
            <a:custGeom>
              <a:avLst/>
              <a:gdLst/>
              <a:ahLst/>
              <a:cxnLst/>
              <a:rect l="l" t="t" r="r" b="b"/>
              <a:pathLst>
                <a:path w="170814" h="183514">
                  <a:moveTo>
                    <a:pt x="170559" y="0"/>
                  </a:moveTo>
                  <a:lnTo>
                    <a:pt x="0" y="77708"/>
                  </a:lnTo>
                  <a:lnTo>
                    <a:pt x="130390" y="183071"/>
                  </a:lnTo>
                  <a:lnTo>
                    <a:pt x="170559" y="0"/>
                  </a:lnTo>
                  <a:close/>
                </a:path>
              </a:pathLst>
            </a:custGeom>
            <a:solidFill>
              <a:srgbClr val="3B1F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2310773" y="7299125"/>
            <a:ext cx="20193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0" dirty="0">
                <a:latin typeface="Microsoft Sans Serif"/>
                <a:cs typeface="Microsoft Sans Serif"/>
              </a:rPr>
              <a:t>1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62" name="object 62"/>
          <p:cNvSpPr txBox="1"/>
          <p:nvPr/>
        </p:nvSpPr>
        <p:spPr>
          <a:xfrm>
            <a:off x="4196353" y="2888345"/>
            <a:ext cx="418465" cy="221361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8100" marR="30480" algn="just">
              <a:lnSpc>
                <a:spcPct val="138300"/>
              </a:lnSpc>
              <a:spcBef>
                <a:spcPts val="150"/>
              </a:spcBef>
            </a:pPr>
            <a:r>
              <a:rPr sz="2500" i="1" spc="-25" dirty="0">
                <a:latin typeface="Comic Sans MS"/>
                <a:cs typeface="Comic Sans MS"/>
              </a:rPr>
              <a:t>w</a:t>
            </a:r>
            <a:r>
              <a:rPr sz="2625" spc="-37" baseline="-11111" dirty="0">
                <a:latin typeface="Arial MT"/>
                <a:cs typeface="Arial MT"/>
              </a:rPr>
              <a:t>1 </a:t>
            </a:r>
            <a:r>
              <a:rPr sz="2500" i="1" spc="-25" dirty="0">
                <a:latin typeface="Comic Sans MS"/>
                <a:cs typeface="Comic Sans MS"/>
              </a:rPr>
              <a:t>w</a:t>
            </a:r>
            <a:r>
              <a:rPr sz="2625" spc="-37" baseline="-11111" dirty="0">
                <a:latin typeface="Arial MT"/>
                <a:cs typeface="Arial MT"/>
              </a:rPr>
              <a:t>2 </a:t>
            </a:r>
            <a:r>
              <a:rPr sz="2500" i="1" spc="-25" dirty="0">
                <a:latin typeface="Comic Sans MS"/>
                <a:cs typeface="Comic Sans MS"/>
              </a:rPr>
              <a:t>w</a:t>
            </a:r>
            <a:r>
              <a:rPr sz="2625" spc="-37" baseline="-11111" dirty="0">
                <a:latin typeface="Arial MT"/>
                <a:cs typeface="Arial MT"/>
              </a:rPr>
              <a:t>3</a:t>
            </a:r>
            <a:endParaRPr sz="2625" baseline="-11111">
              <a:latin typeface="Arial MT"/>
              <a:cs typeface="Arial MT"/>
            </a:endParaRPr>
          </a:p>
          <a:p>
            <a:pPr marL="135890">
              <a:lnSpc>
                <a:spcPct val="100000"/>
              </a:lnSpc>
              <a:spcBef>
                <a:spcPts val="1725"/>
              </a:spcBef>
            </a:pPr>
            <a:r>
              <a:rPr sz="2500" i="1" spc="-50" dirty="0">
                <a:latin typeface="Calibri"/>
                <a:cs typeface="Calibri"/>
              </a:rPr>
              <a:t>b</a:t>
            </a:r>
            <a:endParaRPr sz="2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900" rIns="0" bIns="0" rtlCol="0">
            <a:spAutoFit/>
          </a:bodyPr>
          <a:lstStyle/>
          <a:p>
            <a:pPr marL="675005">
              <a:lnSpc>
                <a:spcPct val="100000"/>
              </a:lnSpc>
              <a:spcBef>
                <a:spcPts val="100"/>
              </a:spcBef>
            </a:pPr>
            <a:r>
              <a:rPr dirty="0"/>
              <a:t>Going</a:t>
            </a:r>
            <a:r>
              <a:rPr spc="100" dirty="0"/>
              <a:t> </a:t>
            </a:r>
            <a:r>
              <a:rPr spc="90" dirty="0"/>
              <a:t>deeper</a:t>
            </a:r>
            <a:r>
              <a:rPr spc="105" dirty="0"/>
              <a:t> </a:t>
            </a:r>
            <a:r>
              <a:rPr dirty="0"/>
              <a:t>in</a:t>
            </a:r>
            <a:r>
              <a:rPr spc="105" dirty="0"/>
              <a:t> </a:t>
            </a:r>
            <a:r>
              <a:rPr dirty="0"/>
              <a:t>the</a:t>
            </a:r>
            <a:r>
              <a:rPr spc="100" dirty="0"/>
              <a:t> </a:t>
            </a:r>
            <a:r>
              <a:rPr spc="-10" dirty="0"/>
              <a:t>network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27150" y="4184650"/>
          <a:ext cx="1173479" cy="1168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3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F5D3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86100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5F32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92460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DE6A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0541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03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A375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05410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A375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008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164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DE6A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570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3B1F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C397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92460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C825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C5D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417956" y="2607323"/>
            <a:ext cx="9956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3189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latin typeface="Microsoft Sans Serif"/>
                <a:cs typeface="Microsoft Sans Serif"/>
              </a:rPr>
              <a:t>Input </a:t>
            </a:r>
            <a:r>
              <a:rPr sz="2500" spc="-25" dirty="0">
                <a:latin typeface="Microsoft Sans Serif"/>
                <a:cs typeface="Microsoft Sans Serif"/>
              </a:rPr>
              <a:t>‘Pixels’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4072" y="2717134"/>
            <a:ext cx="27609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0" marR="5080" indent="-838835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1st</a:t>
            </a:r>
            <a:r>
              <a:rPr sz="2500" spc="10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and</a:t>
            </a:r>
            <a:r>
              <a:rPr sz="2500" spc="10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2nd</a:t>
            </a:r>
            <a:r>
              <a:rPr sz="2500" spc="10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Layers ‘Edges’</a:t>
            </a:r>
            <a:endParaRPr sz="25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23422" y="3591330"/>
            <a:ext cx="1798320" cy="2026920"/>
            <a:chOff x="3523422" y="3591330"/>
            <a:chExt cx="1798320" cy="20269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7631" y="3591330"/>
              <a:ext cx="1079961" cy="1874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3422" y="3811168"/>
              <a:ext cx="1797878" cy="1806562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31042" y="4022050"/>
            <a:ext cx="2418913" cy="15151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53104" y="4015306"/>
            <a:ext cx="2278811" cy="151722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564005" y="2717134"/>
            <a:ext cx="193675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8765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3rd</a:t>
            </a:r>
            <a:r>
              <a:rPr sz="2500" spc="10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Layer </a:t>
            </a:r>
            <a:r>
              <a:rPr sz="2500" dirty="0">
                <a:latin typeface="Microsoft Sans Serif"/>
                <a:cs typeface="Microsoft Sans Serif"/>
              </a:rPr>
              <a:t>‘Object</a:t>
            </a:r>
            <a:r>
              <a:rPr sz="2500" spc="260" dirty="0">
                <a:latin typeface="Microsoft Sans Serif"/>
                <a:cs typeface="Microsoft Sans Serif"/>
              </a:rPr>
              <a:t> </a:t>
            </a:r>
            <a:r>
              <a:rPr sz="2500" spc="-25" dirty="0">
                <a:latin typeface="Microsoft Sans Serif"/>
                <a:cs typeface="Microsoft Sans Serif"/>
              </a:rPr>
              <a:t>Parts’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14867" y="2717134"/>
            <a:ext cx="134937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" marR="5080" indent="-3556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4th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spc="-20" dirty="0">
                <a:latin typeface="Microsoft Sans Serif"/>
                <a:cs typeface="Microsoft Sans Serif"/>
              </a:rPr>
              <a:t>Layer </a:t>
            </a:r>
            <a:r>
              <a:rPr sz="2500" spc="-10" dirty="0">
                <a:latin typeface="Microsoft Sans Serif"/>
                <a:cs typeface="Microsoft Sans Serif"/>
              </a:rPr>
              <a:t>‘Objects’</a:t>
            </a:r>
            <a:endParaRPr sz="2500">
              <a:latin typeface="Microsoft Sans Serif"/>
              <a:cs typeface="Microsoft Sans Serif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94380" y="6263186"/>
            <a:ext cx="2469417" cy="148863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90614" y="6270463"/>
            <a:ext cx="2418896" cy="150871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50882" y="4561367"/>
            <a:ext cx="80200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latin typeface="Microsoft Sans Serif"/>
                <a:cs typeface="Microsoft Sans Serif"/>
              </a:rPr>
              <a:t>faces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7948" y="6305759"/>
            <a:ext cx="159575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780" marR="137160" algn="ctr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latin typeface="Microsoft Sans Serif"/>
                <a:cs typeface="Microsoft Sans Serif"/>
              </a:rPr>
              <a:t>faces </a:t>
            </a:r>
            <a:r>
              <a:rPr sz="2500" spc="-20" dirty="0">
                <a:latin typeface="Microsoft Sans Serif"/>
                <a:cs typeface="Microsoft Sans Serif"/>
              </a:rPr>
              <a:t>cars </a:t>
            </a:r>
            <a:r>
              <a:rPr sz="2500" spc="-10" dirty="0">
                <a:latin typeface="Microsoft Sans Serif"/>
                <a:cs typeface="Microsoft Sans Serif"/>
              </a:rPr>
              <a:t>airplanes</a:t>
            </a:r>
            <a:endParaRPr sz="25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sz="2500" spc="-10" dirty="0">
                <a:latin typeface="Microsoft Sans Serif"/>
                <a:cs typeface="Microsoft Sans Serif"/>
              </a:rPr>
              <a:t>motorbikes</a:t>
            </a:r>
            <a:endParaRPr sz="250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695835" y="4558191"/>
            <a:ext cx="617220" cy="482600"/>
            <a:chOff x="2695835" y="4558191"/>
            <a:chExt cx="617220" cy="482600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95835" y="4558191"/>
              <a:ext cx="616750" cy="482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30499" y="4570891"/>
              <a:ext cx="543986" cy="406399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5509123" y="4558191"/>
            <a:ext cx="617220" cy="482600"/>
            <a:chOff x="5509123" y="4558191"/>
            <a:chExt cx="617220" cy="482600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09123" y="4558191"/>
              <a:ext cx="616750" cy="482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49899" y="4570891"/>
              <a:ext cx="537874" cy="406399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8938567" y="4558191"/>
            <a:ext cx="617220" cy="482600"/>
            <a:chOff x="8938567" y="4558191"/>
            <a:chExt cx="617220" cy="482600"/>
          </a:xfrm>
        </p:grpSpPr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938567" y="4558191"/>
              <a:ext cx="616750" cy="4826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978900" y="4570891"/>
              <a:ext cx="538318" cy="406399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5509123" y="6803678"/>
            <a:ext cx="617220" cy="482600"/>
            <a:chOff x="5509123" y="6803678"/>
            <a:chExt cx="617220" cy="482600"/>
          </a:xfrm>
        </p:grpSpPr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09123" y="6803678"/>
              <a:ext cx="616750" cy="4826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49899" y="6816378"/>
              <a:ext cx="537874" cy="406399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8938567" y="6874083"/>
            <a:ext cx="617220" cy="482600"/>
            <a:chOff x="8938567" y="6874083"/>
            <a:chExt cx="617220" cy="482600"/>
          </a:xfrm>
        </p:grpSpPr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938567" y="6874083"/>
              <a:ext cx="616750" cy="4826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978900" y="6886783"/>
              <a:ext cx="538318" cy="406399"/>
            </a:xfrm>
            <a:prstGeom prst="rect">
              <a:avLst/>
            </a:prstGeom>
          </p:spPr>
        </p:pic>
      </p:grpSp>
      <p:sp>
        <p:nvSpPr>
          <p:cNvPr id="32" name="object 32"/>
          <p:cNvSpPr/>
          <p:nvPr/>
        </p:nvSpPr>
        <p:spPr>
          <a:xfrm>
            <a:off x="990600" y="2063749"/>
            <a:ext cx="11023600" cy="0"/>
          </a:xfrm>
          <a:custGeom>
            <a:avLst/>
            <a:gdLst/>
            <a:ahLst/>
            <a:cxnLst/>
            <a:rect l="l" t="t" r="r" b="b"/>
            <a:pathLst>
              <a:path w="11023600">
                <a:moveTo>
                  <a:pt x="0" y="0"/>
                </a:moveTo>
                <a:lnTo>
                  <a:pt x="11023600" y="0"/>
                </a:lnTo>
              </a:path>
            </a:pathLst>
          </a:custGeom>
          <a:ln w="38100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900" rIns="0" bIns="0" rtlCol="0">
            <a:spAutoFit/>
          </a:bodyPr>
          <a:lstStyle/>
          <a:p>
            <a:pPr marL="1388745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Deep</a:t>
            </a:r>
            <a:r>
              <a:rPr spc="175" dirty="0"/>
              <a:t> </a:t>
            </a:r>
            <a:r>
              <a:rPr dirty="0"/>
              <a:t>Learning</a:t>
            </a:r>
            <a:r>
              <a:rPr spc="180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9800" y="2632081"/>
            <a:ext cx="8387080" cy="269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latin typeface="Arial"/>
                <a:cs typeface="Arial"/>
              </a:rPr>
              <a:t>Unsupervised</a:t>
            </a:r>
            <a:r>
              <a:rPr sz="2500" b="1" spc="-10" dirty="0">
                <a:latin typeface="Arial"/>
                <a:cs typeface="Arial"/>
              </a:rPr>
              <a:t> Methods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2500">
              <a:latin typeface="Arial"/>
              <a:cs typeface="Arial"/>
            </a:endParaRPr>
          </a:p>
          <a:p>
            <a:pPr marL="372110" indent="-308610">
              <a:lnSpc>
                <a:spcPct val="100000"/>
              </a:lnSpc>
              <a:buSzPct val="74000"/>
              <a:buChar char="•"/>
              <a:tabLst>
                <a:tab pos="372110" algn="l"/>
              </a:tabLst>
            </a:pPr>
            <a:r>
              <a:rPr sz="2500" dirty="0">
                <a:latin typeface="Microsoft Sans Serif"/>
                <a:cs typeface="Microsoft Sans Serif"/>
              </a:rPr>
              <a:t>Restricted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Boltzmann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Machines</a:t>
            </a:r>
            <a:endParaRPr sz="2500">
              <a:latin typeface="Microsoft Sans Serif"/>
              <a:cs typeface="Microsoft Sans Serif"/>
            </a:endParaRPr>
          </a:p>
          <a:p>
            <a:pPr marL="372110" indent="-308610">
              <a:lnSpc>
                <a:spcPct val="100000"/>
              </a:lnSpc>
              <a:spcBef>
                <a:spcPts val="2400"/>
              </a:spcBef>
              <a:buSzPct val="74000"/>
              <a:buChar char="•"/>
              <a:tabLst>
                <a:tab pos="372110" algn="l"/>
              </a:tabLst>
            </a:pPr>
            <a:r>
              <a:rPr sz="2500" dirty="0">
                <a:latin typeface="Microsoft Sans Serif"/>
                <a:cs typeface="Microsoft Sans Serif"/>
              </a:rPr>
              <a:t>Deep</a:t>
            </a:r>
            <a:r>
              <a:rPr sz="2500" spc="5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Belief</a:t>
            </a:r>
            <a:r>
              <a:rPr sz="2500" spc="6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Networks</a:t>
            </a:r>
            <a:endParaRPr sz="2500">
              <a:latin typeface="Microsoft Sans Serif"/>
              <a:cs typeface="Microsoft Sans Serif"/>
            </a:endParaRPr>
          </a:p>
          <a:p>
            <a:pPr marL="372110" indent="-308610">
              <a:lnSpc>
                <a:spcPct val="100000"/>
              </a:lnSpc>
              <a:spcBef>
                <a:spcPts val="2400"/>
              </a:spcBef>
              <a:buSzPct val="74000"/>
              <a:buChar char="•"/>
              <a:tabLst>
                <a:tab pos="372110" algn="l"/>
              </a:tabLst>
            </a:pPr>
            <a:r>
              <a:rPr sz="2500" dirty="0">
                <a:latin typeface="Microsoft Sans Serif"/>
                <a:cs typeface="Microsoft Sans Serif"/>
              </a:rPr>
              <a:t>Auto</a:t>
            </a:r>
            <a:r>
              <a:rPr sz="2500" spc="9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encoders:</a:t>
            </a:r>
            <a:r>
              <a:rPr sz="2500" spc="9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unsupervised</a:t>
            </a:r>
            <a:r>
              <a:rPr sz="2500" spc="9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feature</a:t>
            </a:r>
            <a:r>
              <a:rPr sz="2500" spc="9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extraction/learning</a:t>
            </a:r>
            <a:endParaRPr sz="25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413" y="5514643"/>
            <a:ext cx="5917640" cy="22461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02864" y="6934200"/>
            <a:ext cx="3801735" cy="129540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832610" y="8152130"/>
            <a:ext cx="1490980" cy="167640"/>
            <a:chOff x="1832610" y="8152130"/>
            <a:chExt cx="1490980" cy="167640"/>
          </a:xfrm>
        </p:grpSpPr>
        <p:sp>
          <p:nvSpPr>
            <p:cNvPr id="7" name="object 7"/>
            <p:cNvSpPr/>
            <p:nvPr/>
          </p:nvSpPr>
          <p:spPr>
            <a:xfrm>
              <a:off x="1981200" y="8235949"/>
              <a:ext cx="1193800" cy="0"/>
            </a:xfrm>
            <a:custGeom>
              <a:avLst/>
              <a:gdLst/>
              <a:ahLst/>
              <a:cxnLst/>
              <a:rect l="l" t="t" r="r" b="b"/>
              <a:pathLst>
                <a:path w="1193800">
                  <a:moveTo>
                    <a:pt x="0" y="0"/>
                  </a:moveTo>
                  <a:lnTo>
                    <a:pt x="15461" y="0"/>
                  </a:lnTo>
                  <a:lnTo>
                    <a:pt x="1174160" y="0"/>
                  </a:lnTo>
                  <a:lnTo>
                    <a:pt x="1193799" y="0"/>
                  </a:lnTo>
                </a:path>
              </a:pathLst>
            </a:custGeom>
            <a:ln w="38100">
              <a:solidFill>
                <a:srgbClr val="0B5D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32610" y="8152130"/>
              <a:ext cx="1490980" cy="167640"/>
            </a:xfrm>
            <a:custGeom>
              <a:avLst/>
              <a:gdLst/>
              <a:ahLst/>
              <a:cxnLst/>
              <a:rect l="l" t="t" r="r" b="b"/>
              <a:pathLst>
                <a:path w="1490979" h="167640">
                  <a:moveTo>
                    <a:pt x="167640" y="0"/>
                  </a:moveTo>
                  <a:lnTo>
                    <a:pt x="0" y="83820"/>
                  </a:lnTo>
                  <a:lnTo>
                    <a:pt x="167640" y="167640"/>
                  </a:lnTo>
                  <a:lnTo>
                    <a:pt x="167640" y="0"/>
                  </a:lnTo>
                  <a:close/>
                </a:path>
                <a:path w="1490979" h="167640">
                  <a:moveTo>
                    <a:pt x="1490980" y="83820"/>
                  </a:moveTo>
                  <a:lnTo>
                    <a:pt x="1323340" y="0"/>
                  </a:lnTo>
                  <a:lnTo>
                    <a:pt x="1323340" y="167640"/>
                  </a:lnTo>
                  <a:lnTo>
                    <a:pt x="1490980" y="83820"/>
                  </a:lnTo>
                  <a:close/>
                </a:path>
              </a:pathLst>
            </a:custGeom>
            <a:solidFill>
              <a:srgbClr val="0B5D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024989" y="8312331"/>
            <a:ext cx="11023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latin typeface="Microsoft Sans Serif"/>
                <a:cs typeface="Microsoft Sans Serif"/>
              </a:rPr>
              <a:t>encode</a:t>
            </a:r>
            <a:endParaRPr sz="25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82009" y="8152130"/>
            <a:ext cx="1503680" cy="167640"/>
            <a:chOff x="3382009" y="8152130"/>
            <a:chExt cx="1503680" cy="167640"/>
          </a:xfrm>
        </p:grpSpPr>
        <p:sp>
          <p:nvSpPr>
            <p:cNvPr id="11" name="object 11"/>
            <p:cNvSpPr/>
            <p:nvPr/>
          </p:nvSpPr>
          <p:spPr>
            <a:xfrm>
              <a:off x="3530600" y="8235949"/>
              <a:ext cx="1206500" cy="0"/>
            </a:xfrm>
            <a:custGeom>
              <a:avLst/>
              <a:gdLst/>
              <a:ahLst/>
              <a:cxnLst/>
              <a:rect l="l" t="t" r="r" b="b"/>
              <a:pathLst>
                <a:path w="1206500">
                  <a:moveTo>
                    <a:pt x="0" y="0"/>
                  </a:moveTo>
                  <a:lnTo>
                    <a:pt x="23376" y="0"/>
                  </a:lnTo>
                  <a:lnTo>
                    <a:pt x="1182074" y="0"/>
                  </a:lnTo>
                  <a:lnTo>
                    <a:pt x="1206499" y="0"/>
                  </a:lnTo>
                </a:path>
              </a:pathLst>
            </a:custGeom>
            <a:ln w="38100">
              <a:solidFill>
                <a:srgbClr val="0024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82010" y="8152130"/>
              <a:ext cx="1503680" cy="167640"/>
            </a:xfrm>
            <a:custGeom>
              <a:avLst/>
              <a:gdLst/>
              <a:ahLst/>
              <a:cxnLst/>
              <a:rect l="l" t="t" r="r" b="b"/>
              <a:pathLst>
                <a:path w="1503679" h="167640">
                  <a:moveTo>
                    <a:pt x="167640" y="0"/>
                  </a:moveTo>
                  <a:lnTo>
                    <a:pt x="0" y="83820"/>
                  </a:lnTo>
                  <a:lnTo>
                    <a:pt x="167640" y="167640"/>
                  </a:lnTo>
                  <a:lnTo>
                    <a:pt x="167640" y="0"/>
                  </a:lnTo>
                  <a:close/>
                </a:path>
                <a:path w="1503679" h="167640">
                  <a:moveTo>
                    <a:pt x="1503680" y="83820"/>
                  </a:moveTo>
                  <a:lnTo>
                    <a:pt x="1336040" y="0"/>
                  </a:lnTo>
                  <a:lnTo>
                    <a:pt x="1336040" y="167640"/>
                  </a:lnTo>
                  <a:lnTo>
                    <a:pt x="1503680" y="83820"/>
                  </a:lnTo>
                  <a:close/>
                </a:path>
              </a:pathLst>
            </a:custGeom>
            <a:solidFill>
              <a:srgbClr val="002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573572" y="8312331"/>
            <a:ext cx="111950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55" dirty="0">
                <a:latin typeface="Microsoft Sans Serif"/>
                <a:cs typeface="Microsoft Sans Serif"/>
              </a:rPr>
              <a:t>decode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90600" y="2063749"/>
            <a:ext cx="11023600" cy="0"/>
          </a:xfrm>
          <a:custGeom>
            <a:avLst/>
            <a:gdLst/>
            <a:ahLst/>
            <a:cxnLst/>
            <a:rect l="l" t="t" r="r" b="b"/>
            <a:pathLst>
              <a:path w="11023600">
                <a:moveTo>
                  <a:pt x="0" y="0"/>
                </a:moveTo>
                <a:lnTo>
                  <a:pt x="11023600" y="0"/>
                </a:lnTo>
              </a:path>
            </a:pathLst>
          </a:custGeom>
          <a:ln w="38100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94600" y="5524500"/>
            <a:ext cx="3810000" cy="1270000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900" rIns="0" bIns="0" rtlCol="0">
            <a:spAutoFit/>
          </a:bodyPr>
          <a:lstStyle/>
          <a:p>
            <a:pPr marL="1388745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Deep</a:t>
            </a:r>
            <a:r>
              <a:rPr spc="175" dirty="0"/>
              <a:t> </a:t>
            </a:r>
            <a:r>
              <a:rPr dirty="0"/>
              <a:t>Learning</a:t>
            </a:r>
            <a:r>
              <a:rPr spc="180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632081"/>
            <a:ext cx="31305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latin typeface="Arial"/>
                <a:cs typeface="Arial"/>
              </a:rPr>
              <a:t>Supervised</a:t>
            </a:r>
            <a:r>
              <a:rPr sz="2500" b="1" spc="-40" dirty="0">
                <a:latin typeface="Arial"/>
                <a:cs typeface="Arial"/>
              </a:rPr>
              <a:t> </a:t>
            </a:r>
            <a:r>
              <a:rPr sz="2500" b="1" spc="-10" dirty="0">
                <a:latin typeface="Arial"/>
                <a:cs typeface="Arial"/>
              </a:rPr>
              <a:t>Methods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3593307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5100" y="3546476"/>
            <a:ext cx="32365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Deep</a:t>
            </a:r>
            <a:r>
              <a:rPr sz="2500" spc="5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Neural</a:t>
            </a:r>
            <a:r>
              <a:rPr sz="2500" spc="5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Networks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0" y="4279107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5100" y="4232276"/>
            <a:ext cx="38487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Recurrent</a:t>
            </a:r>
            <a:r>
              <a:rPr sz="2500" spc="-3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Neural</a:t>
            </a:r>
            <a:r>
              <a:rPr sz="2500" spc="-3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Networks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0600" y="4964907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5100" y="4918076"/>
            <a:ext cx="438340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Convolutional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Neural</a:t>
            </a:r>
            <a:r>
              <a:rPr sz="2500" spc="-8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Networks</a:t>
            </a:r>
            <a:endParaRPr sz="25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91776" y="6320176"/>
            <a:ext cx="1369060" cy="1573530"/>
            <a:chOff x="5191776" y="6320176"/>
            <a:chExt cx="1369060" cy="1573530"/>
          </a:xfrm>
        </p:grpSpPr>
        <p:sp>
          <p:nvSpPr>
            <p:cNvPr id="11" name="object 11"/>
            <p:cNvSpPr/>
            <p:nvPr/>
          </p:nvSpPr>
          <p:spPr>
            <a:xfrm>
              <a:off x="5191776" y="6320176"/>
              <a:ext cx="1369060" cy="1573530"/>
            </a:xfrm>
            <a:custGeom>
              <a:avLst/>
              <a:gdLst/>
              <a:ahLst/>
              <a:cxnLst/>
              <a:rect l="l" t="t" r="r" b="b"/>
              <a:pathLst>
                <a:path w="1369059" h="1573529">
                  <a:moveTo>
                    <a:pt x="204202" y="0"/>
                  </a:moveTo>
                  <a:lnTo>
                    <a:pt x="159752" y="314"/>
                  </a:lnTo>
                  <a:lnTo>
                    <a:pt x="117693" y="11063"/>
                  </a:lnTo>
                  <a:lnTo>
                    <a:pt x="79646" y="31136"/>
                  </a:lnTo>
                  <a:lnTo>
                    <a:pt x="47232" y="59420"/>
                  </a:lnTo>
                  <a:lnTo>
                    <a:pt x="22073" y="94802"/>
                  </a:lnTo>
                  <a:lnTo>
                    <a:pt x="5788" y="136170"/>
                  </a:lnTo>
                  <a:lnTo>
                    <a:pt x="0" y="182413"/>
                  </a:lnTo>
                  <a:lnTo>
                    <a:pt x="0" y="1390727"/>
                  </a:lnTo>
                  <a:lnTo>
                    <a:pt x="5903" y="1437441"/>
                  </a:lnTo>
                  <a:lnTo>
                    <a:pt x="22493" y="1479137"/>
                  </a:lnTo>
                  <a:lnTo>
                    <a:pt x="48093" y="1514685"/>
                  </a:lnTo>
                  <a:lnTo>
                    <a:pt x="81025" y="1542957"/>
                  </a:lnTo>
                  <a:lnTo>
                    <a:pt x="119611" y="1562823"/>
                  </a:lnTo>
                  <a:lnTo>
                    <a:pt x="162173" y="1573154"/>
                  </a:lnTo>
                  <a:lnTo>
                    <a:pt x="207033" y="1572821"/>
                  </a:lnTo>
                  <a:lnTo>
                    <a:pt x="252514" y="1560696"/>
                  </a:lnTo>
                  <a:lnTo>
                    <a:pt x="1254429" y="1153215"/>
                  </a:lnTo>
                  <a:lnTo>
                    <a:pt x="1292860" y="1131914"/>
                  </a:lnTo>
                  <a:lnTo>
                    <a:pt x="1324533" y="1102751"/>
                  </a:lnTo>
                  <a:lnTo>
                    <a:pt x="1348423" y="1067243"/>
                  </a:lnTo>
                  <a:lnTo>
                    <a:pt x="1363508" y="1026910"/>
                  </a:lnTo>
                  <a:lnTo>
                    <a:pt x="1368764" y="983271"/>
                  </a:lnTo>
                  <a:lnTo>
                    <a:pt x="1368764" y="568741"/>
                  </a:lnTo>
                  <a:lnTo>
                    <a:pt x="1363343" y="524429"/>
                  </a:lnTo>
                  <a:lnTo>
                    <a:pt x="1347803" y="483575"/>
                  </a:lnTo>
                  <a:lnTo>
                    <a:pt x="1323229" y="447758"/>
                  </a:lnTo>
                  <a:lnTo>
                    <a:pt x="1290704" y="418559"/>
                  </a:lnTo>
                  <a:lnTo>
                    <a:pt x="1251313" y="397559"/>
                  </a:lnTo>
                  <a:lnTo>
                    <a:pt x="249421" y="11232"/>
                  </a:lnTo>
                  <a:lnTo>
                    <a:pt x="204202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7938" y="6415671"/>
              <a:ext cx="174073" cy="1741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7938" y="6812023"/>
              <a:ext cx="174073" cy="17412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07938" y="7208372"/>
              <a:ext cx="174073" cy="1741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0873" y="6812023"/>
              <a:ext cx="174073" cy="1741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0873" y="7208372"/>
              <a:ext cx="174073" cy="17412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07938" y="7604724"/>
              <a:ext cx="174073" cy="1741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89537" y="6629418"/>
              <a:ext cx="174072" cy="17412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89537" y="7025770"/>
              <a:ext cx="174072" cy="1741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89537" y="7422119"/>
              <a:ext cx="174072" cy="1741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491413" y="7542339"/>
              <a:ext cx="284480" cy="115570"/>
            </a:xfrm>
            <a:custGeom>
              <a:avLst/>
              <a:gdLst/>
              <a:ahLst/>
              <a:cxnLst/>
              <a:rect l="l" t="t" r="r" b="b"/>
              <a:pathLst>
                <a:path w="284479" h="115570">
                  <a:moveTo>
                    <a:pt x="0" y="115217"/>
                  </a:moveTo>
                  <a:lnTo>
                    <a:pt x="284127" y="0"/>
                  </a:lnTo>
                </a:path>
              </a:pathLst>
            </a:custGeom>
            <a:ln w="1237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91423" y="7350599"/>
              <a:ext cx="284480" cy="115570"/>
            </a:xfrm>
            <a:custGeom>
              <a:avLst/>
              <a:gdLst/>
              <a:ahLst/>
              <a:cxnLst/>
              <a:rect l="l" t="t" r="r" b="b"/>
              <a:pathLst>
                <a:path w="284479" h="115570">
                  <a:moveTo>
                    <a:pt x="284127" y="115217"/>
                  </a:moveTo>
                  <a:lnTo>
                    <a:pt x="0" y="0"/>
                  </a:lnTo>
                </a:path>
              </a:pathLst>
            </a:custGeom>
            <a:ln w="1237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91423" y="6954747"/>
              <a:ext cx="284480" cy="115570"/>
            </a:xfrm>
            <a:custGeom>
              <a:avLst/>
              <a:gdLst/>
              <a:ahLst/>
              <a:cxnLst/>
              <a:rect l="l" t="t" r="r" b="b"/>
              <a:pathLst>
                <a:path w="284479" h="115570">
                  <a:moveTo>
                    <a:pt x="284127" y="115217"/>
                  </a:moveTo>
                  <a:lnTo>
                    <a:pt x="0" y="0"/>
                  </a:lnTo>
                </a:path>
              </a:pathLst>
            </a:custGeom>
            <a:ln w="1237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91423" y="6554771"/>
              <a:ext cx="284480" cy="115570"/>
            </a:xfrm>
            <a:custGeom>
              <a:avLst/>
              <a:gdLst/>
              <a:ahLst/>
              <a:cxnLst/>
              <a:rect l="l" t="t" r="r" b="b"/>
              <a:pathLst>
                <a:path w="284479" h="115570">
                  <a:moveTo>
                    <a:pt x="284127" y="115217"/>
                  </a:moveTo>
                  <a:lnTo>
                    <a:pt x="0" y="0"/>
                  </a:lnTo>
                </a:path>
              </a:pathLst>
            </a:custGeom>
            <a:ln w="1237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82037" y="6758882"/>
              <a:ext cx="284480" cy="115570"/>
            </a:xfrm>
            <a:custGeom>
              <a:avLst/>
              <a:gdLst/>
              <a:ahLst/>
              <a:cxnLst/>
              <a:rect l="l" t="t" r="r" b="b"/>
              <a:pathLst>
                <a:path w="284479" h="115570">
                  <a:moveTo>
                    <a:pt x="284127" y="115217"/>
                  </a:moveTo>
                  <a:lnTo>
                    <a:pt x="0" y="0"/>
                  </a:lnTo>
                </a:path>
              </a:pathLst>
            </a:custGeom>
            <a:ln w="1237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82037" y="7146488"/>
              <a:ext cx="284480" cy="115570"/>
            </a:xfrm>
            <a:custGeom>
              <a:avLst/>
              <a:gdLst/>
              <a:ahLst/>
              <a:cxnLst/>
              <a:rect l="l" t="t" r="r" b="b"/>
              <a:pathLst>
                <a:path w="284479" h="115570">
                  <a:moveTo>
                    <a:pt x="284127" y="115217"/>
                  </a:moveTo>
                  <a:lnTo>
                    <a:pt x="0" y="0"/>
                  </a:lnTo>
                </a:path>
              </a:pathLst>
            </a:custGeom>
            <a:ln w="1237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495253" y="7152550"/>
              <a:ext cx="284480" cy="115570"/>
            </a:xfrm>
            <a:custGeom>
              <a:avLst/>
              <a:gdLst/>
              <a:ahLst/>
              <a:cxnLst/>
              <a:rect l="l" t="t" r="r" b="b"/>
              <a:pathLst>
                <a:path w="284479" h="115570">
                  <a:moveTo>
                    <a:pt x="0" y="115217"/>
                  </a:moveTo>
                  <a:lnTo>
                    <a:pt x="284127" y="0"/>
                  </a:lnTo>
                </a:path>
              </a:pathLst>
            </a:custGeom>
            <a:ln w="1237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93334" y="6743558"/>
              <a:ext cx="284480" cy="115570"/>
            </a:xfrm>
            <a:custGeom>
              <a:avLst/>
              <a:gdLst/>
              <a:ahLst/>
              <a:cxnLst/>
              <a:rect l="l" t="t" r="r" b="b"/>
              <a:pathLst>
                <a:path w="284479" h="115570">
                  <a:moveTo>
                    <a:pt x="0" y="115217"/>
                  </a:moveTo>
                  <a:lnTo>
                    <a:pt x="284127" y="0"/>
                  </a:lnTo>
                </a:path>
              </a:pathLst>
            </a:custGeom>
            <a:ln w="1237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84815" y="6947093"/>
              <a:ext cx="284480" cy="115570"/>
            </a:xfrm>
            <a:custGeom>
              <a:avLst/>
              <a:gdLst/>
              <a:ahLst/>
              <a:cxnLst/>
              <a:rect l="l" t="t" r="r" b="b"/>
              <a:pathLst>
                <a:path w="284479" h="115570">
                  <a:moveTo>
                    <a:pt x="0" y="115217"/>
                  </a:moveTo>
                  <a:lnTo>
                    <a:pt x="284127" y="0"/>
                  </a:lnTo>
                </a:path>
              </a:pathLst>
            </a:custGeom>
            <a:ln w="1237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84815" y="7340723"/>
              <a:ext cx="284480" cy="115570"/>
            </a:xfrm>
            <a:custGeom>
              <a:avLst/>
              <a:gdLst/>
              <a:ahLst/>
              <a:cxnLst/>
              <a:rect l="l" t="t" r="r" b="b"/>
              <a:pathLst>
                <a:path w="284479" h="115570">
                  <a:moveTo>
                    <a:pt x="0" y="115217"/>
                  </a:moveTo>
                  <a:lnTo>
                    <a:pt x="284127" y="0"/>
                  </a:lnTo>
                </a:path>
              </a:pathLst>
            </a:custGeom>
            <a:ln w="1237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7800" y="5541932"/>
            <a:ext cx="2927574" cy="3122034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5429732" y="5790776"/>
            <a:ext cx="815975" cy="411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0180">
              <a:lnSpc>
                <a:spcPct val="101299"/>
              </a:lnSpc>
              <a:spcBef>
                <a:spcPts val="95"/>
              </a:spcBef>
            </a:pPr>
            <a:r>
              <a:rPr sz="1250" spc="-10" dirty="0">
                <a:solidFill>
                  <a:srgbClr val="231F20"/>
                </a:solidFill>
                <a:latin typeface="Tahoma"/>
                <a:cs typeface="Tahoma"/>
              </a:rPr>
              <a:t>Vision </a:t>
            </a:r>
            <a:r>
              <a:rPr sz="1250" dirty="0">
                <a:solidFill>
                  <a:srgbClr val="231F20"/>
                </a:solidFill>
                <a:latin typeface="Tahoma"/>
                <a:cs typeface="Tahoma"/>
              </a:rPr>
              <a:t>Deep</a:t>
            </a:r>
            <a:r>
              <a:rPr sz="1250" spc="17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250" spc="85" dirty="0">
                <a:solidFill>
                  <a:srgbClr val="231F20"/>
                </a:solidFill>
                <a:latin typeface="Tahoma"/>
                <a:cs typeface="Tahoma"/>
              </a:rPr>
              <a:t>CNN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39932" y="5746391"/>
            <a:ext cx="1247140" cy="411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46379">
              <a:lnSpc>
                <a:spcPct val="101299"/>
              </a:lnSpc>
              <a:spcBef>
                <a:spcPts val="95"/>
              </a:spcBef>
            </a:pPr>
            <a:r>
              <a:rPr sz="1250" spc="-10" dirty="0">
                <a:solidFill>
                  <a:srgbClr val="231F20"/>
                </a:solidFill>
                <a:latin typeface="Tahoma"/>
                <a:cs typeface="Tahoma"/>
              </a:rPr>
              <a:t>Language </a:t>
            </a:r>
            <a:r>
              <a:rPr sz="1250" dirty="0">
                <a:solidFill>
                  <a:srgbClr val="231F20"/>
                </a:solidFill>
                <a:latin typeface="Tahoma"/>
                <a:cs typeface="Tahoma"/>
              </a:rPr>
              <a:t>Generating</a:t>
            </a:r>
            <a:r>
              <a:rPr sz="1250" spc="36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250" spc="80" dirty="0">
                <a:solidFill>
                  <a:srgbClr val="231F20"/>
                </a:solidFill>
                <a:latin typeface="Tahoma"/>
                <a:cs typeface="Tahoma"/>
              </a:rPr>
              <a:t>RNN</a:t>
            </a:r>
            <a:endParaRPr sz="1250">
              <a:latin typeface="Tahoma"/>
              <a:cs typeface="Tahom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565101" y="7036681"/>
            <a:ext cx="536575" cy="121285"/>
            <a:chOff x="4565101" y="7036681"/>
            <a:chExt cx="536575" cy="121285"/>
          </a:xfrm>
        </p:grpSpPr>
        <p:sp>
          <p:nvSpPr>
            <p:cNvPr id="35" name="object 35"/>
            <p:cNvSpPr/>
            <p:nvPr/>
          </p:nvSpPr>
          <p:spPr>
            <a:xfrm>
              <a:off x="4565101" y="7097024"/>
              <a:ext cx="431165" cy="0"/>
            </a:xfrm>
            <a:custGeom>
              <a:avLst/>
              <a:gdLst/>
              <a:ahLst/>
              <a:cxnLst/>
              <a:rect l="l" t="t" r="r" b="b"/>
              <a:pathLst>
                <a:path w="431164">
                  <a:moveTo>
                    <a:pt x="0" y="0"/>
                  </a:moveTo>
                  <a:lnTo>
                    <a:pt x="431162" y="0"/>
                  </a:lnTo>
                </a:path>
              </a:pathLst>
            </a:custGeom>
            <a:ln w="2474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53388" y="7036681"/>
              <a:ext cx="147955" cy="121285"/>
            </a:xfrm>
            <a:custGeom>
              <a:avLst/>
              <a:gdLst/>
              <a:ahLst/>
              <a:cxnLst/>
              <a:rect l="l" t="t" r="r" b="b"/>
              <a:pathLst>
                <a:path w="147954" h="121284">
                  <a:moveTo>
                    <a:pt x="0" y="0"/>
                  </a:moveTo>
                  <a:lnTo>
                    <a:pt x="35051" y="60342"/>
                  </a:lnTo>
                  <a:lnTo>
                    <a:pt x="0" y="120685"/>
                  </a:lnTo>
                  <a:lnTo>
                    <a:pt x="147678" y="60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6724629" y="7036681"/>
            <a:ext cx="536575" cy="121285"/>
            <a:chOff x="6724629" y="7036681"/>
            <a:chExt cx="536575" cy="121285"/>
          </a:xfrm>
        </p:grpSpPr>
        <p:sp>
          <p:nvSpPr>
            <p:cNvPr id="38" name="object 38"/>
            <p:cNvSpPr/>
            <p:nvPr/>
          </p:nvSpPr>
          <p:spPr>
            <a:xfrm>
              <a:off x="6724629" y="7097024"/>
              <a:ext cx="431165" cy="0"/>
            </a:xfrm>
            <a:custGeom>
              <a:avLst/>
              <a:gdLst/>
              <a:ahLst/>
              <a:cxnLst/>
              <a:rect l="l" t="t" r="r" b="b"/>
              <a:pathLst>
                <a:path w="431165">
                  <a:moveTo>
                    <a:pt x="0" y="0"/>
                  </a:moveTo>
                  <a:lnTo>
                    <a:pt x="431162" y="0"/>
                  </a:lnTo>
                </a:path>
              </a:pathLst>
            </a:custGeom>
            <a:ln w="2474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12915" y="7036681"/>
              <a:ext cx="147955" cy="121285"/>
            </a:xfrm>
            <a:custGeom>
              <a:avLst/>
              <a:gdLst/>
              <a:ahLst/>
              <a:cxnLst/>
              <a:rect l="l" t="t" r="r" b="b"/>
              <a:pathLst>
                <a:path w="147954" h="121284">
                  <a:moveTo>
                    <a:pt x="0" y="0"/>
                  </a:moveTo>
                  <a:lnTo>
                    <a:pt x="35053" y="60342"/>
                  </a:lnTo>
                  <a:lnTo>
                    <a:pt x="0" y="120685"/>
                  </a:lnTo>
                  <a:lnTo>
                    <a:pt x="147679" y="60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9058957" y="7036681"/>
            <a:ext cx="536575" cy="121285"/>
            <a:chOff x="9058957" y="7036681"/>
            <a:chExt cx="536575" cy="121285"/>
          </a:xfrm>
        </p:grpSpPr>
        <p:sp>
          <p:nvSpPr>
            <p:cNvPr id="41" name="object 41"/>
            <p:cNvSpPr/>
            <p:nvPr/>
          </p:nvSpPr>
          <p:spPr>
            <a:xfrm>
              <a:off x="9058957" y="7097024"/>
              <a:ext cx="431165" cy="0"/>
            </a:xfrm>
            <a:custGeom>
              <a:avLst/>
              <a:gdLst/>
              <a:ahLst/>
              <a:cxnLst/>
              <a:rect l="l" t="t" r="r" b="b"/>
              <a:pathLst>
                <a:path w="431165">
                  <a:moveTo>
                    <a:pt x="0" y="0"/>
                  </a:moveTo>
                  <a:lnTo>
                    <a:pt x="431162" y="0"/>
                  </a:lnTo>
                </a:path>
              </a:pathLst>
            </a:custGeom>
            <a:ln w="2474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447243" y="7036681"/>
              <a:ext cx="147955" cy="121285"/>
            </a:xfrm>
            <a:custGeom>
              <a:avLst/>
              <a:gdLst/>
              <a:ahLst/>
              <a:cxnLst/>
              <a:rect l="l" t="t" r="r" b="b"/>
              <a:pathLst>
                <a:path w="147954" h="121284">
                  <a:moveTo>
                    <a:pt x="0" y="0"/>
                  </a:moveTo>
                  <a:lnTo>
                    <a:pt x="35053" y="60342"/>
                  </a:lnTo>
                  <a:lnTo>
                    <a:pt x="0" y="120685"/>
                  </a:lnTo>
                  <a:lnTo>
                    <a:pt x="147679" y="60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7484052" y="6379529"/>
            <a:ext cx="1360805" cy="1360805"/>
            <a:chOff x="7484052" y="6379529"/>
            <a:chExt cx="1360805" cy="1360805"/>
          </a:xfrm>
        </p:grpSpPr>
        <p:sp>
          <p:nvSpPr>
            <p:cNvPr id="44" name="object 44"/>
            <p:cNvSpPr/>
            <p:nvPr/>
          </p:nvSpPr>
          <p:spPr>
            <a:xfrm>
              <a:off x="7484052" y="6379529"/>
              <a:ext cx="1360805" cy="1360805"/>
            </a:xfrm>
            <a:custGeom>
              <a:avLst/>
              <a:gdLst/>
              <a:ahLst/>
              <a:cxnLst/>
              <a:rect l="l" t="t" r="r" b="b"/>
              <a:pathLst>
                <a:path w="1360804" h="1360804">
                  <a:moveTo>
                    <a:pt x="1360525" y="0"/>
                  </a:moveTo>
                  <a:lnTo>
                    <a:pt x="0" y="0"/>
                  </a:lnTo>
                  <a:lnTo>
                    <a:pt x="0" y="1360741"/>
                  </a:lnTo>
                  <a:lnTo>
                    <a:pt x="1360525" y="1360741"/>
                  </a:lnTo>
                  <a:lnTo>
                    <a:pt x="1360525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834449" y="6819596"/>
              <a:ext cx="619760" cy="619760"/>
            </a:xfrm>
            <a:custGeom>
              <a:avLst/>
              <a:gdLst/>
              <a:ahLst/>
              <a:cxnLst/>
              <a:rect l="l" t="t" r="r" b="b"/>
              <a:pathLst>
                <a:path w="619759" h="619759">
                  <a:moveTo>
                    <a:pt x="309656" y="0"/>
                  </a:moveTo>
                  <a:lnTo>
                    <a:pt x="263894" y="3358"/>
                  </a:lnTo>
                  <a:lnTo>
                    <a:pt x="220219" y="13113"/>
                  </a:lnTo>
                  <a:lnTo>
                    <a:pt x="179107" y="28787"/>
                  </a:lnTo>
                  <a:lnTo>
                    <a:pt x="141039" y="49899"/>
                  </a:lnTo>
                  <a:lnTo>
                    <a:pt x="106494" y="75972"/>
                  </a:lnTo>
                  <a:lnTo>
                    <a:pt x="75949" y="106524"/>
                  </a:lnTo>
                  <a:lnTo>
                    <a:pt x="49884" y="141079"/>
                  </a:lnTo>
                  <a:lnTo>
                    <a:pt x="28778" y="179155"/>
                  </a:lnTo>
                  <a:lnTo>
                    <a:pt x="13109" y="220275"/>
                  </a:lnTo>
                  <a:lnTo>
                    <a:pt x="3357" y="263959"/>
                  </a:lnTo>
                  <a:lnTo>
                    <a:pt x="0" y="309728"/>
                  </a:lnTo>
                  <a:lnTo>
                    <a:pt x="3357" y="355498"/>
                  </a:lnTo>
                  <a:lnTo>
                    <a:pt x="13109" y="399182"/>
                  </a:lnTo>
                  <a:lnTo>
                    <a:pt x="28778" y="440302"/>
                  </a:lnTo>
                  <a:lnTo>
                    <a:pt x="49884" y="478379"/>
                  </a:lnTo>
                  <a:lnTo>
                    <a:pt x="75949" y="512933"/>
                  </a:lnTo>
                  <a:lnTo>
                    <a:pt x="106494" y="543486"/>
                  </a:lnTo>
                  <a:lnTo>
                    <a:pt x="141039" y="569559"/>
                  </a:lnTo>
                  <a:lnTo>
                    <a:pt x="179107" y="590671"/>
                  </a:lnTo>
                  <a:lnTo>
                    <a:pt x="220219" y="606345"/>
                  </a:lnTo>
                  <a:lnTo>
                    <a:pt x="263894" y="616100"/>
                  </a:lnTo>
                  <a:lnTo>
                    <a:pt x="309656" y="619459"/>
                  </a:lnTo>
                  <a:lnTo>
                    <a:pt x="355418" y="616100"/>
                  </a:lnTo>
                  <a:lnTo>
                    <a:pt x="399095" y="606345"/>
                  </a:lnTo>
                  <a:lnTo>
                    <a:pt x="440209" y="590671"/>
                  </a:lnTo>
                  <a:lnTo>
                    <a:pt x="478279" y="569559"/>
                  </a:lnTo>
                  <a:lnTo>
                    <a:pt x="512828" y="543486"/>
                  </a:lnTo>
                  <a:lnTo>
                    <a:pt x="543376" y="512933"/>
                  </a:lnTo>
                  <a:lnTo>
                    <a:pt x="569445" y="478379"/>
                  </a:lnTo>
                  <a:lnTo>
                    <a:pt x="590554" y="440302"/>
                  </a:lnTo>
                  <a:lnTo>
                    <a:pt x="606225" y="399182"/>
                  </a:lnTo>
                  <a:lnTo>
                    <a:pt x="615979" y="355498"/>
                  </a:lnTo>
                  <a:lnTo>
                    <a:pt x="619337" y="309728"/>
                  </a:lnTo>
                  <a:lnTo>
                    <a:pt x="615979" y="263959"/>
                  </a:lnTo>
                  <a:lnTo>
                    <a:pt x="606225" y="220275"/>
                  </a:lnTo>
                  <a:lnTo>
                    <a:pt x="590554" y="179155"/>
                  </a:lnTo>
                  <a:lnTo>
                    <a:pt x="569445" y="141079"/>
                  </a:lnTo>
                  <a:lnTo>
                    <a:pt x="543376" y="106524"/>
                  </a:lnTo>
                  <a:lnTo>
                    <a:pt x="512828" y="75972"/>
                  </a:lnTo>
                  <a:lnTo>
                    <a:pt x="478279" y="49899"/>
                  </a:lnTo>
                  <a:lnTo>
                    <a:pt x="440209" y="28787"/>
                  </a:lnTo>
                  <a:lnTo>
                    <a:pt x="399095" y="13113"/>
                  </a:lnTo>
                  <a:lnTo>
                    <a:pt x="355418" y="3358"/>
                  </a:lnTo>
                  <a:lnTo>
                    <a:pt x="309656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900811" y="6718940"/>
              <a:ext cx="41275" cy="121920"/>
            </a:xfrm>
            <a:custGeom>
              <a:avLst/>
              <a:gdLst/>
              <a:ahLst/>
              <a:cxnLst/>
              <a:rect l="l" t="t" r="r" b="b"/>
              <a:pathLst>
                <a:path w="41275" h="121920">
                  <a:moveTo>
                    <a:pt x="40667" y="121427"/>
                  </a:moveTo>
                  <a:lnTo>
                    <a:pt x="24753" y="93940"/>
                  </a:lnTo>
                  <a:lnTo>
                    <a:pt x="12467" y="64341"/>
                  </a:lnTo>
                  <a:lnTo>
                    <a:pt x="4114" y="32927"/>
                  </a:lnTo>
                  <a:lnTo>
                    <a:pt x="0" y="0"/>
                  </a:lnTo>
                </a:path>
              </a:pathLst>
            </a:custGeom>
            <a:ln w="19468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900405" y="6461152"/>
              <a:ext cx="487680" cy="279400"/>
            </a:xfrm>
            <a:custGeom>
              <a:avLst/>
              <a:gdLst/>
              <a:ahLst/>
              <a:cxnLst/>
              <a:rect l="l" t="t" r="r" b="b"/>
              <a:pathLst>
                <a:path w="487679" h="279400">
                  <a:moveTo>
                    <a:pt x="395" y="257798"/>
                  </a:moveTo>
                  <a:lnTo>
                    <a:pt x="123" y="253147"/>
                  </a:lnTo>
                  <a:lnTo>
                    <a:pt x="0" y="248471"/>
                  </a:lnTo>
                  <a:lnTo>
                    <a:pt x="0" y="243745"/>
                  </a:lnTo>
                  <a:lnTo>
                    <a:pt x="4951" y="194623"/>
                  </a:lnTo>
                  <a:lnTo>
                    <a:pt x="19152" y="148870"/>
                  </a:lnTo>
                  <a:lnTo>
                    <a:pt x="41622" y="107466"/>
                  </a:lnTo>
                  <a:lnTo>
                    <a:pt x="71381" y="71392"/>
                  </a:lnTo>
                  <a:lnTo>
                    <a:pt x="107449" y="41628"/>
                  </a:lnTo>
                  <a:lnTo>
                    <a:pt x="148846" y="19155"/>
                  </a:lnTo>
                  <a:lnTo>
                    <a:pt x="194592" y="4952"/>
                  </a:lnTo>
                  <a:lnTo>
                    <a:pt x="243707" y="0"/>
                  </a:lnTo>
                  <a:lnTo>
                    <a:pt x="292822" y="4952"/>
                  </a:lnTo>
                  <a:lnTo>
                    <a:pt x="338567" y="19155"/>
                  </a:lnTo>
                  <a:lnTo>
                    <a:pt x="379965" y="41628"/>
                  </a:lnTo>
                  <a:lnTo>
                    <a:pt x="416033" y="71392"/>
                  </a:lnTo>
                  <a:lnTo>
                    <a:pt x="445792" y="107466"/>
                  </a:lnTo>
                  <a:lnTo>
                    <a:pt x="468262" y="148870"/>
                  </a:lnTo>
                  <a:lnTo>
                    <a:pt x="482463" y="194623"/>
                  </a:lnTo>
                  <a:lnTo>
                    <a:pt x="487414" y="243745"/>
                  </a:lnTo>
                  <a:lnTo>
                    <a:pt x="487249" y="252762"/>
                  </a:lnTo>
                  <a:lnTo>
                    <a:pt x="486759" y="261698"/>
                  </a:lnTo>
                  <a:lnTo>
                    <a:pt x="485953" y="270545"/>
                  </a:lnTo>
                  <a:lnTo>
                    <a:pt x="484841" y="279298"/>
                  </a:lnTo>
                </a:path>
              </a:pathLst>
            </a:custGeom>
            <a:ln w="1947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342242" y="6684895"/>
              <a:ext cx="105410" cy="146685"/>
            </a:xfrm>
            <a:custGeom>
              <a:avLst/>
              <a:gdLst/>
              <a:ahLst/>
              <a:cxnLst/>
              <a:rect l="l" t="t" r="r" b="b"/>
              <a:pathLst>
                <a:path w="105409" h="146684">
                  <a:moveTo>
                    <a:pt x="0" y="0"/>
                  </a:moveTo>
                  <a:lnTo>
                    <a:pt x="10463" y="146118"/>
                  </a:lnTo>
                  <a:lnTo>
                    <a:pt x="105280" y="34489"/>
                  </a:lnTo>
                  <a:lnTo>
                    <a:pt x="42646" y="47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9698492" y="6432284"/>
            <a:ext cx="1791335" cy="1396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01299"/>
              </a:lnSpc>
              <a:spcBef>
                <a:spcPts val="95"/>
              </a:spcBef>
            </a:pPr>
            <a:r>
              <a:rPr sz="125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1250" spc="3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250" spc="50" dirty="0">
                <a:solidFill>
                  <a:srgbClr val="231F20"/>
                </a:solidFill>
                <a:latin typeface="Tahoma"/>
                <a:cs typeface="Tahoma"/>
              </a:rPr>
              <a:t>group</a:t>
            </a:r>
            <a:r>
              <a:rPr sz="1250" spc="3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1250" spc="3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231F20"/>
                </a:solidFill>
                <a:latin typeface="Tahoma"/>
                <a:cs typeface="Tahoma"/>
              </a:rPr>
              <a:t>people </a:t>
            </a:r>
            <a:r>
              <a:rPr sz="1250" spc="55" dirty="0">
                <a:solidFill>
                  <a:srgbClr val="231F20"/>
                </a:solidFill>
                <a:latin typeface="Tahoma"/>
                <a:cs typeface="Tahoma"/>
              </a:rPr>
              <a:t>shopping</a:t>
            </a:r>
            <a:r>
              <a:rPr sz="1250" spc="1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231F20"/>
                </a:solidFill>
                <a:latin typeface="Tahoma"/>
                <a:cs typeface="Tahoma"/>
              </a:rPr>
              <a:t>at</a:t>
            </a:r>
            <a:r>
              <a:rPr sz="1250" spc="3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250" spc="50" dirty="0">
                <a:solidFill>
                  <a:srgbClr val="231F20"/>
                </a:solidFill>
                <a:latin typeface="Tahoma"/>
                <a:cs typeface="Tahoma"/>
              </a:rPr>
              <a:t>an</a:t>
            </a:r>
            <a:r>
              <a:rPr sz="1250" spc="3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231F20"/>
                </a:solidFill>
                <a:latin typeface="Tahoma"/>
                <a:cs typeface="Tahoma"/>
              </a:rPr>
              <a:t>outdoor market.</a:t>
            </a:r>
            <a:endParaRPr sz="12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50">
              <a:latin typeface="Tahoma"/>
              <a:cs typeface="Tahoma"/>
            </a:endParaRPr>
          </a:p>
          <a:p>
            <a:pPr marL="259715" marR="252095" indent="-635" algn="ctr">
              <a:lnSpc>
                <a:spcPct val="101299"/>
              </a:lnSpc>
            </a:pPr>
            <a:r>
              <a:rPr sz="1250" dirty="0">
                <a:solidFill>
                  <a:srgbClr val="231F20"/>
                </a:solidFill>
                <a:latin typeface="Tahoma"/>
                <a:cs typeface="Tahoma"/>
              </a:rPr>
              <a:t>There</a:t>
            </a:r>
            <a:r>
              <a:rPr sz="1250" spc="114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231F20"/>
                </a:solidFill>
                <a:latin typeface="Tahoma"/>
                <a:cs typeface="Tahoma"/>
              </a:rPr>
              <a:t>are</a:t>
            </a:r>
            <a:r>
              <a:rPr sz="1250" spc="12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250" spc="45" dirty="0">
                <a:solidFill>
                  <a:srgbClr val="231F20"/>
                </a:solidFill>
                <a:latin typeface="Tahoma"/>
                <a:cs typeface="Tahoma"/>
              </a:rPr>
              <a:t>many </a:t>
            </a:r>
            <a:r>
              <a:rPr sz="1250" dirty="0">
                <a:solidFill>
                  <a:srgbClr val="231F20"/>
                </a:solidFill>
                <a:latin typeface="Tahoma"/>
                <a:cs typeface="Tahoma"/>
              </a:rPr>
              <a:t>vegetables</a:t>
            </a:r>
            <a:r>
              <a:rPr sz="1250" spc="17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231F20"/>
                </a:solidFill>
                <a:latin typeface="Tahoma"/>
                <a:cs typeface="Tahoma"/>
              </a:rPr>
              <a:t>at</a:t>
            </a:r>
            <a:r>
              <a:rPr sz="1250" spc="18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1250" dirty="0">
                <a:solidFill>
                  <a:srgbClr val="231F20"/>
                </a:solidFill>
                <a:latin typeface="Tahoma"/>
                <a:cs typeface="Tahoma"/>
              </a:rPr>
              <a:t>fruit</a:t>
            </a:r>
            <a:r>
              <a:rPr sz="1250" spc="16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231F20"/>
                </a:solidFill>
                <a:latin typeface="Tahoma"/>
                <a:cs typeface="Tahoma"/>
              </a:rPr>
              <a:t>stand.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990600" y="2063749"/>
            <a:ext cx="11023600" cy="0"/>
          </a:xfrm>
          <a:custGeom>
            <a:avLst/>
            <a:gdLst/>
            <a:ahLst/>
            <a:cxnLst/>
            <a:rect l="l" t="t" r="r" b="b"/>
            <a:pathLst>
              <a:path w="11023600">
                <a:moveTo>
                  <a:pt x="0" y="0"/>
                </a:moveTo>
                <a:lnTo>
                  <a:pt x="11023600" y="0"/>
                </a:lnTo>
              </a:path>
            </a:pathLst>
          </a:custGeom>
          <a:ln w="38100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900" rIns="0" bIns="0" rtlCol="0">
            <a:spAutoFit/>
          </a:bodyPr>
          <a:lstStyle/>
          <a:p>
            <a:pPr marL="442595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1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train</a:t>
            </a:r>
            <a:r>
              <a:rPr spc="-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spc="130" dirty="0"/>
              <a:t>deep</a:t>
            </a:r>
            <a:r>
              <a:rPr spc="-5" dirty="0"/>
              <a:t> </a:t>
            </a:r>
            <a:r>
              <a:rPr dirty="0"/>
              <a:t>network</a:t>
            </a:r>
            <a:r>
              <a:rPr spc="-10" dirty="0"/>
              <a:t> </a:t>
            </a:r>
            <a:r>
              <a:rPr spc="-420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100" y="3546481"/>
            <a:ext cx="7780020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latin typeface="Arial"/>
                <a:cs typeface="Arial"/>
              </a:rPr>
              <a:t>Stochastic</a:t>
            </a:r>
            <a:r>
              <a:rPr sz="2500" b="1" spc="25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Gradient</a:t>
            </a:r>
            <a:r>
              <a:rPr sz="2500" b="1" spc="2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Descent</a:t>
            </a:r>
            <a:r>
              <a:rPr sz="2500" b="1" spc="20" dirty="0">
                <a:latin typeface="Arial"/>
                <a:cs typeface="Arial"/>
              </a:rPr>
              <a:t> </a:t>
            </a:r>
            <a:r>
              <a:rPr sz="2500" b="1" dirty="0">
                <a:latin typeface="Arial"/>
                <a:cs typeface="Arial"/>
              </a:rPr>
              <a:t>—</a:t>
            </a:r>
            <a:r>
              <a:rPr sz="2500" b="1" spc="25" dirty="0">
                <a:latin typeface="Arial"/>
                <a:cs typeface="Arial"/>
              </a:rPr>
              <a:t> </a:t>
            </a:r>
            <a:r>
              <a:rPr sz="2500" i="1" dirty="0">
                <a:latin typeface="Arial"/>
                <a:cs typeface="Arial"/>
              </a:rPr>
              <a:t>supervised</a:t>
            </a:r>
            <a:r>
              <a:rPr sz="2500" i="1" spc="25" dirty="0">
                <a:latin typeface="Arial"/>
                <a:cs typeface="Arial"/>
              </a:rPr>
              <a:t> </a:t>
            </a:r>
            <a:r>
              <a:rPr sz="2500" i="1" spc="-10" dirty="0">
                <a:latin typeface="Arial"/>
                <a:cs typeface="Arial"/>
              </a:rPr>
              <a:t>learning</a:t>
            </a:r>
            <a:endParaRPr sz="2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2500">
              <a:latin typeface="Arial"/>
              <a:cs typeface="Arial"/>
            </a:endParaRPr>
          </a:p>
          <a:p>
            <a:pPr marL="384810" indent="-308610">
              <a:lnSpc>
                <a:spcPct val="100000"/>
              </a:lnSpc>
              <a:buSzPct val="74000"/>
              <a:buChar char="•"/>
              <a:tabLst>
                <a:tab pos="384810" algn="l"/>
              </a:tabLst>
            </a:pPr>
            <a:r>
              <a:rPr sz="2500" dirty="0">
                <a:latin typeface="Microsoft Sans Serif"/>
                <a:cs typeface="Microsoft Sans Serif"/>
              </a:rPr>
              <a:t>show</a:t>
            </a:r>
            <a:r>
              <a:rPr sz="2500" spc="6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input</a:t>
            </a:r>
            <a:r>
              <a:rPr sz="2500" spc="6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vector</a:t>
            </a:r>
            <a:r>
              <a:rPr sz="2500" spc="6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of</a:t>
            </a:r>
            <a:r>
              <a:rPr sz="2500" spc="6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few</a:t>
            </a:r>
            <a:r>
              <a:rPr sz="2500" spc="6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examples</a:t>
            </a:r>
            <a:endParaRPr sz="2500">
              <a:latin typeface="Microsoft Sans Serif"/>
              <a:cs typeface="Microsoft Sans Serif"/>
            </a:endParaRPr>
          </a:p>
          <a:p>
            <a:pPr marL="384810" indent="-308610">
              <a:lnSpc>
                <a:spcPct val="100000"/>
              </a:lnSpc>
              <a:spcBef>
                <a:spcPts val="2400"/>
              </a:spcBef>
              <a:buSzPct val="74000"/>
              <a:buChar char="•"/>
              <a:tabLst>
                <a:tab pos="384810" algn="l"/>
              </a:tabLst>
            </a:pPr>
            <a:r>
              <a:rPr sz="2500" dirty="0">
                <a:latin typeface="Microsoft Sans Serif"/>
                <a:cs typeface="Microsoft Sans Serif"/>
              </a:rPr>
              <a:t>compute</a:t>
            </a:r>
            <a:r>
              <a:rPr sz="2500" spc="10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the</a:t>
            </a:r>
            <a:r>
              <a:rPr sz="2500" spc="10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output</a:t>
            </a:r>
            <a:r>
              <a:rPr sz="2500" spc="11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and</a:t>
            </a:r>
            <a:r>
              <a:rPr sz="2500" spc="10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the</a:t>
            </a:r>
            <a:r>
              <a:rPr sz="2500" spc="11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errors</a:t>
            </a:r>
            <a:endParaRPr sz="2500">
              <a:latin typeface="Microsoft Sans Serif"/>
              <a:cs typeface="Microsoft Sans Serif"/>
            </a:endParaRPr>
          </a:p>
          <a:p>
            <a:pPr marL="384810" indent="-308610">
              <a:lnSpc>
                <a:spcPct val="100000"/>
              </a:lnSpc>
              <a:spcBef>
                <a:spcPts val="2400"/>
              </a:spcBef>
              <a:buSzPct val="74000"/>
              <a:buChar char="•"/>
              <a:tabLst>
                <a:tab pos="384810" algn="l"/>
              </a:tabLst>
            </a:pPr>
            <a:r>
              <a:rPr sz="2500" dirty="0">
                <a:latin typeface="Microsoft Sans Serif"/>
                <a:cs typeface="Microsoft Sans Serif"/>
              </a:rPr>
              <a:t>compute</a:t>
            </a:r>
            <a:r>
              <a:rPr sz="2500" spc="17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average</a:t>
            </a:r>
            <a:r>
              <a:rPr sz="2500" spc="17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gradient</a:t>
            </a:r>
            <a:endParaRPr sz="2500">
              <a:latin typeface="Microsoft Sans Serif"/>
              <a:cs typeface="Microsoft Sans Serif"/>
            </a:endParaRPr>
          </a:p>
          <a:p>
            <a:pPr marL="384810" indent="-308610">
              <a:lnSpc>
                <a:spcPct val="100000"/>
              </a:lnSpc>
              <a:spcBef>
                <a:spcPts val="2400"/>
              </a:spcBef>
              <a:buSzPct val="74000"/>
              <a:buChar char="•"/>
              <a:tabLst>
                <a:tab pos="384810" algn="l"/>
              </a:tabLst>
            </a:pPr>
            <a:r>
              <a:rPr sz="2500" dirty="0">
                <a:latin typeface="Microsoft Sans Serif"/>
                <a:cs typeface="Microsoft Sans Serif"/>
              </a:rPr>
              <a:t>update</a:t>
            </a:r>
            <a:r>
              <a:rPr sz="2500" spc="13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the</a:t>
            </a:r>
            <a:r>
              <a:rPr sz="2500" spc="13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weights</a:t>
            </a:r>
            <a:r>
              <a:rPr sz="2500" spc="13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accordingly</a:t>
            </a:r>
            <a:endParaRPr sz="25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692" y="4191000"/>
            <a:ext cx="6241607" cy="3302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90600" y="2063749"/>
            <a:ext cx="11023600" cy="0"/>
          </a:xfrm>
          <a:custGeom>
            <a:avLst/>
            <a:gdLst/>
            <a:ahLst/>
            <a:cxnLst/>
            <a:rect l="l" t="t" r="r" b="b"/>
            <a:pathLst>
              <a:path w="11023600">
                <a:moveTo>
                  <a:pt x="0" y="0"/>
                </a:moveTo>
                <a:lnTo>
                  <a:pt x="11023600" y="0"/>
                </a:lnTo>
              </a:path>
            </a:pathLst>
          </a:custGeom>
          <a:ln w="38100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900" rIns="0" bIns="0" rtlCol="0">
            <a:spAutoFit/>
          </a:bodyPr>
          <a:lstStyle/>
          <a:p>
            <a:pPr marL="294640">
              <a:lnSpc>
                <a:spcPct val="100000"/>
              </a:lnSpc>
              <a:spcBef>
                <a:spcPts val="100"/>
              </a:spcBef>
            </a:pPr>
            <a:r>
              <a:rPr dirty="0"/>
              <a:t>Convolutional</a:t>
            </a:r>
            <a:r>
              <a:rPr spc="-204" dirty="0"/>
              <a:t> </a:t>
            </a:r>
            <a:r>
              <a:rPr dirty="0"/>
              <a:t>Neural</a:t>
            </a:r>
            <a:r>
              <a:rPr spc="-200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678907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100" y="2632076"/>
            <a:ext cx="988314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035050" algn="l"/>
              </a:tabLst>
            </a:pPr>
            <a:r>
              <a:rPr sz="2500" spc="-20" dirty="0">
                <a:latin typeface="Microsoft Sans Serif"/>
                <a:cs typeface="Microsoft Sans Serif"/>
              </a:rPr>
              <a:t>CNNs</a:t>
            </a:r>
            <a:r>
              <a:rPr sz="2500" dirty="0">
                <a:latin typeface="Microsoft Sans Serif"/>
                <a:cs typeface="Microsoft Sans Serif"/>
              </a:rPr>
              <a:t>	are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spc="50" dirty="0">
                <a:latin typeface="Microsoft Sans Serif"/>
                <a:cs typeface="Microsoft Sans Serif"/>
              </a:rPr>
              <a:t>designed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to</a:t>
            </a:r>
            <a:r>
              <a:rPr sz="2500" spc="5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process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the</a:t>
            </a:r>
            <a:r>
              <a:rPr sz="2500" spc="5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data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in</a:t>
            </a:r>
            <a:r>
              <a:rPr sz="2500" spc="5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the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form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of</a:t>
            </a:r>
            <a:r>
              <a:rPr sz="2500" spc="5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multiple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arrays </a:t>
            </a:r>
            <a:r>
              <a:rPr sz="2500" dirty="0">
                <a:latin typeface="Microsoft Sans Serif"/>
                <a:cs typeface="Microsoft Sans Serif"/>
              </a:rPr>
              <a:t>(e.g.</a:t>
            </a:r>
            <a:r>
              <a:rPr sz="2500" spc="10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2D</a:t>
            </a:r>
            <a:r>
              <a:rPr sz="2500" spc="10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images,</a:t>
            </a:r>
            <a:r>
              <a:rPr sz="2500" spc="10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3D</a:t>
            </a:r>
            <a:r>
              <a:rPr sz="2500" spc="10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video/volumetric</a:t>
            </a:r>
            <a:r>
              <a:rPr sz="2500" spc="10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images)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0" y="3974310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5100" y="3927481"/>
            <a:ext cx="1057402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Typical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architecture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is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composed</a:t>
            </a:r>
            <a:r>
              <a:rPr sz="2500" spc="5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of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series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of</a:t>
            </a:r>
            <a:r>
              <a:rPr sz="2500" spc="5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stages: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b="1" i="1" dirty="0">
                <a:latin typeface="Arial"/>
                <a:cs typeface="Arial"/>
              </a:rPr>
              <a:t>convolutional</a:t>
            </a:r>
            <a:r>
              <a:rPr sz="2500" b="1" i="1" spc="15" dirty="0">
                <a:latin typeface="Arial"/>
                <a:cs typeface="Arial"/>
              </a:rPr>
              <a:t> </a:t>
            </a:r>
            <a:r>
              <a:rPr sz="2500" i="1" spc="-10" dirty="0">
                <a:latin typeface="Arial"/>
                <a:cs typeface="Arial"/>
              </a:rPr>
              <a:t>layers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latin typeface="Microsoft Sans Serif"/>
                <a:cs typeface="Microsoft Sans Serif"/>
              </a:rPr>
              <a:t>and</a:t>
            </a:r>
            <a:r>
              <a:rPr sz="2500" spc="75" dirty="0">
                <a:latin typeface="Microsoft Sans Serif"/>
                <a:cs typeface="Microsoft Sans Serif"/>
              </a:rPr>
              <a:t> </a:t>
            </a:r>
            <a:r>
              <a:rPr sz="2500" b="1" i="1" dirty="0">
                <a:latin typeface="Arial"/>
                <a:cs typeface="Arial"/>
              </a:rPr>
              <a:t>pooling</a:t>
            </a:r>
            <a:r>
              <a:rPr sz="2500" b="1" i="1" spc="45" dirty="0">
                <a:latin typeface="Arial"/>
                <a:cs typeface="Arial"/>
              </a:rPr>
              <a:t> </a:t>
            </a:r>
            <a:r>
              <a:rPr sz="2500" i="1" spc="-10" dirty="0">
                <a:latin typeface="Arial"/>
                <a:cs typeface="Arial"/>
              </a:rPr>
              <a:t>layers</a:t>
            </a:r>
            <a:endParaRPr sz="2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0600" y="5269716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5100" y="5222886"/>
            <a:ext cx="932053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Each</a:t>
            </a:r>
            <a:r>
              <a:rPr sz="2500" spc="7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unit</a:t>
            </a:r>
            <a:r>
              <a:rPr sz="2500" spc="8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is</a:t>
            </a:r>
            <a:r>
              <a:rPr sz="2500" spc="8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connected</a:t>
            </a:r>
            <a:r>
              <a:rPr sz="2500" spc="8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to</a:t>
            </a:r>
            <a:r>
              <a:rPr sz="2500" spc="7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local</a:t>
            </a:r>
            <a:r>
              <a:rPr sz="2500" spc="8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patches</a:t>
            </a:r>
            <a:r>
              <a:rPr sz="2500" spc="8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in</a:t>
            </a:r>
            <a:r>
              <a:rPr sz="2500" spc="8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the</a:t>
            </a:r>
            <a:r>
              <a:rPr sz="2500" spc="8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feature</a:t>
            </a:r>
            <a:r>
              <a:rPr sz="2500" spc="7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maps</a:t>
            </a:r>
            <a:r>
              <a:rPr sz="2500" spc="8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of</a:t>
            </a:r>
            <a:r>
              <a:rPr sz="2500" spc="80" dirty="0">
                <a:latin typeface="Microsoft Sans Serif"/>
                <a:cs typeface="Microsoft Sans Serif"/>
              </a:rPr>
              <a:t> </a:t>
            </a:r>
            <a:r>
              <a:rPr sz="2500" spc="-25" dirty="0">
                <a:latin typeface="Microsoft Sans Serif"/>
                <a:cs typeface="Microsoft Sans Serif"/>
              </a:rPr>
              <a:t>the </a:t>
            </a:r>
            <a:r>
              <a:rPr sz="2500" dirty="0">
                <a:latin typeface="Microsoft Sans Serif"/>
                <a:cs typeface="Microsoft Sans Serif"/>
              </a:rPr>
              <a:t>previous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layer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90600" y="2063749"/>
            <a:ext cx="11023600" cy="0"/>
          </a:xfrm>
          <a:custGeom>
            <a:avLst/>
            <a:gdLst/>
            <a:ahLst/>
            <a:cxnLst/>
            <a:rect l="l" t="t" r="r" b="b"/>
            <a:pathLst>
              <a:path w="11023600">
                <a:moveTo>
                  <a:pt x="0" y="0"/>
                </a:moveTo>
                <a:lnTo>
                  <a:pt x="11023600" y="0"/>
                </a:lnTo>
              </a:path>
            </a:pathLst>
          </a:custGeom>
          <a:ln w="38100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901700" y="6616700"/>
            <a:ext cx="4664710" cy="916940"/>
            <a:chOff x="901700" y="6616700"/>
            <a:chExt cx="4664710" cy="91694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2200" y="6868831"/>
              <a:ext cx="1575197" cy="43688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01700" y="6786879"/>
              <a:ext cx="1932939" cy="635000"/>
            </a:xfrm>
            <a:custGeom>
              <a:avLst/>
              <a:gdLst/>
              <a:ahLst/>
              <a:cxnLst/>
              <a:rect l="l" t="t" r="r" b="b"/>
              <a:pathLst>
                <a:path w="1932939" h="635000">
                  <a:moveTo>
                    <a:pt x="1932533" y="0"/>
                  </a:moveTo>
                  <a:lnTo>
                    <a:pt x="1925231" y="0"/>
                  </a:lnTo>
                  <a:lnTo>
                    <a:pt x="1925231" y="6350"/>
                  </a:lnTo>
                  <a:lnTo>
                    <a:pt x="1925231" y="627380"/>
                  </a:lnTo>
                  <a:lnTo>
                    <a:pt x="7289" y="627380"/>
                  </a:lnTo>
                  <a:lnTo>
                    <a:pt x="7289" y="6350"/>
                  </a:lnTo>
                  <a:lnTo>
                    <a:pt x="1925231" y="6350"/>
                  </a:lnTo>
                  <a:lnTo>
                    <a:pt x="1925231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627380"/>
                  </a:lnTo>
                  <a:lnTo>
                    <a:pt x="0" y="631190"/>
                  </a:lnTo>
                  <a:lnTo>
                    <a:pt x="0" y="635000"/>
                  </a:lnTo>
                  <a:lnTo>
                    <a:pt x="1932533" y="635000"/>
                  </a:lnTo>
                  <a:lnTo>
                    <a:pt x="1932533" y="631418"/>
                  </a:lnTo>
                  <a:lnTo>
                    <a:pt x="1932533" y="631190"/>
                  </a:lnTo>
                  <a:lnTo>
                    <a:pt x="1932533" y="627761"/>
                  </a:lnTo>
                  <a:lnTo>
                    <a:pt x="1928876" y="627761"/>
                  </a:lnTo>
                  <a:lnTo>
                    <a:pt x="1928876" y="627380"/>
                  </a:lnTo>
                  <a:lnTo>
                    <a:pt x="1932533" y="627380"/>
                  </a:lnTo>
                  <a:lnTo>
                    <a:pt x="1932533" y="6350"/>
                  </a:lnTo>
                  <a:lnTo>
                    <a:pt x="1932533" y="0"/>
                  </a:lnTo>
                  <a:close/>
                </a:path>
              </a:pathLst>
            </a:custGeom>
            <a:solidFill>
              <a:srgbClr val="1B75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57143" y="6616699"/>
              <a:ext cx="2037714" cy="700405"/>
            </a:xfrm>
            <a:custGeom>
              <a:avLst/>
              <a:gdLst/>
              <a:ahLst/>
              <a:cxnLst/>
              <a:rect l="l" t="t" r="r" b="b"/>
              <a:pathLst>
                <a:path w="2037714" h="700404">
                  <a:moveTo>
                    <a:pt x="230670" y="615975"/>
                  </a:moveTo>
                  <a:lnTo>
                    <a:pt x="112242" y="615975"/>
                  </a:lnTo>
                  <a:lnTo>
                    <a:pt x="112242" y="700316"/>
                  </a:lnTo>
                  <a:lnTo>
                    <a:pt x="230670" y="700316"/>
                  </a:lnTo>
                  <a:lnTo>
                    <a:pt x="230670" y="615975"/>
                  </a:lnTo>
                  <a:close/>
                </a:path>
                <a:path w="2037714" h="700404">
                  <a:moveTo>
                    <a:pt x="1925231" y="0"/>
                  </a:moveTo>
                  <a:lnTo>
                    <a:pt x="92811" y="0"/>
                  </a:lnTo>
                  <a:lnTo>
                    <a:pt x="92811" y="469379"/>
                  </a:lnTo>
                  <a:lnTo>
                    <a:pt x="92786" y="470839"/>
                  </a:lnTo>
                  <a:lnTo>
                    <a:pt x="92722" y="472300"/>
                  </a:lnTo>
                  <a:lnTo>
                    <a:pt x="63588" y="471690"/>
                  </a:lnTo>
                  <a:lnTo>
                    <a:pt x="63601" y="471068"/>
                  </a:lnTo>
                  <a:lnTo>
                    <a:pt x="63614" y="470230"/>
                  </a:lnTo>
                  <a:lnTo>
                    <a:pt x="63639" y="468998"/>
                  </a:lnTo>
                  <a:lnTo>
                    <a:pt x="74752" y="468998"/>
                  </a:lnTo>
                  <a:lnTo>
                    <a:pt x="92811" y="469379"/>
                  </a:lnTo>
                  <a:lnTo>
                    <a:pt x="92811" y="0"/>
                  </a:lnTo>
                  <a:lnTo>
                    <a:pt x="89408" y="0"/>
                  </a:lnTo>
                  <a:lnTo>
                    <a:pt x="89408" y="435076"/>
                  </a:lnTo>
                  <a:lnTo>
                    <a:pt x="89319" y="436537"/>
                  </a:lnTo>
                  <a:lnTo>
                    <a:pt x="89230" y="437997"/>
                  </a:lnTo>
                  <a:lnTo>
                    <a:pt x="60109" y="436130"/>
                  </a:lnTo>
                  <a:lnTo>
                    <a:pt x="60198" y="434670"/>
                  </a:lnTo>
                  <a:lnTo>
                    <a:pt x="60286" y="433209"/>
                  </a:lnTo>
                  <a:lnTo>
                    <a:pt x="89408" y="435076"/>
                  </a:lnTo>
                  <a:lnTo>
                    <a:pt x="89408" y="0"/>
                  </a:lnTo>
                  <a:lnTo>
                    <a:pt x="34480" y="0"/>
                  </a:lnTo>
                  <a:lnTo>
                    <a:pt x="34480" y="468160"/>
                  </a:lnTo>
                  <a:lnTo>
                    <a:pt x="34442" y="469607"/>
                  </a:lnTo>
                  <a:lnTo>
                    <a:pt x="34417" y="471068"/>
                  </a:lnTo>
                  <a:lnTo>
                    <a:pt x="5245" y="470458"/>
                  </a:lnTo>
                  <a:lnTo>
                    <a:pt x="5308" y="467537"/>
                  </a:lnTo>
                  <a:lnTo>
                    <a:pt x="34480" y="468160"/>
                  </a:lnTo>
                  <a:lnTo>
                    <a:pt x="34480" y="0"/>
                  </a:lnTo>
                  <a:lnTo>
                    <a:pt x="31178" y="0"/>
                  </a:lnTo>
                  <a:lnTo>
                    <a:pt x="31178" y="431342"/>
                  </a:lnTo>
                  <a:lnTo>
                    <a:pt x="31089" y="432803"/>
                  </a:lnTo>
                  <a:lnTo>
                    <a:pt x="31000" y="434263"/>
                  </a:lnTo>
                  <a:lnTo>
                    <a:pt x="1892" y="432384"/>
                  </a:lnTo>
                  <a:lnTo>
                    <a:pt x="1981" y="430923"/>
                  </a:lnTo>
                  <a:lnTo>
                    <a:pt x="2070" y="429475"/>
                  </a:lnTo>
                  <a:lnTo>
                    <a:pt x="31178" y="431342"/>
                  </a:lnTo>
                  <a:lnTo>
                    <a:pt x="31178" y="0"/>
                  </a:lnTo>
                  <a:lnTo>
                    <a:pt x="0" y="0"/>
                  </a:lnTo>
                  <a:lnTo>
                    <a:pt x="0" y="615975"/>
                  </a:lnTo>
                  <a:lnTo>
                    <a:pt x="112242" y="615975"/>
                  </a:lnTo>
                  <a:lnTo>
                    <a:pt x="112242" y="472300"/>
                  </a:lnTo>
                  <a:lnTo>
                    <a:pt x="112242" y="471246"/>
                  </a:lnTo>
                  <a:lnTo>
                    <a:pt x="112242" y="84378"/>
                  </a:lnTo>
                  <a:lnTo>
                    <a:pt x="1925231" y="84378"/>
                  </a:lnTo>
                  <a:lnTo>
                    <a:pt x="1925231" y="0"/>
                  </a:lnTo>
                  <a:close/>
                </a:path>
                <a:path w="2037714" h="700404">
                  <a:moveTo>
                    <a:pt x="2037486" y="84378"/>
                  </a:moveTo>
                  <a:lnTo>
                    <a:pt x="1925231" y="84378"/>
                  </a:lnTo>
                  <a:lnTo>
                    <a:pt x="1925231" y="205333"/>
                  </a:lnTo>
                  <a:lnTo>
                    <a:pt x="2037486" y="205333"/>
                  </a:lnTo>
                  <a:lnTo>
                    <a:pt x="2037486" y="84378"/>
                  </a:lnTo>
                  <a:close/>
                </a:path>
              </a:pathLst>
            </a:custGeom>
            <a:solidFill>
              <a:srgbClr val="8CC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69391" y="6701074"/>
              <a:ext cx="1813560" cy="532130"/>
            </a:xfrm>
            <a:custGeom>
              <a:avLst/>
              <a:gdLst/>
              <a:ahLst/>
              <a:cxnLst/>
              <a:rect l="l" t="t" r="r" b="b"/>
              <a:pathLst>
                <a:path w="1813560" h="532129">
                  <a:moveTo>
                    <a:pt x="0" y="386867"/>
                  </a:moveTo>
                  <a:lnTo>
                    <a:pt x="0" y="531588"/>
                  </a:lnTo>
                  <a:lnTo>
                    <a:pt x="118403" y="531588"/>
                  </a:lnTo>
                  <a:lnTo>
                    <a:pt x="118403" y="390371"/>
                  </a:lnTo>
                  <a:lnTo>
                    <a:pt x="97166" y="390371"/>
                  </a:lnTo>
                  <a:lnTo>
                    <a:pt x="67997" y="389757"/>
                  </a:lnTo>
                  <a:lnTo>
                    <a:pt x="68008" y="389145"/>
                  </a:lnTo>
                  <a:lnTo>
                    <a:pt x="38826" y="389145"/>
                  </a:lnTo>
                  <a:lnTo>
                    <a:pt x="9655" y="388532"/>
                  </a:lnTo>
                  <a:lnTo>
                    <a:pt x="9685" y="387071"/>
                  </a:lnTo>
                  <a:lnTo>
                    <a:pt x="0" y="386867"/>
                  </a:lnTo>
                  <a:close/>
                </a:path>
                <a:path w="1813560" h="532129">
                  <a:moveTo>
                    <a:pt x="97195" y="388912"/>
                  </a:moveTo>
                  <a:lnTo>
                    <a:pt x="97166" y="390371"/>
                  </a:lnTo>
                  <a:lnTo>
                    <a:pt x="118403" y="390371"/>
                  </a:lnTo>
                  <a:lnTo>
                    <a:pt x="118403" y="389348"/>
                  </a:lnTo>
                  <a:lnTo>
                    <a:pt x="97195" y="388912"/>
                  </a:lnTo>
                  <a:close/>
                </a:path>
                <a:path w="1813560" h="532129">
                  <a:moveTo>
                    <a:pt x="118403" y="386867"/>
                  </a:moveTo>
                  <a:lnTo>
                    <a:pt x="69443" y="386867"/>
                  </a:lnTo>
                  <a:lnTo>
                    <a:pt x="97224" y="387451"/>
                  </a:lnTo>
                  <a:lnTo>
                    <a:pt x="97195" y="388912"/>
                  </a:lnTo>
                  <a:lnTo>
                    <a:pt x="118403" y="389348"/>
                  </a:lnTo>
                  <a:lnTo>
                    <a:pt x="118403" y="386867"/>
                  </a:lnTo>
                  <a:close/>
                </a:path>
                <a:path w="1813560" h="532129">
                  <a:moveTo>
                    <a:pt x="38855" y="387685"/>
                  </a:moveTo>
                  <a:lnTo>
                    <a:pt x="38826" y="389145"/>
                  </a:lnTo>
                  <a:lnTo>
                    <a:pt x="68008" y="389145"/>
                  </a:lnTo>
                  <a:lnTo>
                    <a:pt x="68025" y="388298"/>
                  </a:lnTo>
                  <a:lnTo>
                    <a:pt x="38855" y="387685"/>
                  </a:lnTo>
                  <a:close/>
                </a:path>
                <a:path w="1813560" h="532129">
                  <a:moveTo>
                    <a:pt x="118403" y="385612"/>
                  </a:moveTo>
                  <a:lnTo>
                    <a:pt x="9714" y="385612"/>
                  </a:lnTo>
                  <a:lnTo>
                    <a:pt x="38884" y="386226"/>
                  </a:lnTo>
                  <a:lnTo>
                    <a:pt x="38855" y="387685"/>
                  </a:lnTo>
                  <a:lnTo>
                    <a:pt x="68025" y="388298"/>
                  </a:lnTo>
                  <a:lnTo>
                    <a:pt x="68053" y="386867"/>
                  </a:lnTo>
                  <a:lnTo>
                    <a:pt x="118403" y="386867"/>
                  </a:lnTo>
                  <a:lnTo>
                    <a:pt x="118403" y="385612"/>
                  </a:lnTo>
                  <a:close/>
                </a:path>
                <a:path w="1813560" h="532129">
                  <a:moveTo>
                    <a:pt x="0" y="353614"/>
                  </a:moveTo>
                  <a:lnTo>
                    <a:pt x="0" y="386867"/>
                  </a:lnTo>
                  <a:lnTo>
                    <a:pt x="9685" y="387071"/>
                  </a:lnTo>
                  <a:lnTo>
                    <a:pt x="9714" y="385612"/>
                  </a:lnTo>
                  <a:lnTo>
                    <a:pt x="118403" y="385612"/>
                  </a:lnTo>
                  <a:lnTo>
                    <a:pt x="118403" y="361205"/>
                  </a:lnTo>
                  <a:lnTo>
                    <a:pt x="116141" y="361059"/>
                  </a:lnTo>
                  <a:lnTo>
                    <a:pt x="93403" y="361059"/>
                  </a:lnTo>
                  <a:lnTo>
                    <a:pt x="64320" y="359190"/>
                  </a:lnTo>
                  <a:lnTo>
                    <a:pt x="64408" y="357731"/>
                  </a:lnTo>
                  <a:lnTo>
                    <a:pt x="57934" y="357322"/>
                  </a:lnTo>
                  <a:lnTo>
                    <a:pt x="35180" y="357322"/>
                  </a:lnTo>
                  <a:lnTo>
                    <a:pt x="6097" y="355453"/>
                  </a:lnTo>
                  <a:lnTo>
                    <a:pt x="6184" y="354022"/>
                  </a:lnTo>
                  <a:lnTo>
                    <a:pt x="0" y="353614"/>
                  </a:lnTo>
                  <a:close/>
                </a:path>
                <a:path w="1813560" h="532129">
                  <a:moveTo>
                    <a:pt x="118403" y="356301"/>
                  </a:moveTo>
                  <a:lnTo>
                    <a:pt x="64495" y="356301"/>
                  </a:lnTo>
                  <a:lnTo>
                    <a:pt x="93607" y="358140"/>
                  </a:lnTo>
                  <a:lnTo>
                    <a:pt x="93520" y="359599"/>
                  </a:lnTo>
                  <a:lnTo>
                    <a:pt x="118403" y="361205"/>
                  </a:lnTo>
                  <a:lnTo>
                    <a:pt x="118403" y="356301"/>
                  </a:lnTo>
                  <a:close/>
                </a:path>
                <a:path w="1813560" h="532129">
                  <a:moveTo>
                    <a:pt x="93520" y="359599"/>
                  </a:moveTo>
                  <a:lnTo>
                    <a:pt x="93403" y="361059"/>
                  </a:lnTo>
                  <a:lnTo>
                    <a:pt x="116141" y="361059"/>
                  </a:lnTo>
                  <a:lnTo>
                    <a:pt x="93520" y="359599"/>
                  </a:lnTo>
                  <a:close/>
                </a:path>
                <a:path w="1813560" h="532129">
                  <a:moveTo>
                    <a:pt x="118403" y="352563"/>
                  </a:moveTo>
                  <a:lnTo>
                    <a:pt x="6272" y="352563"/>
                  </a:lnTo>
                  <a:lnTo>
                    <a:pt x="35383" y="354431"/>
                  </a:lnTo>
                  <a:lnTo>
                    <a:pt x="35297" y="355892"/>
                  </a:lnTo>
                  <a:lnTo>
                    <a:pt x="64408" y="357731"/>
                  </a:lnTo>
                  <a:lnTo>
                    <a:pt x="64495" y="356301"/>
                  </a:lnTo>
                  <a:lnTo>
                    <a:pt x="118403" y="356301"/>
                  </a:lnTo>
                  <a:lnTo>
                    <a:pt x="118403" y="352563"/>
                  </a:lnTo>
                  <a:close/>
                </a:path>
                <a:path w="1813560" h="532129">
                  <a:moveTo>
                    <a:pt x="35297" y="355892"/>
                  </a:moveTo>
                  <a:lnTo>
                    <a:pt x="35180" y="357322"/>
                  </a:lnTo>
                  <a:lnTo>
                    <a:pt x="57934" y="357322"/>
                  </a:lnTo>
                  <a:lnTo>
                    <a:pt x="35297" y="355892"/>
                  </a:lnTo>
                  <a:close/>
                </a:path>
                <a:path w="1813560" h="532129">
                  <a:moveTo>
                    <a:pt x="1812993" y="0"/>
                  </a:moveTo>
                  <a:lnTo>
                    <a:pt x="0" y="0"/>
                  </a:lnTo>
                  <a:lnTo>
                    <a:pt x="0" y="353614"/>
                  </a:lnTo>
                  <a:lnTo>
                    <a:pt x="6184" y="354022"/>
                  </a:lnTo>
                  <a:lnTo>
                    <a:pt x="6272" y="352563"/>
                  </a:lnTo>
                  <a:lnTo>
                    <a:pt x="118403" y="352563"/>
                  </a:lnTo>
                  <a:lnTo>
                    <a:pt x="118403" y="120956"/>
                  </a:lnTo>
                  <a:lnTo>
                    <a:pt x="1812993" y="120956"/>
                  </a:lnTo>
                  <a:lnTo>
                    <a:pt x="1812993" y="0"/>
                  </a:lnTo>
                  <a:close/>
                </a:path>
              </a:pathLst>
            </a:custGeom>
            <a:solidFill>
              <a:srgbClr val="5BB4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87788" y="6822033"/>
              <a:ext cx="1925320" cy="616585"/>
            </a:xfrm>
            <a:custGeom>
              <a:avLst/>
              <a:gdLst/>
              <a:ahLst/>
              <a:cxnLst/>
              <a:rect l="l" t="t" r="r" b="b"/>
              <a:pathLst>
                <a:path w="1925320" h="616584">
                  <a:moveTo>
                    <a:pt x="153060" y="495007"/>
                  </a:moveTo>
                  <a:lnTo>
                    <a:pt x="0" y="495007"/>
                  </a:lnTo>
                  <a:lnTo>
                    <a:pt x="0" y="615962"/>
                  </a:lnTo>
                  <a:lnTo>
                    <a:pt x="153060" y="615962"/>
                  </a:lnTo>
                  <a:lnTo>
                    <a:pt x="153060" y="495007"/>
                  </a:lnTo>
                  <a:close/>
                </a:path>
                <a:path w="1925320" h="616584">
                  <a:moveTo>
                    <a:pt x="1925243" y="0"/>
                  </a:moveTo>
                  <a:lnTo>
                    <a:pt x="1806841" y="0"/>
                  </a:lnTo>
                  <a:lnTo>
                    <a:pt x="1806841" y="76466"/>
                  </a:lnTo>
                  <a:lnTo>
                    <a:pt x="1925243" y="76466"/>
                  </a:lnTo>
                  <a:lnTo>
                    <a:pt x="1925243" y="0"/>
                  </a:lnTo>
                  <a:close/>
                </a:path>
              </a:pathLst>
            </a:custGeom>
            <a:solidFill>
              <a:srgbClr val="8CC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87788" y="6822033"/>
              <a:ext cx="1807210" cy="495300"/>
            </a:xfrm>
            <a:custGeom>
              <a:avLst/>
              <a:gdLst/>
              <a:ahLst/>
              <a:cxnLst/>
              <a:rect l="l" t="t" r="r" b="b"/>
              <a:pathLst>
                <a:path w="1807210" h="495300">
                  <a:moveTo>
                    <a:pt x="153060" y="410641"/>
                  </a:moveTo>
                  <a:lnTo>
                    <a:pt x="0" y="410641"/>
                  </a:lnTo>
                  <a:lnTo>
                    <a:pt x="0" y="494982"/>
                  </a:lnTo>
                  <a:lnTo>
                    <a:pt x="153060" y="494982"/>
                  </a:lnTo>
                  <a:lnTo>
                    <a:pt x="153060" y="410641"/>
                  </a:lnTo>
                  <a:close/>
                </a:path>
                <a:path w="1807210" h="495300">
                  <a:moveTo>
                    <a:pt x="1806841" y="0"/>
                  </a:moveTo>
                  <a:lnTo>
                    <a:pt x="1694586" y="0"/>
                  </a:lnTo>
                  <a:lnTo>
                    <a:pt x="1694586" y="76466"/>
                  </a:lnTo>
                  <a:lnTo>
                    <a:pt x="1806841" y="76466"/>
                  </a:lnTo>
                  <a:lnTo>
                    <a:pt x="1806841" y="0"/>
                  </a:lnTo>
                  <a:close/>
                </a:path>
              </a:pathLst>
            </a:custGeom>
            <a:solidFill>
              <a:srgbClr val="5BB4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87794" y="6822031"/>
              <a:ext cx="1694814" cy="410845"/>
            </a:xfrm>
            <a:custGeom>
              <a:avLst/>
              <a:gdLst/>
              <a:ahLst/>
              <a:cxnLst/>
              <a:rect l="l" t="t" r="r" b="b"/>
              <a:pathLst>
                <a:path w="1694814" h="410845">
                  <a:moveTo>
                    <a:pt x="0" y="268392"/>
                  </a:moveTo>
                  <a:lnTo>
                    <a:pt x="0" y="410632"/>
                  </a:lnTo>
                  <a:lnTo>
                    <a:pt x="153056" y="410632"/>
                  </a:lnTo>
                  <a:lnTo>
                    <a:pt x="153056" y="273094"/>
                  </a:lnTo>
                  <a:lnTo>
                    <a:pt x="124556" y="272481"/>
                  </a:lnTo>
                  <a:lnTo>
                    <a:pt x="124568" y="271867"/>
                  </a:lnTo>
                  <a:lnTo>
                    <a:pt x="95415" y="271867"/>
                  </a:lnTo>
                  <a:lnTo>
                    <a:pt x="66245" y="271254"/>
                  </a:lnTo>
                  <a:lnTo>
                    <a:pt x="66257" y="270642"/>
                  </a:lnTo>
                  <a:lnTo>
                    <a:pt x="37075" y="270642"/>
                  </a:lnTo>
                  <a:lnTo>
                    <a:pt x="7904" y="270028"/>
                  </a:lnTo>
                  <a:lnTo>
                    <a:pt x="7933" y="268568"/>
                  </a:lnTo>
                  <a:lnTo>
                    <a:pt x="0" y="268392"/>
                  </a:lnTo>
                  <a:close/>
                </a:path>
                <a:path w="1694814" h="410845">
                  <a:moveTo>
                    <a:pt x="95444" y="270408"/>
                  </a:moveTo>
                  <a:lnTo>
                    <a:pt x="95415" y="271867"/>
                  </a:lnTo>
                  <a:lnTo>
                    <a:pt x="124568" y="271867"/>
                  </a:lnTo>
                  <a:lnTo>
                    <a:pt x="124585" y="271020"/>
                  </a:lnTo>
                  <a:lnTo>
                    <a:pt x="95444" y="270408"/>
                  </a:lnTo>
                  <a:close/>
                </a:path>
                <a:path w="1694814" h="410845">
                  <a:moveTo>
                    <a:pt x="153056" y="268392"/>
                  </a:moveTo>
                  <a:lnTo>
                    <a:pt x="69026" y="268392"/>
                  </a:lnTo>
                  <a:lnTo>
                    <a:pt x="95473" y="268947"/>
                  </a:lnTo>
                  <a:lnTo>
                    <a:pt x="95444" y="270408"/>
                  </a:lnTo>
                  <a:lnTo>
                    <a:pt x="124585" y="271020"/>
                  </a:lnTo>
                  <a:lnTo>
                    <a:pt x="124644" y="269561"/>
                  </a:lnTo>
                  <a:lnTo>
                    <a:pt x="153056" y="269561"/>
                  </a:lnTo>
                  <a:lnTo>
                    <a:pt x="153056" y="268392"/>
                  </a:lnTo>
                  <a:close/>
                </a:path>
                <a:path w="1694814" h="410845">
                  <a:moveTo>
                    <a:pt x="37104" y="269181"/>
                  </a:moveTo>
                  <a:lnTo>
                    <a:pt x="37075" y="270642"/>
                  </a:lnTo>
                  <a:lnTo>
                    <a:pt x="66257" y="270642"/>
                  </a:lnTo>
                  <a:lnTo>
                    <a:pt x="66274" y="269794"/>
                  </a:lnTo>
                  <a:lnTo>
                    <a:pt x="37104" y="269181"/>
                  </a:lnTo>
                  <a:close/>
                </a:path>
                <a:path w="1694814" h="410845">
                  <a:moveTo>
                    <a:pt x="153056" y="269561"/>
                  </a:moveTo>
                  <a:lnTo>
                    <a:pt x="124644" y="269561"/>
                  </a:lnTo>
                  <a:lnTo>
                    <a:pt x="153056" y="270174"/>
                  </a:lnTo>
                  <a:lnTo>
                    <a:pt x="153056" y="269561"/>
                  </a:lnTo>
                  <a:close/>
                </a:path>
                <a:path w="1694814" h="410845">
                  <a:moveTo>
                    <a:pt x="153056" y="267108"/>
                  </a:moveTo>
                  <a:lnTo>
                    <a:pt x="7962" y="267108"/>
                  </a:lnTo>
                  <a:lnTo>
                    <a:pt x="37133" y="267722"/>
                  </a:lnTo>
                  <a:lnTo>
                    <a:pt x="37104" y="269181"/>
                  </a:lnTo>
                  <a:lnTo>
                    <a:pt x="66274" y="269794"/>
                  </a:lnTo>
                  <a:lnTo>
                    <a:pt x="66301" y="268392"/>
                  </a:lnTo>
                  <a:lnTo>
                    <a:pt x="153056" y="268392"/>
                  </a:lnTo>
                  <a:lnTo>
                    <a:pt x="153056" y="267108"/>
                  </a:lnTo>
                  <a:close/>
                </a:path>
                <a:path w="1694814" h="410845">
                  <a:moveTo>
                    <a:pt x="0" y="240249"/>
                  </a:moveTo>
                  <a:lnTo>
                    <a:pt x="0" y="268392"/>
                  </a:lnTo>
                  <a:lnTo>
                    <a:pt x="7933" y="268568"/>
                  </a:lnTo>
                  <a:lnTo>
                    <a:pt x="7962" y="267108"/>
                  </a:lnTo>
                  <a:lnTo>
                    <a:pt x="153056" y="267108"/>
                  </a:lnTo>
                  <a:lnTo>
                    <a:pt x="153056" y="251313"/>
                  </a:lnTo>
                  <a:lnTo>
                    <a:pt x="149672" y="251313"/>
                  </a:lnTo>
                  <a:lnTo>
                    <a:pt x="120559" y="249445"/>
                  </a:lnTo>
                  <a:lnTo>
                    <a:pt x="120647" y="247986"/>
                  </a:lnTo>
                  <a:lnTo>
                    <a:pt x="114279" y="247577"/>
                  </a:lnTo>
                  <a:lnTo>
                    <a:pt x="91448" y="247577"/>
                  </a:lnTo>
                  <a:lnTo>
                    <a:pt x="62336" y="245708"/>
                  </a:lnTo>
                  <a:lnTo>
                    <a:pt x="62424" y="244248"/>
                  </a:lnTo>
                  <a:lnTo>
                    <a:pt x="56058" y="243840"/>
                  </a:lnTo>
                  <a:lnTo>
                    <a:pt x="33224" y="243840"/>
                  </a:lnTo>
                  <a:lnTo>
                    <a:pt x="4112" y="241971"/>
                  </a:lnTo>
                  <a:lnTo>
                    <a:pt x="4229" y="240511"/>
                  </a:lnTo>
                  <a:lnTo>
                    <a:pt x="0" y="240249"/>
                  </a:lnTo>
                  <a:close/>
                </a:path>
                <a:path w="1694814" h="410845">
                  <a:moveTo>
                    <a:pt x="149759" y="249854"/>
                  </a:moveTo>
                  <a:lnTo>
                    <a:pt x="149672" y="251313"/>
                  </a:lnTo>
                  <a:lnTo>
                    <a:pt x="153056" y="251313"/>
                  </a:lnTo>
                  <a:lnTo>
                    <a:pt x="153056" y="250059"/>
                  </a:lnTo>
                  <a:lnTo>
                    <a:pt x="149759" y="249854"/>
                  </a:lnTo>
                  <a:close/>
                </a:path>
                <a:path w="1694814" h="410845">
                  <a:moveTo>
                    <a:pt x="153056" y="246526"/>
                  </a:moveTo>
                  <a:lnTo>
                    <a:pt x="120764" y="246526"/>
                  </a:lnTo>
                  <a:lnTo>
                    <a:pt x="149847" y="248394"/>
                  </a:lnTo>
                  <a:lnTo>
                    <a:pt x="149759" y="249854"/>
                  </a:lnTo>
                  <a:lnTo>
                    <a:pt x="153056" y="250059"/>
                  </a:lnTo>
                  <a:lnTo>
                    <a:pt x="153056" y="246526"/>
                  </a:lnTo>
                  <a:close/>
                </a:path>
                <a:path w="1694814" h="410845">
                  <a:moveTo>
                    <a:pt x="153056" y="242789"/>
                  </a:moveTo>
                  <a:lnTo>
                    <a:pt x="62541" y="242789"/>
                  </a:lnTo>
                  <a:lnTo>
                    <a:pt x="91652" y="244657"/>
                  </a:lnTo>
                  <a:lnTo>
                    <a:pt x="91535" y="246117"/>
                  </a:lnTo>
                  <a:lnTo>
                    <a:pt x="120647" y="247986"/>
                  </a:lnTo>
                  <a:lnTo>
                    <a:pt x="120764" y="246526"/>
                  </a:lnTo>
                  <a:lnTo>
                    <a:pt x="153056" y="246526"/>
                  </a:lnTo>
                  <a:lnTo>
                    <a:pt x="153056" y="242789"/>
                  </a:lnTo>
                  <a:close/>
                </a:path>
                <a:path w="1694814" h="410845">
                  <a:moveTo>
                    <a:pt x="91535" y="246117"/>
                  </a:moveTo>
                  <a:lnTo>
                    <a:pt x="91448" y="247577"/>
                  </a:lnTo>
                  <a:lnTo>
                    <a:pt x="114279" y="247577"/>
                  </a:lnTo>
                  <a:lnTo>
                    <a:pt x="91535" y="246117"/>
                  </a:lnTo>
                  <a:close/>
                </a:path>
                <a:path w="1694814" h="410845">
                  <a:moveTo>
                    <a:pt x="153056" y="239052"/>
                  </a:moveTo>
                  <a:lnTo>
                    <a:pt x="4316" y="239052"/>
                  </a:lnTo>
                  <a:lnTo>
                    <a:pt x="33428" y="240920"/>
                  </a:lnTo>
                  <a:lnTo>
                    <a:pt x="33341" y="242380"/>
                  </a:lnTo>
                  <a:lnTo>
                    <a:pt x="62424" y="244248"/>
                  </a:lnTo>
                  <a:lnTo>
                    <a:pt x="62541" y="242789"/>
                  </a:lnTo>
                  <a:lnTo>
                    <a:pt x="153056" y="242789"/>
                  </a:lnTo>
                  <a:lnTo>
                    <a:pt x="153056" y="239052"/>
                  </a:lnTo>
                  <a:close/>
                </a:path>
                <a:path w="1694814" h="410845">
                  <a:moveTo>
                    <a:pt x="33341" y="242380"/>
                  </a:moveTo>
                  <a:lnTo>
                    <a:pt x="33224" y="243840"/>
                  </a:lnTo>
                  <a:lnTo>
                    <a:pt x="56058" y="243840"/>
                  </a:lnTo>
                  <a:lnTo>
                    <a:pt x="33341" y="242380"/>
                  </a:lnTo>
                  <a:close/>
                </a:path>
                <a:path w="1694814" h="410845">
                  <a:moveTo>
                    <a:pt x="1694590" y="0"/>
                  </a:moveTo>
                  <a:lnTo>
                    <a:pt x="0" y="0"/>
                  </a:lnTo>
                  <a:lnTo>
                    <a:pt x="0" y="240249"/>
                  </a:lnTo>
                  <a:lnTo>
                    <a:pt x="4229" y="240511"/>
                  </a:lnTo>
                  <a:lnTo>
                    <a:pt x="4316" y="239052"/>
                  </a:lnTo>
                  <a:lnTo>
                    <a:pt x="153056" y="239052"/>
                  </a:lnTo>
                  <a:lnTo>
                    <a:pt x="153056" y="76462"/>
                  </a:lnTo>
                  <a:lnTo>
                    <a:pt x="1694590" y="76462"/>
                  </a:lnTo>
                  <a:lnTo>
                    <a:pt x="1694590" y="0"/>
                  </a:lnTo>
                  <a:close/>
                </a:path>
              </a:pathLst>
            </a:custGeom>
            <a:solidFill>
              <a:srgbClr val="41A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40848" y="6898639"/>
              <a:ext cx="1925320" cy="615950"/>
            </a:xfrm>
            <a:custGeom>
              <a:avLst/>
              <a:gdLst/>
              <a:ahLst/>
              <a:cxnLst/>
              <a:rect l="l" t="t" r="r" b="b"/>
              <a:pathLst>
                <a:path w="1925320" h="615950">
                  <a:moveTo>
                    <a:pt x="1925231" y="0"/>
                  </a:moveTo>
                  <a:lnTo>
                    <a:pt x="1772183" y="0"/>
                  </a:lnTo>
                  <a:lnTo>
                    <a:pt x="1772183" y="539750"/>
                  </a:lnTo>
                  <a:lnTo>
                    <a:pt x="0" y="539750"/>
                  </a:lnTo>
                  <a:lnTo>
                    <a:pt x="0" y="615950"/>
                  </a:lnTo>
                  <a:lnTo>
                    <a:pt x="1925231" y="615950"/>
                  </a:lnTo>
                  <a:lnTo>
                    <a:pt x="1925231" y="539750"/>
                  </a:lnTo>
                  <a:lnTo>
                    <a:pt x="1925231" y="0"/>
                  </a:lnTo>
                  <a:close/>
                </a:path>
              </a:pathLst>
            </a:custGeom>
            <a:solidFill>
              <a:srgbClr val="8CC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40848" y="6898639"/>
              <a:ext cx="1772285" cy="539750"/>
            </a:xfrm>
            <a:custGeom>
              <a:avLst/>
              <a:gdLst/>
              <a:ahLst/>
              <a:cxnLst/>
              <a:rect l="l" t="t" r="r" b="b"/>
              <a:pathLst>
                <a:path w="1772285" h="539750">
                  <a:moveTo>
                    <a:pt x="1772183" y="0"/>
                  </a:moveTo>
                  <a:lnTo>
                    <a:pt x="1653781" y="0"/>
                  </a:lnTo>
                  <a:lnTo>
                    <a:pt x="1653781" y="417830"/>
                  </a:lnTo>
                  <a:lnTo>
                    <a:pt x="0" y="417830"/>
                  </a:lnTo>
                  <a:lnTo>
                    <a:pt x="0" y="539750"/>
                  </a:lnTo>
                  <a:lnTo>
                    <a:pt x="1772183" y="539750"/>
                  </a:lnTo>
                  <a:lnTo>
                    <a:pt x="1772183" y="417830"/>
                  </a:lnTo>
                  <a:lnTo>
                    <a:pt x="1772183" y="0"/>
                  </a:lnTo>
                  <a:close/>
                </a:path>
              </a:pathLst>
            </a:custGeom>
            <a:solidFill>
              <a:srgbClr val="5BB4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40848" y="6898639"/>
              <a:ext cx="1654175" cy="417830"/>
            </a:xfrm>
            <a:custGeom>
              <a:avLst/>
              <a:gdLst/>
              <a:ahLst/>
              <a:cxnLst/>
              <a:rect l="l" t="t" r="r" b="b"/>
              <a:pathLst>
                <a:path w="1654175" h="417829">
                  <a:moveTo>
                    <a:pt x="1653781" y="0"/>
                  </a:moveTo>
                  <a:lnTo>
                    <a:pt x="1541526" y="0"/>
                  </a:lnTo>
                  <a:lnTo>
                    <a:pt x="1541526" y="334010"/>
                  </a:lnTo>
                  <a:lnTo>
                    <a:pt x="0" y="334010"/>
                  </a:lnTo>
                  <a:lnTo>
                    <a:pt x="0" y="417830"/>
                  </a:lnTo>
                  <a:lnTo>
                    <a:pt x="1653781" y="417830"/>
                  </a:lnTo>
                  <a:lnTo>
                    <a:pt x="1653781" y="334010"/>
                  </a:lnTo>
                  <a:lnTo>
                    <a:pt x="1653781" y="0"/>
                  </a:lnTo>
                  <a:close/>
                </a:path>
              </a:pathLst>
            </a:custGeom>
            <a:solidFill>
              <a:srgbClr val="41A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40851" y="6898493"/>
              <a:ext cx="1541780" cy="334645"/>
            </a:xfrm>
            <a:custGeom>
              <a:avLst/>
              <a:gdLst/>
              <a:ahLst/>
              <a:cxnLst/>
              <a:rect l="l" t="t" r="r" b="b"/>
              <a:pathLst>
                <a:path w="1541779" h="334645">
                  <a:moveTo>
                    <a:pt x="699" y="195171"/>
                  </a:moveTo>
                  <a:lnTo>
                    <a:pt x="670" y="196631"/>
                  </a:lnTo>
                  <a:lnTo>
                    <a:pt x="0" y="196631"/>
                  </a:lnTo>
                  <a:lnTo>
                    <a:pt x="0" y="334170"/>
                  </a:lnTo>
                  <a:lnTo>
                    <a:pt x="1541533" y="334170"/>
                  </a:lnTo>
                  <a:lnTo>
                    <a:pt x="1541533" y="207142"/>
                  </a:lnTo>
                  <a:lnTo>
                    <a:pt x="496478" y="207142"/>
                  </a:lnTo>
                  <a:lnTo>
                    <a:pt x="496478" y="206879"/>
                  </a:lnTo>
                  <a:lnTo>
                    <a:pt x="491489" y="206587"/>
                  </a:lnTo>
                  <a:lnTo>
                    <a:pt x="491501" y="206441"/>
                  </a:lnTo>
                  <a:lnTo>
                    <a:pt x="467307" y="206441"/>
                  </a:lnTo>
                  <a:lnTo>
                    <a:pt x="438137" y="205827"/>
                  </a:lnTo>
                  <a:lnTo>
                    <a:pt x="438149" y="205214"/>
                  </a:lnTo>
                  <a:lnTo>
                    <a:pt x="408966" y="205214"/>
                  </a:lnTo>
                  <a:lnTo>
                    <a:pt x="379797" y="204602"/>
                  </a:lnTo>
                  <a:lnTo>
                    <a:pt x="379809" y="203988"/>
                  </a:lnTo>
                  <a:lnTo>
                    <a:pt x="350655" y="203988"/>
                  </a:lnTo>
                  <a:lnTo>
                    <a:pt x="339543" y="203754"/>
                  </a:lnTo>
                  <a:lnTo>
                    <a:pt x="321477" y="203754"/>
                  </a:lnTo>
                  <a:lnTo>
                    <a:pt x="321495" y="202849"/>
                  </a:lnTo>
                  <a:lnTo>
                    <a:pt x="296481" y="202849"/>
                  </a:lnTo>
                  <a:lnTo>
                    <a:pt x="263145" y="202148"/>
                  </a:lnTo>
                  <a:lnTo>
                    <a:pt x="263157" y="201536"/>
                  </a:lnTo>
                  <a:lnTo>
                    <a:pt x="234003" y="201536"/>
                  </a:lnTo>
                  <a:lnTo>
                    <a:pt x="211778" y="201068"/>
                  </a:lnTo>
                  <a:lnTo>
                    <a:pt x="204830" y="201068"/>
                  </a:lnTo>
                  <a:lnTo>
                    <a:pt x="204845" y="200309"/>
                  </a:lnTo>
                  <a:lnTo>
                    <a:pt x="175662" y="200309"/>
                  </a:lnTo>
                  <a:lnTo>
                    <a:pt x="146493" y="199696"/>
                  </a:lnTo>
                  <a:lnTo>
                    <a:pt x="146502" y="199229"/>
                  </a:lnTo>
                  <a:lnTo>
                    <a:pt x="124261" y="199229"/>
                  </a:lnTo>
                  <a:lnTo>
                    <a:pt x="88181" y="198470"/>
                  </a:lnTo>
                  <a:lnTo>
                    <a:pt x="88193" y="197857"/>
                  </a:lnTo>
                  <a:lnTo>
                    <a:pt x="59010" y="197857"/>
                  </a:lnTo>
                  <a:lnTo>
                    <a:pt x="29841" y="197243"/>
                  </a:lnTo>
                  <a:lnTo>
                    <a:pt x="29870" y="195784"/>
                  </a:lnTo>
                  <a:lnTo>
                    <a:pt x="699" y="195171"/>
                  </a:lnTo>
                  <a:close/>
                </a:path>
                <a:path w="1541779" h="334645">
                  <a:moveTo>
                    <a:pt x="1541533" y="199929"/>
                  </a:moveTo>
                  <a:lnTo>
                    <a:pt x="433470" y="199929"/>
                  </a:lnTo>
                  <a:lnTo>
                    <a:pt x="464401" y="201916"/>
                  </a:lnTo>
                  <a:lnTo>
                    <a:pt x="462575" y="201916"/>
                  </a:lnTo>
                  <a:lnTo>
                    <a:pt x="462562" y="202849"/>
                  </a:lnTo>
                  <a:lnTo>
                    <a:pt x="462411" y="203754"/>
                  </a:lnTo>
                  <a:lnTo>
                    <a:pt x="493066" y="203754"/>
                  </a:lnTo>
                  <a:lnTo>
                    <a:pt x="500386" y="204222"/>
                  </a:lnTo>
                  <a:lnTo>
                    <a:pt x="500270" y="207142"/>
                  </a:lnTo>
                  <a:lnTo>
                    <a:pt x="1541533" y="207142"/>
                  </a:lnTo>
                  <a:lnTo>
                    <a:pt x="1541533" y="199929"/>
                  </a:lnTo>
                  <a:close/>
                </a:path>
                <a:path w="1541779" h="334645">
                  <a:moveTo>
                    <a:pt x="467337" y="204980"/>
                  </a:moveTo>
                  <a:lnTo>
                    <a:pt x="467307" y="206441"/>
                  </a:lnTo>
                  <a:lnTo>
                    <a:pt x="491501" y="206441"/>
                  </a:lnTo>
                  <a:lnTo>
                    <a:pt x="491577" y="205477"/>
                  </a:lnTo>
                  <a:lnTo>
                    <a:pt x="467337" y="204980"/>
                  </a:lnTo>
                  <a:close/>
                </a:path>
                <a:path w="1541779" h="334645">
                  <a:moveTo>
                    <a:pt x="470511" y="203754"/>
                  </a:moveTo>
                  <a:lnTo>
                    <a:pt x="467362" y="203754"/>
                  </a:lnTo>
                  <a:lnTo>
                    <a:pt x="467337" y="204980"/>
                  </a:lnTo>
                  <a:lnTo>
                    <a:pt x="491577" y="205477"/>
                  </a:lnTo>
                  <a:lnTo>
                    <a:pt x="491599" y="205214"/>
                  </a:lnTo>
                  <a:lnTo>
                    <a:pt x="492954" y="205214"/>
                  </a:lnTo>
                  <a:lnTo>
                    <a:pt x="470511" y="203754"/>
                  </a:lnTo>
                  <a:close/>
                </a:path>
                <a:path w="1541779" h="334645">
                  <a:moveTo>
                    <a:pt x="408995" y="203754"/>
                  </a:moveTo>
                  <a:lnTo>
                    <a:pt x="408966" y="205214"/>
                  </a:lnTo>
                  <a:lnTo>
                    <a:pt x="438149" y="205214"/>
                  </a:lnTo>
                  <a:lnTo>
                    <a:pt x="438166" y="204368"/>
                  </a:lnTo>
                  <a:lnTo>
                    <a:pt x="408995" y="203754"/>
                  </a:lnTo>
                  <a:close/>
                </a:path>
                <a:path w="1541779" h="334645">
                  <a:moveTo>
                    <a:pt x="491689" y="203754"/>
                  </a:moveTo>
                  <a:lnTo>
                    <a:pt x="470511" y="203754"/>
                  </a:lnTo>
                  <a:lnTo>
                    <a:pt x="492954" y="205214"/>
                  </a:lnTo>
                  <a:lnTo>
                    <a:pt x="491601" y="205214"/>
                  </a:lnTo>
                  <a:lnTo>
                    <a:pt x="491689" y="203754"/>
                  </a:lnTo>
                  <a:close/>
                </a:path>
                <a:path w="1541779" h="334645">
                  <a:moveTo>
                    <a:pt x="433370" y="201536"/>
                  </a:moveTo>
                  <a:lnTo>
                    <a:pt x="379858" y="201536"/>
                  </a:lnTo>
                  <a:lnTo>
                    <a:pt x="379851" y="201916"/>
                  </a:lnTo>
                  <a:lnTo>
                    <a:pt x="390990" y="201916"/>
                  </a:lnTo>
                  <a:lnTo>
                    <a:pt x="409025" y="202294"/>
                  </a:lnTo>
                  <a:lnTo>
                    <a:pt x="408995" y="203754"/>
                  </a:lnTo>
                  <a:lnTo>
                    <a:pt x="438166" y="204368"/>
                  </a:lnTo>
                  <a:lnTo>
                    <a:pt x="438202" y="202849"/>
                  </a:lnTo>
                  <a:lnTo>
                    <a:pt x="433265" y="202849"/>
                  </a:lnTo>
                  <a:lnTo>
                    <a:pt x="433370" y="201536"/>
                  </a:lnTo>
                  <a:close/>
                </a:path>
                <a:path w="1541779" h="334645">
                  <a:moveTo>
                    <a:pt x="350685" y="202528"/>
                  </a:moveTo>
                  <a:lnTo>
                    <a:pt x="350655" y="203988"/>
                  </a:lnTo>
                  <a:lnTo>
                    <a:pt x="379809" y="203988"/>
                  </a:lnTo>
                  <a:lnTo>
                    <a:pt x="379832" y="202849"/>
                  </a:lnTo>
                  <a:lnTo>
                    <a:pt x="365949" y="202849"/>
                  </a:lnTo>
                  <a:lnTo>
                    <a:pt x="350685" y="202528"/>
                  </a:lnTo>
                  <a:close/>
                </a:path>
                <a:path w="1541779" h="334645">
                  <a:moveTo>
                    <a:pt x="376863" y="199229"/>
                  </a:moveTo>
                  <a:lnTo>
                    <a:pt x="263203" y="199229"/>
                  </a:lnTo>
                  <a:lnTo>
                    <a:pt x="296548" y="199929"/>
                  </a:lnTo>
                  <a:lnTo>
                    <a:pt x="292371" y="199929"/>
                  </a:lnTo>
                  <a:lnTo>
                    <a:pt x="292312" y="202849"/>
                  </a:lnTo>
                  <a:lnTo>
                    <a:pt x="321495" y="202849"/>
                  </a:lnTo>
                  <a:lnTo>
                    <a:pt x="321514" y="201916"/>
                  </a:lnTo>
                  <a:lnTo>
                    <a:pt x="296511" y="201390"/>
                  </a:lnTo>
                  <a:lnTo>
                    <a:pt x="321524" y="201390"/>
                  </a:lnTo>
                  <a:lnTo>
                    <a:pt x="321543" y="200455"/>
                  </a:lnTo>
                  <a:lnTo>
                    <a:pt x="395961" y="200455"/>
                  </a:lnTo>
                  <a:lnTo>
                    <a:pt x="376863" y="199229"/>
                  </a:lnTo>
                  <a:close/>
                </a:path>
                <a:path w="1541779" h="334645">
                  <a:moveTo>
                    <a:pt x="395961" y="200455"/>
                  </a:moveTo>
                  <a:lnTo>
                    <a:pt x="321543" y="200455"/>
                  </a:lnTo>
                  <a:lnTo>
                    <a:pt x="350714" y="201068"/>
                  </a:lnTo>
                  <a:lnTo>
                    <a:pt x="350685" y="202528"/>
                  </a:lnTo>
                  <a:lnTo>
                    <a:pt x="365949" y="202849"/>
                  </a:lnTo>
                  <a:lnTo>
                    <a:pt x="379832" y="202849"/>
                  </a:lnTo>
                  <a:lnTo>
                    <a:pt x="379851" y="201916"/>
                  </a:lnTo>
                  <a:lnTo>
                    <a:pt x="390990" y="201916"/>
                  </a:lnTo>
                  <a:lnTo>
                    <a:pt x="372896" y="201536"/>
                  </a:lnTo>
                  <a:lnTo>
                    <a:pt x="433370" y="201536"/>
                  </a:lnTo>
                  <a:lnTo>
                    <a:pt x="433382" y="201390"/>
                  </a:lnTo>
                  <a:lnTo>
                    <a:pt x="428375" y="201068"/>
                  </a:lnTo>
                  <a:lnTo>
                    <a:pt x="405520" y="201068"/>
                  </a:lnTo>
                  <a:lnTo>
                    <a:pt x="395961" y="200455"/>
                  </a:lnTo>
                  <a:close/>
                </a:path>
                <a:path w="1541779" h="334645">
                  <a:moveTo>
                    <a:pt x="321524" y="201390"/>
                  </a:moveTo>
                  <a:lnTo>
                    <a:pt x="296511" y="201390"/>
                  </a:lnTo>
                  <a:lnTo>
                    <a:pt x="321514" y="201916"/>
                  </a:lnTo>
                  <a:lnTo>
                    <a:pt x="321524" y="201390"/>
                  </a:lnTo>
                  <a:close/>
                </a:path>
                <a:path w="1541779" h="334645">
                  <a:moveTo>
                    <a:pt x="379858" y="201536"/>
                  </a:moveTo>
                  <a:lnTo>
                    <a:pt x="372896" y="201536"/>
                  </a:lnTo>
                  <a:lnTo>
                    <a:pt x="390990" y="201916"/>
                  </a:lnTo>
                  <a:lnTo>
                    <a:pt x="379851" y="201916"/>
                  </a:lnTo>
                  <a:lnTo>
                    <a:pt x="379858" y="201536"/>
                  </a:lnTo>
                  <a:close/>
                </a:path>
                <a:path w="1541779" h="334645">
                  <a:moveTo>
                    <a:pt x="234033" y="200075"/>
                  </a:moveTo>
                  <a:lnTo>
                    <a:pt x="234003" y="201536"/>
                  </a:lnTo>
                  <a:lnTo>
                    <a:pt x="263157" y="201536"/>
                  </a:lnTo>
                  <a:lnTo>
                    <a:pt x="263174" y="200689"/>
                  </a:lnTo>
                  <a:lnTo>
                    <a:pt x="234033" y="200075"/>
                  </a:lnTo>
                  <a:close/>
                </a:path>
                <a:path w="1541779" h="334645">
                  <a:moveTo>
                    <a:pt x="1541533" y="196193"/>
                  </a:moveTo>
                  <a:lnTo>
                    <a:pt x="375246" y="196193"/>
                  </a:lnTo>
                  <a:lnTo>
                    <a:pt x="404357" y="198061"/>
                  </a:lnTo>
                  <a:lnTo>
                    <a:pt x="404270" y="199522"/>
                  </a:lnTo>
                  <a:lnTo>
                    <a:pt x="433382" y="201390"/>
                  </a:lnTo>
                  <a:lnTo>
                    <a:pt x="433470" y="199929"/>
                  </a:lnTo>
                  <a:lnTo>
                    <a:pt x="1541533" y="199929"/>
                  </a:lnTo>
                  <a:lnTo>
                    <a:pt x="1541533" y="196193"/>
                  </a:lnTo>
                  <a:close/>
                </a:path>
                <a:path w="1541779" h="334645">
                  <a:moveTo>
                    <a:pt x="404270" y="199522"/>
                  </a:moveTo>
                  <a:lnTo>
                    <a:pt x="404147" y="201068"/>
                  </a:lnTo>
                  <a:lnTo>
                    <a:pt x="428375" y="201068"/>
                  </a:lnTo>
                  <a:lnTo>
                    <a:pt x="404270" y="199522"/>
                  </a:lnTo>
                  <a:close/>
                </a:path>
                <a:path w="1541779" h="334645">
                  <a:moveTo>
                    <a:pt x="375126" y="198061"/>
                  </a:moveTo>
                  <a:lnTo>
                    <a:pt x="207669" y="198061"/>
                  </a:lnTo>
                  <a:lnTo>
                    <a:pt x="234062" y="198616"/>
                  </a:lnTo>
                  <a:lnTo>
                    <a:pt x="234033" y="200075"/>
                  </a:lnTo>
                  <a:lnTo>
                    <a:pt x="263174" y="200689"/>
                  </a:lnTo>
                  <a:lnTo>
                    <a:pt x="263203" y="199229"/>
                  </a:lnTo>
                  <a:lnTo>
                    <a:pt x="375033" y="199229"/>
                  </a:lnTo>
                  <a:lnTo>
                    <a:pt x="375126" y="198061"/>
                  </a:lnTo>
                  <a:close/>
                </a:path>
                <a:path w="1541779" h="334645">
                  <a:moveTo>
                    <a:pt x="175691" y="198850"/>
                  </a:moveTo>
                  <a:lnTo>
                    <a:pt x="175662" y="200309"/>
                  </a:lnTo>
                  <a:lnTo>
                    <a:pt x="204845" y="200309"/>
                  </a:lnTo>
                  <a:lnTo>
                    <a:pt x="204861" y="199522"/>
                  </a:lnTo>
                  <a:lnTo>
                    <a:pt x="207640" y="199522"/>
                  </a:lnTo>
                  <a:lnTo>
                    <a:pt x="175691" y="198850"/>
                  </a:lnTo>
                  <a:close/>
                </a:path>
                <a:path w="1541779" h="334645">
                  <a:moveTo>
                    <a:pt x="338696" y="196777"/>
                  </a:moveTo>
                  <a:lnTo>
                    <a:pt x="146551" y="196777"/>
                  </a:lnTo>
                  <a:lnTo>
                    <a:pt x="175721" y="197389"/>
                  </a:lnTo>
                  <a:lnTo>
                    <a:pt x="175691" y="198850"/>
                  </a:lnTo>
                  <a:lnTo>
                    <a:pt x="207640" y="199522"/>
                  </a:lnTo>
                  <a:lnTo>
                    <a:pt x="204861" y="199522"/>
                  </a:lnTo>
                  <a:lnTo>
                    <a:pt x="204890" y="198061"/>
                  </a:lnTo>
                  <a:lnTo>
                    <a:pt x="375126" y="198061"/>
                  </a:lnTo>
                  <a:lnTo>
                    <a:pt x="375159" y="197652"/>
                  </a:lnTo>
                  <a:lnTo>
                    <a:pt x="368786" y="197243"/>
                  </a:lnTo>
                  <a:lnTo>
                    <a:pt x="345959" y="197243"/>
                  </a:lnTo>
                  <a:lnTo>
                    <a:pt x="338696" y="196777"/>
                  </a:lnTo>
                  <a:close/>
                </a:path>
                <a:path w="1541779" h="334645">
                  <a:moveTo>
                    <a:pt x="319578" y="195550"/>
                  </a:moveTo>
                  <a:lnTo>
                    <a:pt x="88239" y="195550"/>
                  </a:lnTo>
                  <a:lnTo>
                    <a:pt x="118768" y="196193"/>
                  </a:lnTo>
                  <a:lnTo>
                    <a:pt x="117380" y="196193"/>
                  </a:lnTo>
                  <a:lnTo>
                    <a:pt x="117319" y="199229"/>
                  </a:lnTo>
                  <a:lnTo>
                    <a:pt x="146502" y="199229"/>
                  </a:lnTo>
                  <a:lnTo>
                    <a:pt x="146522" y="198236"/>
                  </a:lnTo>
                  <a:lnTo>
                    <a:pt x="118740" y="197652"/>
                  </a:lnTo>
                  <a:lnTo>
                    <a:pt x="146534" y="197652"/>
                  </a:lnTo>
                  <a:lnTo>
                    <a:pt x="146551" y="196777"/>
                  </a:lnTo>
                  <a:lnTo>
                    <a:pt x="338696" y="196777"/>
                  </a:lnTo>
                  <a:lnTo>
                    <a:pt x="319578" y="195550"/>
                  </a:lnTo>
                  <a:close/>
                </a:path>
                <a:path w="1541779" h="334645">
                  <a:moveTo>
                    <a:pt x="146534" y="197652"/>
                  </a:moveTo>
                  <a:lnTo>
                    <a:pt x="118740" y="197652"/>
                  </a:lnTo>
                  <a:lnTo>
                    <a:pt x="146522" y="198236"/>
                  </a:lnTo>
                  <a:lnTo>
                    <a:pt x="146534" y="197652"/>
                  </a:lnTo>
                  <a:close/>
                </a:path>
                <a:path w="1541779" h="334645">
                  <a:moveTo>
                    <a:pt x="59039" y="196397"/>
                  </a:moveTo>
                  <a:lnTo>
                    <a:pt x="59010" y="197857"/>
                  </a:lnTo>
                  <a:lnTo>
                    <a:pt x="88193" y="197857"/>
                  </a:lnTo>
                  <a:lnTo>
                    <a:pt x="88210" y="197010"/>
                  </a:lnTo>
                  <a:lnTo>
                    <a:pt x="59039" y="196397"/>
                  </a:lnTo>
                  <a:close/>
                </a:path>
                <a:path w="1541779" h="334645">
                  <a:moveTo>
                    <a:pt x="1541533" y="192455"/>
                  </a:moveTo>
                  <a:lnTo>
                    <a:pt x="317022" y="192455"/>
                  </a:lnTo>
                  <a:lnTo>
                    <a:pt x="346134" y="194325"/>
                  </a:lnTo>
                  <a:lnTo>
                    <a:pt x="346047" y="195784"/>
                  </a:lnTo>
                  <a:lnTo>
                    <a:pt x="375159" y="197652"/>
                  </a:lnTo>
                  <a:lnTo>
                    <a:pt x="375246" y="196193"/>
                  </a:lnTo>
                  <a:lnTo>
                    <a:pt x="1541533" y="196193"/>
                  </a:lnTo>
                  <a:lnTo>
                    <a:pt x="1541533" y="192455"/>
                  </a:lnTo>
                  <a:close/>
                </a:path>
                <a:path w="1541779" h="334645">
                  <a:moveTo>
                    <a:pt x="346047" y="195784"/>
                  </a:moveTo>
                  <a:lnTo>
                    <a:pt x="345959" y="197243"/>
                  </a:lnTo>
                  <a:lnTo>
                    <a:pt x="368786" y="197243"/>
                  </a:lnTo>
                  <a:lnTo>
                    <a:pt x="346047" y="195784"/>
                  </a:lnTo>
                  <a:close/>
                </a:path>
                <a:path w="1541779" h="334645">
                  <a:moveTo>
                    <a:pt x="316910" y="194325"/>
                  </a:moveTo>
                  <a:lnTo>
                    <a:pt x="29899" y="194325"/>
                  </a:lnTo>
                  <a:lnTo>
                    <a:pt x="59068" y="194937"/>
                  </a:lnTo>
                  <a:lnTo>
                    <a:pt x="59039" y="196397"/>
                  </a:lnTo>
                  <a:lnTo>
                    <a:pt x="88210" y="197010"/>
                  </a:lnTo>
                  <a:lnTo>
                    <a:pt x="88239" y="195550"/>
                  </a:lnTo>
                  <a:lnTo>
                    <a:pt x="319578" y="195550"/>
                  </a:lnTo>
                  <a:lnTo>
                    <a:pt x="316847" y="195375"/>
                  </a:lnTo>
                  <a:lnTo>
                    <a:pt x="316910" y="194325"/>
                  </a:lnTo>
                  <a:close/>
                </a:path>
                <a:path w="1541779" h="334645">
                  <a:moveTo>
                    <a:pt x="0" y="173596"/>
                  </a:moveTo>
                  <a:lnTo>
                    <a:pt x="0" y="193711"/>
                  </a:lnTo>
                  <a:lnTo>
                    <a:pt x="728" y="193711"/>
                  </a:lnTo>
                  <a:lnTo>
                    <a:pt x="699" y="195171"/>
                  </a:lnTo>
                  <a:lnTo>
                    <a:pt x="29870" y="195784"/>
                  </a:lnTo>
                  <a:lnTo>
                    <a:pt x="29899" y="194325"/>
                  </a:lnTo>
                  <a:lnTo>
                    <a:pt x="316910" y="194325"/>
                  </a:lnTo>
                  <a:lnTo>
                    <a:pt x="316934" y="193916"/>
                  </a:lnTo>
                  <a:lnTo>
                    <a:pt x="310566" y="193507"/>
                  </a:lnTo>
                  <a:lnTo>
                    <a:pt x="287735" y="193507"/>
                  </a:lnTo>
                  <a:lnTo>
                    <a:pt x="258624" y="191639"/>
                  </a:lnTo>
                  <a:lnTo>
                    <a:pt x="258710" y="190178"/>
                  </a:lnTo>
                  <a:lnTo>
                    <a:pt x="252338" y="189769"/>
                  </a:lnTo>
                  <a:lnTo>
                    <a:pt x="229511" y="189769"/>
                  </a:lnTo>
                  <a:lnTo>
                    <a:pt x="200399" y="187901"/>
                  </a:lnTo>
                  <a:lnTo>
                    <a:pt x="200487" y="186442"/>
                  </a:lnTo>
                  <a:lnTo>
                    <a:pt x="194118" y="186033"/>
                  </a:lnTo>
                  <a:lnTo>
                    <a:pt x="171287" y="186033"/>
                  </a:lnTo>
                  <a:lnTo>
                    <a:pt x="142175" y="184165"/>
                  </a:lnTo>
                  <a:lnTo>
                    <a:pt x="142262" y="182733"/>
                  </a:lnTo>
                  <a:lnTo>
                    <a:pt x="135890" y="182325"/>
                  </a:lnTo>
                  <a:lnTo>
                    <a:pt x="113063" y="182325"/>
                  </a:lnTo>
                  <a:lnTo>
                    <a:pt x="83952" y="180456"/>
                  </a:lnTo>
                  <a:lnTo>
                    <a:pt x="84039" y="178997"/>
                  </a:lnTo>
                  <a:lnTo>
                    <a:pt x="77671" y="178588"/>
                  </a:lnTo>
                  <a:lnTo>
                    <a:pt x="54839" y="178588"/>
                  </a:lnTo>
                  <a:lnTo>
                    <a:pt x="25727" y="176719"/>
                  </a:lnTo>
                  <a:lnTo>
                    <a:pt x="25815" y="175260"/>
                  </a:lnTo>
                  <a:lnTo>
                    <a:pt x="0" y="173596"/>
                  </a:lnTo>
                  <a:close/>
                </a:path>
                <a:path w="1541779" h="334645">
                  <a:moveTo>
                    <a:pt x="1541533" y="188719"/>
                  </a:moveTo>
                  <a:lnTo>
                    <a:pt x="258798" y="188719"/>
                  </a:lnTo>
                  <a:lnTo>
                    <a:pt x="287910" y="190587"/>
                  </a:lnTo>
                  <a:lnTo>
                    <a:pt x="287822" y="192046"/>
                  </a:lnTo>
                  <a:lnTo>
                    <a:pt x="316934" y="193916"/>
                  </a:lnTo>
                  <a:lnTo>
                    <a:pt x="317022" y="192455"/>
                  </a:lnTo>
                  <a:lnTo>
                    <a:pt x="1541533" y="192455"/>
                  </a:lnTo>
                  <a:lnTo>
                    <a:pt x="1541533" y="188719"/>
                  </a:lnTo>
                  <a:close/>
                </a:path>
                <a:path w="1541779" h="334645">
                  <a:moveTo>
                    <a:pt x="287822" y="192046"/>
                  </a:moveTo>
                  <a:lnTo>
                    <a:pt x="287735" y="193507"/>
                  </a:lnTo>
                  <a:lnTo>
                    <a:pt x="310566" y="193507"/>
                  </a:lnTo>
                  <a:lnTo>
                    <a:pt x="287822" y="192046"/>
                  </a:lnTo>
                  <a:close/>
                </a:path>
                <a:path w="1541779" h="334645">
                  <a:moveTo>
                    <a:pt x="1541533" y="184981"/>
                  </a:moveTo>
                  <a:lnTo>
                    <a:pt x="200574" y="184981"/>
                  </a:lnTo>
                  <a:lnTo>
                    <a:pt x="229687" y="186850"/>
                  </a:lnTo>
                  <a:lnTo>
                    <a:pt x="229599" y="188310"/>
                  </a:lnTo>
                  <a:lnTo>
                    <a:pt x="258710" y="190178"/>
                  </a:lnTo>
                  <a:lnTo>
                    <a:pt x="258798" y="188719"/>
                  </a:lnTo>
                  <a:lnTo>
                    <a:pt x="1541533" y="188719"/>
                  </a:lnTo>
                  <a:lnTo>
                    <a:pt x="1541533" y="184981"/>
                  </a:lnTo>
                  <a:close/>
                </a:path>
                <a:path w="1541779" h="334645">
                  <a:moveTo>
                    <a:pt x="229599" y="188310"/>
                  </a:moveTo>
                  <a:lnTo>
                    <a:pt x="229511" y="189769"/>
                  </a:lnTo>
                  <a:lnTo>
                    <a:pt x="252338" y="189769"/>
                  </a:lnTo>
                  <a:lnTo>
                    <a:pt x="229599" y="188310"/>
                  </a:lnTo>
                  <a:close/>
                </a:path>
                <a:path w="1541779" h="334645">
                  <a:moveTo>
                    <a:pt x="1541533" y="181274"/>
                  </a:moveTo>
                  <a:lnTo>
                    <a:pt x="142350" y="181274"/>
                  </a:lnTo>
                  <a:lnTo>
                    <a:pt x="171462" y="183142"/>
                  </a:lnTo>
                  <a:lnTo>
                    <a:pt x="171375" y="184572"/>
                  </a:lnTo>
                  <a:lnTo>
                    <a:pt x="200487" y="186442"/>
                  </a:lnTo>
                  <a:lnTo>
                    <a:pt x="200574" y="184981"/>
                  </a:lnTo>
                  <a:lnTo>
                    <a:pt x="1541533" y="184981"/>
                  </a:lnTo>
                  <a:lnTo>
                    <a:pt x="1541533" y="181274"/>
                  </a:lnTo>
                  <a:close/>
                </a:path>
                <a:path w="1541779" h="334645">
                  <a:moveTo>
                    <a:pt x="171375" y="184572"/>
                  </a:moveTo>
                  <a:lnTo>
                    <a:pt x="171287" y="186033"/>
                  </a:lnTo>
                  <a:lnTo>
                    <a:pt x="194118" y="186033"/>
                  </a:lnTo>
                  <a:lnTo>
                    <a:pt x="171375" y="184572"/>
                  </a:lnTo>
                  <a:close/>
                </a:path>
                <a:path w="1541779" h="334645">
                  <a:moveTo>
                    <a:pt x="1541533" y="177537"/>
                  </a:moveTo>
                  <a:lnTo>
                    <a:pt x="84126" y="177537"/>
                  </a:lnTo>
                  <a:lnTo>
                    <a:pt x="113238" y="179405"/>
                  </a:lnTo>
                  <a:lnTo>
                    <a:pt x="113150" y="180865"/>
                  </a:lnTo>
                  <a:lnTo>
                    <a:pt x="142262" y="182733"/>
                  </a:lnTo>
                  <a:lnTo>
                    <a:pt x="142350" y="181274"/>
                  </a:lnTo>
                  <a:lnTo>
                    <a:pt x="1541533" y="181274"/>
                  </a:lnTo>
                  <a:lnTo>
                    <a:pt x="1541533" y="177537"/>
                  </a:lnTo>
                  <a:close/>
                </a:path>
                <a:path w="1541779" h="334645">
                  <a:moveTo>
                    <a:pt x="113150" y="180865"/>
                  </a:moveTo>
                  <a:lnTo>
                    <a:pt x="113063" y="182325"/>
                  </a:lnTo>
                  <a:lnTo>
                    <a:pt x="135890" y="182325"/>
                  </a:lnTo>
                  <a:lnTo>
                    <a:pt x="113150" y="180865"/>
                  </a:lnTo>
                  <a:close/>
                </a:path>
                <a:path w="1541779" h="334645">
                  <a:moveTo>
                    <a:pt x="1541533" y="173800"/>
                  </a:moveTo>
                  <a:lnTo>
                    <a:pt x="25902" y="173800"/>
                  </a:lnTo>
                  <a:lnTo>
                    <a:pt x="55015" y="175668"/>
                  </a:lnTo>
                  <a:lnTo>
                    <a:pt x="54927" y="177128"/>
                  </a:lnTo>
                  <a:lnTo>
                    <a:pt x="84039" y="178997"/>
                  </a:lnTo>
                  <a:lnTo>
                    <a:pt x="84126" y="177537"/>
                  </a:lnTo>
                  <a:lnTo>
                    <a:pt x="1541533" y="177537"/>
                  </a:lnTo>
                  <a:lnTo>
                    <a:pt x="1541533" y="173800"/>
                  </a:lnTo>
                  <a:close/>
                </a:path>
                <a:path w="1541779" h="334645">
                  <a:moveTo>
                    <a:pt x="54927" y="177128"/>
                  </a:moveTo>
                  <a:lnTo>
                    <a:pt x="54839" y="178588"/>
                  </a:lnTo>
                  <a:lnTo>
                    <a:pt x="77671" y="178588"/>
                  </a:lnTo>
                  <a:lnTo>
                    <a:pt x="54927" y="177128"/>
                  </a:lnTo>
                  <a:close/>
                </a:path>
                <a:path w="1541779" h="334645">
                  <a:moveTo>
                    <a:pt x="1541533" y="0"/>
                  </a:moveTo>
                  <a:lnTo>
                    <a:pt x="0" y="0"/>
                  </a:lnTo>
                  <a:lnTo>
                    <a:pt x="0" y="173596"/>
                  </a:lnTo>
                  <a:lnTo>
                    <a:pt x="25815" y="175260"/>
                  </a:lnTo>
                  <a:lnTo>
                    <a:pt x="25902" y="173800"/>
                  </a:lnTo>
                  <a:lnTo>
                    <a:pt x="1541533" y="173800"/>
                  </a:lnTo>
                  <a:lnTo>
                    <a:pt x="1541533" y="0"/>
                  </a:lnTo>
                  <a:close/>
                </a:path>
              </a:pathLst>
            </a:custGeom>
            <a:solidFill>
              <a:srgbClr val="33A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66586" y="7089987"/>
              <a:ext cx="21590" cy="635"/>
            </a:xfrm>
            <a:custGeom>
              <a:avLst/>
              <a:gdLst/>
              <a:ahLst/>
              <a:cxnLst/>
              <a:rect l="l" t="t" r="r" b="b"/>
              <a:pathLst>
                <a:path w="21589" h="634">
                  <a:moveTo>
                    <a:pt x="0" y="0"/>
                  </a:moveTo>
                  <a:lnTo>
                    <a:pt x="21207" y="4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87794" y="7090423"/>
              <a:ext cx="8255" cy="635"/>
            </a:xfrm>
            <a:custGeom>
              <a:avLst/>
              <a:gdLst/>
              <a:ahLst/>
              <a:cxnLst/>
              <a:rect l="l" t="t" r="r" b="b"/>
              <a:pathLst>
                <a:path w="8254" h="634">
                  <a:moveTo>
                    <a:pt x="0" y="0"/>
                  </a:moveTo>
                  <a:lnTo>
                    <a:pt x="7933" y="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8A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08247" y="7088760"/>
              <a:ext cx="29209" cy="635"/>
            </a:xfrm>
            <a:custGeom>
              <a:avLst/>
              <a:gdLst/>
              <a:ahLst/>
              <a:cxnLst/>
              <a:rect l="l" t="t" r="r" b="b"/>
              <a:pathLst>
                <a:path w="29210" h="634">
                  <a:moveTo>
                    <a:pt x="0" y="0"/>
                  </a:moveTo>
                  <a:lnTo>
                    <a:pt x="29169" y="6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49934" y="7087534"/>
              <a:ext cx="19685" cy="635"/>
            </a:xfrm>
            <a:custGeom>
              <a:avLst/>
              <a:gdLst/>
              <a:ahLst/>
              <a:cxnLst/>
              <a:rect l="l" t="t" r="r" b="b"/>
              <a:pathLst>
                <a:path w="19685" h="634">
                  <a:moveTo>
                    <a:pt x="0" y="0"/>
                  </a:moveTo>
                  <a:lnTo>
                    <a:pt x="19456" y="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09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69391" y="7087942"/>
              <a:ext cx="10160" cy="635"/>
            </a:xfrm>
            <a:custGeom>
              <a:avLst/>
              <a:gdLst/>
              <a:ahLst/>
              <a:cxnLst/>
              <a:rect l="l" t="t" r="r" b="b"/>
              <a:pathLst>
                <a:path w="10160" h="634">
                  <a:moveTo>
                    <a:pt x="0" y="0"/>
                  </a:moveTo>
                  <a:lnTo>
                    <a:pt x="9685" y="2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91594" y="7086307"/>
              <a:ext cx="29209" cy="635"/>
            </a:xfrm>
            <a:custGeom>
              <a:avLst/>
              <a:gdLst/>
              <a:ahLst/>
              <a:cxnLst/>
              <a:rect l="l" t="t" r="r" b="b"/>
              <a:pathLst>
                <a:path w="29210" h="634">
                  <a:moveTo>
                    <a:pt x="0" y="0"/>
                  </a:moveTo>
                  <a:lnTo>
                    <a:pt x="29169" y="6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09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33253" y="7085082"/>
              <a:ext cx="24130" cy="635"/>
            </a:xfrm>
            <a:custGeom>
              <a:avLst/>
              <a:gdLst/>
              <a:ahLst/>
              <a:cxnLst/>
              <a:rect l="l" t="t" r="r" b="b"/>
              <a:pathLst>
                <a:path w="24129" h="634">
                  <a:moveTo>
                    <a:pt x="0" y="0"/>
                  </a:moveTo>
                  <a:lnTo>
                    <a:pt x="23891" y="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9F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57144" y="7085577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4" h="634">
                  <a:moveTo>
                    <a:pt x="0" y="0"/>
                  </a:moveTo>
                  <a:lnTo>
                    <a:pt x="5279" y="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09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26941" y="7076556"/>
              <a:ext cx="7620" cy="635"/>
            </a:xfrm>
            <a:custGeom>
              <a:avLst/>
              <a:gdLst/>
              <a:ahLst/>
              <a:cxnLst/>
              <a:rect l="l" t="t" r="r" b="b"/>
              <a:pathLst>
                <a:path w="7619" h="634">
                  <a:moveTo>
                    <a:pt x="0" y="0"/>
                  </a:moveTo>
                  <a:lnTo>
                    <a:pt x="7292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75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70692" y="7092819"/>
              <a:ext cx="438150" cy="12700"/>
            </a:xfrm>
            <a:custGeom>
              <a:avLst/>
              <a:gdLst/>
              <a:ahLst/>
              <a:cxnLst/>
              <a:rect l="l" t="t" r="r" b="b"/>
              <a:pathLst>
                <a:path w="438150" h="12700">
                  <a:moveTo>
                    <a:pt x="408354" y="8816"/>
                  </a:moveTo>
                  <a:lnTo>
                    <a:pt x="408296" y="11502"/>
                  </a:lnTo>
                  <a:lnTo>
                    <a:pt x="437466" y="12115"/>
                  </a:lnTo>
                  <a:lnTo>
                    <a:pt x="437501" y="10392"/>
                  </a:lnTo>
                  <a:lnTo>
                    <a:pt x="432536" y="10392"/>
                  </a:lnTo>
                  <a:lnTo>
                    <a:pt x="408354" y="8816"/>
                  </a:lnTo>
                  <a:close/>
                </a:path>
                <a:path w="438150" h="12700">
                  <a:moveTo>
                    <a:pt x="437525" y="9225"/>
                  </a:moveTo>
                  <a:lnTo>
                    <a:pt x="432616" y="9225"/>
                  </a:lnTo>
                  <a:lnTo>
                    <a:pt x="432536" y="10392"/>
                  </a:lnTo>
                  <a:lnTo>
                    <a:pt x="437501" y="10392"/>
                  </a:lnTo>
                  <a:lnTo>
                    <a:pt x="437525" y="9225"/>
                  </a:lnTo>
                  <a:close/>
                </a:path>
                <a:path w="438150" h="12700">
                  <a:moveTo>
                    <a:pt x="350014" y="7357"/>
                  </a:moveTo>
                  <a:lnTo>
                    <a:pt x="349956" y="10276"/>
                  </a:lnTo>
                  <a:lnTo>
                    <a:pt x="379125" y="10888"/>
                  </a:lnTo>
                  <a:lnTo>
                    <a:pt x="379183" y="7969"/>
                  </a:lnTo>
                  <a:lnTo>
                    <a:pt x="350014" y="7357"/>
                  </a:lnTo>
                  <a:close/>
                </a:path>
                <a:path w="438150" h="12700">
                  <a:moveTo>
                    <a:pt x="291702" y="6130"/>
                  </a:moveTo>
                  <a:lnTo>
                    <a:pt x="291644" y="9050"/>
                  </a:lnTo>
                  <a:lnTo>
                    <a:pt x="320814" y="9663"/>
                  </a:lnTo>
                  <a:lnTo>
                    <a:pt x="320873" y="6743"/>
                  </a:lnTo>
                  <a:lnTo>
                    <a:pt x="291702" y="6130"/>
                  </a:lnTo>
                  <a:close/>
                </a:path>
                <a:path w="438150" h="12700">
                  <a:moveTo>
                    <a:pt x="233362" y="4904"/>
                  </a:moveTo>
                  <a:lnTo>
                    <a:pt x="233304" y="7823"/>
                  </a:lnTo>
                  <a:lnTo>
                    <a:pt x="262473" y="8436"/>
                  </a:lnTo>
                  <a:lnTo>
                    <a:pt x="262531" y="5516"/>
                  </a:lnTo>
                  <a:lnTo>
                    <a:pt x="233362" y="4904"/>
                  </a:lnTo>
                  <a:close/>
                </a:path>
                <a:path w="438150" h="12700">
                  <a:moveTo>
                    <a:pt x="175050" y="3677"/>
                  </a:moveTo>
                  <a:lnTo>
                    <a:pt x="174992" y="6597"/>
                  </a:lnTo>
                  <a:lnTo>
                    <a:pt x="204162" y="7211"/>
                  </a:lnTo>
                  <a:lnTo>
                    <a:pt x="204221" y="4291"/>
                  </a:lnTo>
                  <a:lnTo>
                    <a:pt x="175050" y="3677"/>
                  </a:lnTo>
                  <a:close/>
                </a:path>
                <a:path w="438150" h="12700">
                  <a:moveTo>
                    <a:pt x="116710" y="2452"/>
                  </a:moveTo>
                  <a:lnTo>
                    <a:pt x="116652" y="5370"/>
                  </a:lnTo>
                  <a:lnTo>
                    <a:pt x="145821" y="5984"/>
                  </a:lnTo>
                  <a:lnTo>
                    <a:pt x="145879" y="3064"/>
                  </a:lnTo>
                  <a:lnTo>
                    <a:pt x="116710" y="2452"/>
                  </a:lnTo>
                  <a:close/>
                </a:path>
                <a:path w="438150" h="12700">
                  <a:moveTo>
                    <a:pt x="58398" y="1225"/>
                  </a:moveTo>
                  <a:lnTo>
                    <a:pt x="58339" y="4145"/>
                  </a:lnTo>
                  <a:lnTo>
                    <a:pt x="87481" y="4758"/>
                  </a:lnTo>
                  <a:lnTo>
                    <a:pt x="87539" y="1838"/>
                  </a:lnTo>
                  <a:lnTo>
                    <a:pt x="58398" y="1225"/>
                  </a:lnTo>
                  <a:close/>
                </a:path>
                <a:path w="438150" h="12700">
                  <a:moveTo>
                    <a:pt x="58" y="0"/>
                  </a:moveTo>
                  <a:lnTo>
                    <a:pt x="0" y="2918"/>
                  </a:lnTo>
                  <a:lnTo>
                    <a:pt x="29169" y="3531"/>
                  </a:lnTo>
                  <a:lnTo>
                    <a:pt x="29227" y="612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5B6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12351" y="7091592"/>
              <a:ext cx="28575" cy="3810"/>
            </a:xfrm>
            <a:custGeom>
              <a:avLst/>
              <a:gdLst/>
              <a:ahLst/>
              <a:cxnLst/>
              <a:rect l="l" t="t" r="r" b="b"/>
              <a:pathLst>
                <a:path w="28575" h="3809">
                  <a:moveTo>
                    <a:pt x="87" y="0"/>
                  </a:moveTo>
                  <a:lnTo>
                    <a:pt x="0" y="2919"/>
                  </a:lnTo>
                  <a:lnTo>
                    <a:pt x="28500" y="3533"/>
                  </a:lnTo>
                  <a:lnTo>
                    <a:pt x="28500" y="613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5C6F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640851" y="7092205"/>
              <a:ext cx="1270" cy="3175"/>
            </a:xfrm>
            <a:custGeom>
              <a:avLst/>
              <a:gdLst/>
              <a:ahLst/>
              <a:cxnLst/>
              <a:rect l="l" t="t" r="r" b="b"/>
              <a:pathLst>
                <a:path w="1270" h="3175">
                  <a:moveTo>
                    <a:pt x="728" y="0"/>
                  </a:moveTo>
                  <a:lnTo>
                    <a:pt x="0" y="0"/>
                  </a:lnTo>
                  <a:lnTo>
                    <a:pt x="0" y="2919"/>
                  </a:lnTo>
                  <a:lnTo>
                    <a:pt x="670" y="2919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rgbClr val="5B6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95699" y="7089140"/>
              <a:ext cx="87630" cy="5080"/>
            </a:xfrm>
            <a:custGeom>
              <a:avLst/>
              <a:gdLst/>
              <a:ahLst/>
              <a:cxnLst/>
              <a:rect l="l" t="t" r="r" b="b"/>
              <a:pathLst>
                <a:path w="87629" h="5079">
                  <a:moveTo>
                    <a:pt x="58398" y="1226"/>
                  </a:moveTo>
                  <a:lnTo>
                    <a:pt x="58341" y="4145"/>
                  </a:lnTo>
                  <a:lnTo>
                    <a:pt x="87510" y="4758"/>
                  </a:lnTo>
                  <a:lnTo>
                    <a:pt x="87569" y="1838"/>
                  </a:lnTo>
                  <a:lnTo>
                    <a:pt x="58398" y="1226"/>
                  </a:lnTo>
                  <a:close/>
                </a:path>
                <a:path w="87629" h="5079">
                  <a:moveTo>
                    <a:pt x="58" y="0"/>
                  </a:moveTo>
                  <a:lnTo>
                    <a:pt x="0" y="2919"/>
                  </a:lnTo>
                  <a:lnTo>
                    <a:pt x="29170" y="3533"/>
                  </a:lnTo>
                  <a:lnTo>
                    <a:pt x="29229" y="613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5C6F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79047" y="7086687"/>
              <a:ext cx="87630" cy="5080"/>
            </a:xfrm>
            <a:custGeom>
              <a:avLst/>
              <a:gdLst/>
              <a:ahLst/>
              <a:cxnLst/>
              <a:rect l="l" t="t" r="r" b="b"/>
              <a:pathLst>
                <a:path w="87629" h="5079">
                  <a:moveTo>
                    <a:pt x="58398" y="1225"/>
                  </a:moveTo>
                  <a:lnTo>
                    <a:pt x="58341" y="4145"/>
                  </a:lnTo>
                  <a:lnTo>
                    <a:pt x="87510" y="4758"/>
                  </a:lnTo>
                  <a:lnTo>
                    <a:pt x="87569" y="1838"/>
                  </a:lnTo>
                  <a:lnTo>
                    <a:pt x="58398" y="1225"/>
                  </a:lnTo>
                  <a:close/>
                </a:path>
                <a:path w="87629" h="5079">
                  <a:moveTo>
                    <a:pt x="58" y="0"/>
                  </a:moveTo>
                  <a:lnTo>
                    <a:pt x="0" y="2919"/>
                  </a:lnTo>
                  <a:lnTo>
                    <a:pt x="29170" y="3533"/>
                  </a:lnTo>
                  <a:lnTo>
                    <a:pt x="29229" y="613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6071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62395" y="7084235"/>
              <a:ext cx="87630" cy="5080"/>
            </a:xfrm>
            <a:custGeom>
              <a:avLst/>
              <a:gdLst/>
              <a:ahLst/>
              <a:cxnLst/>
              <a:rect l="l" t="t" r="r" b="b"/>
              <a:pathLst>
                <a:path w="87629" h="5079">
                  <a:moveTo>
                    <a:pt x="58398" y="1225"/>
                  </a:moveTo>
                  <a:lnTo>
                    <a:pt x="58339" y="4145"/>
                  </a:lnTo>
                  <a:lnTo>
                    <a:pt x="87481" y="4758"/>
                  </a:lnTo>
                  <a:lnTo>
                    <a:pt x="87569" y="1838"/>
                  </a:lnTo>
                  <a:lnTo>
                    <a:pt x="58398" y="1225"/>
                  </a:lnTo>
                  <a:close/>
                </a:path>
                <a:path w="87629" h="5079">
                  <a:moveTo>
                    <a:pt x="58" y="0"/>
                  </a:moveTo>
                  <a:lnTo>
                    <a:pt x="0" y="2919"/>
                  </a:lnTo>
                  <a:lnTo>
                    <a:pt x="29170" y="3533"/>
                  </a:lnTo>
                  <a:lnTo>
                    <a:pt x="29229" y="613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697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4273" y="6931893"/>
              <a:ext cx="1193124" cy="12892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647391" y="7071359"/>
              <a:ext cx="586105" cy="15240"/>
            </a:xfrm>
            <a:custGeom>
              <a:avLst/>
              <a:gdLst/>
              <a:ahLst/>
              <a:cxnLst/>
              <a:rect l="l" t="t" r="r" b="b"/>
              <a:pathLst>
                <a:path w="586105" h="15240">
                  <a:moveTo>
                    <a:pt x="2628" y="0"/>
                  </a:moveTo>
                  <a:lnTo>
                    <a:pt x="0" y="0"/>
                  </a:lnTo>
                  <a:lnTo>
                    <a:pt x="0" y="2921"/>
                  </a:lnTo>
                  <a:lnTo>
                    <a:pt x="2565" y="2921"/>
                  </a:lnTo>
                  <a:lnTo>
                    <a:pt x="2628" y="0"/>
                  </a:lnTo>
                  <a:close/>
                </a:path>
                <a:path w="586105" h="15240">
                  <a:moveTo>
                    <a:pt x="60934" y="1231"/>
                  </a:moveTo>
                  <a:lnTo>
                    <a:pt x="31800" y="622"/>
                  </a:lnTo>
                  <a:lnTo>
                    <a:pt x="31737" y="3543"/>
                  </a:lnTo>
                  <a:lnTo>
                    <a:pt x="60883" y="4152"/>
                  </a:lnTo>
                  <a:lnTo>
                    <a:pt x="60934" y="1231"/>
                  </a:lnTo>
                  <a:close/>
                </a:path>
                <a:path w="586105" h="15240">
                  <a:moveTo>
                    <a:pt x="119278" y="2463"/>
                  </a:moveTo>
                  <a:lnTo>
                    <a:pt x="90106" y="1841"/>
                  </a:lnTo>
                  <a:lnTo>
                    <a:pt x="90043" y="4762"/>
                  </a:lnTo>
                  <a:lnTo>
                    <a:pt x="119214" y="5372"/>
                  </a:lnTo>
                  <a:lnTo>
                    <a:pt x="119278" y="2463"/>
                  </a:lnTo>
                  <a:close/>
                </a:path>
                <a:path w="586105" h="15240">
                  <a:moveTo>
                    <a:pt x="177622" y="3683"/>
                  </a:moveTo>
                  <a:lnTo>
                    <a:pt x="148450" y="3073"/>
                  </a:lnTo>
                  <a:lnTo>
                    <a:pt x="148386" y="5994"/>
                  </a:lnTo>
                  <a:lnTo>
                    <a:pt x="177533" y="6604"/>
                  </a:lnTo>
                  <a:lnTo>
                    <a:pt x="177622" y="3683"/>
                  </a:lnTo>
                  <a:close/>
                </a:path>
                <a:path w="586105" h="15240">
                  <a:moveTo>
                    <a:pt x="235927" y="4914"/>
                  </a:moveTo>
                  <a:lnTo>
                    <a:pt x="206756" y="4292"/>
                  </a:lnTo>
                  <a:lnTo>
                    <a:pt x="206705" y="7213"/>
                  </a:lnTo>
                  <a:lnTo>
                    <a:pt x="235877" y="7835"/>
                  </a:lnTo>
                  <a:lnTo>
                    <a:pt x="235927" y="4914"/>
                  </a:lnTo>
                  <a:close/>
                </a:path>
                <a:path w="586105" h="15240">
                  <a:moveTo>
                    <a:pt x="294271" y="6134"/>
                  </a:moveTo>
                  <a:lnTo>
                    <a:pt x="265099" y="5524"/>
                  </a:lnTo>
                  <a:lnTo>
                    <a:pt x="265036" y="8445"/>
                  </a:lnTo>
                  <a:lnTo>
                    <a:pt x="294208" y="9055"/>
                  </a:lnTo>
                  <a:lnTo>
                    <a:pt x="294271" y="6134"/>
                  </a:lnTo>
                  <a:close/>
                </a:path>
                <a:path w="586105" h="15240">
                  <a:moveTo>
                    <a:pt x="352577" y="7366"/>
                  </a:moveTo>
                  <a:lnTo>
                    <a:pt x="323405" y="6743"/>
                  </a:lnTo>
                  <a:lnTo>
                    <a:pt x="323354" y="9664"/>
                  </a:lnTo>
                  <a:lnTo>
                    <a:pt x="352526" y="10287"/>
                  </a:lnTo>
                  <a:lnTo>
                    <a:pt x="352577" y="7366"/>
                  </a:lnTo>
                  <a:close/>
                </a:path>
                <a:path w="586105" h="15240">
                  <a:moveTo>
                    <a:pt x="410921" y="8585"/>
                  </a:moveTo>
                  <a:lnTo>
                    <a:pt x="381749" y="7975"/>
                  </a:lnTo>
                  <a:lnTo>
                    <a:pt x="381698" y="10896"/>
                  </a:lnTo>
                  <a:lnTo>
                    <a:pt x="410870" y="11506"/>
                  </a:lnTo>
                  <a:lnTo>
                    <a:pt x="410921" y="8585"/>
                  </a:lnTo>
                  <a:close/>
                </a:path>
                <a:path w="586105" h="15240">
                  <a:moveTo>
                    <a:pt x="469239" y="9817"/>
                  </a:moveTo>
                  <a:lnTo>
                    <a:pt x="440093" y="9207"/>
                  </a:lnTo>
                  <a:lnTo>
                    <a:pt x="440004" y="12115"/>
                  </a:lnTo>
                  <a:lnTo>
                    <a:pt x="469176" y="12738"/>
                  </a:lnTo>
                  <a:lnTo>
                    <a:pt x="469239" y="9817"/>
                  </a:lnTo>
                  <a:close/>
                </a:path>
                <a:path w="586105" h="15240">
                  <a:moveTo>
                    <a:pt x="527570" y="11036"/>
                  </a:moveTo>
                  <a:lnTo>
                    <a:pt x="498398" y="10426"/>
                  </a:lnTo>
                  <a:lnTo>
                    <a:pt x="498348" y="13347"/>
                  </a:lnTo>
                  <a:lnTo>
                    <a:pt x="527519" y="13957"/>
                  </a:lnTo>
                  <a:lnTo>
                    <a:pt x="527570" y="11036"/>
                  </a:lnTo>
                  <a:close/>
                </a:path>
                <a:path w="586105" h="15240">
                  <a:moveTo>
                    <a:pt x="585889" y="12268"/>
                  </a:moveTo>
                  <a:lnTo>
                    <a:pt x="556742" y="11658"/>
                  </a:lnTo>
                  <a:lnTo>
                    <a:pt x="556691" y="14579"/>
                  </a:lnTo>
                  <a:lnTo>
                    <a:pt x="585825" y="15189"/>
                  </a:lnTo>
                  <a:lnTo>
                    <a:pt x="585889" y="12268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037504" y="7066367"/>
              <a:ext cx="610235" cy="0"/>
            </a:xfrm>
            <a:custGeom>
              <a:avLst/>
              <a:gdLst/>
              <a:ahLst/>
              <a:cxnLst/>
              <a:rect l="l" t="t" r="r" b="b"/>
              <a:pathLst>
                <a:path w="610235">
                  <a:moveTo>
                    <a:pt x="0" y="0"/>
                  </a:moveTo>
                  <a:lnTo>
                    <a:pt x="609893" y="0"/>
                  </a:lnTo>
                </a:path>
              </a:pathLst>
            </a:custGeom>
            <a:ln w="157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107254" y="7101986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70" h="634">
                  <a:moveTo>
                    <a:pt x="0" y="0"/>
                  </a:moveTo>
                  <a:lnTo>
                    <a:pt x="962" y="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79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37554" y="7071885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10" h="634">
                  <a:moveTo>
                    <a:pt x="0" y="0"/>
                  </a:moveTo>
                  <a:lnTo>
                    <a:pt x="3296" y="2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8A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40851" y="7072090"/>
              <a:ext cx="26034" cy="1905"/>
            </a:xfrm>
            <a:custGeom>
              <a:avLst/>
              <a:gdLst/>
              <a:ahLst/>
              <a:cxnLst/>
              <a:rect l="l" t="t" r="r" b="b"/>
              <a:pathLst>
                <a:path w="26035" h="1904">
                  <a:moveTo>
                    <a:pt x="0" y="0"/>
                  </a:moveTo>
                  <a:lnTo>
                    <a:pt x="25815" y="16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8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62911" y="7060674"/>
              <a:ext cx="25400" cy="1905"/>
            </a:xfrm>
            <a:custGeom>
              <a:avLst/>
              <a:gdLst/>
              <a:ahLst/>
              <a:cxnLst/>
              <a:rect l="l" t="t" r="r" b="b"/>
              <a:pathLst>
                <a:path w="25400" h="1904">
                  <a:moveTo>
                    <a:pt x="0" y="0"/>
                  </a:moveTo>
                  <a:lnTo>
                    <a:pt x="24883" y="16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87794" y="7062280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0" y="0"/>
                  </a:moveTo>
                  <a:lnTo>
                    <a:pt x="4229" y="2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8A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04688" y="7056967"/>
              <a:ext cx="29209" cy="1905"/>
            </a:xfrm>
            <a:custGeom>
              <a:avLst/>
              <a:gdLst/>
              <a:ahLst/>
              <a:cxnLst/>
              <a:rect l="l" t="t" r="r" b="b"/>
              <a:pathLst>
                <a:path w="29210" h="1904">
                  <a:moveTo>
                    <a:pt x="0" y="0"/>
                  </a:moveTo>
                  <a:lnTo>
                    <a:pt x="29110" y="18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46463" y="7053229"/>
              <a:ext cx="23495" cy="1905"/>
            </a:xfrm>
            <a:custGeom>
              <a:avLst/>
              <a:gdLst/>
              <a:ahLst/>
              <a:cxnLst/>
              <a:rect l="l" t="t" r="r" b="b"/>
              <a:pathLst>
                <a:path w="23495" h="1904">
                  <a:moveTo>
                    <a:pt x="0" y="0"/>
                  </a:moveTo>
                  <a:lnTo>
                    <a:pt x="22927" y="14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09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369391" y="7054689"/>
              <a:ext cx="6350" cy="635"/>
            </a:xfrm>
            <a:custGeom>
              <a:avLst/>
              <a:gdLst/>
              <a:ahLst/>
              <a:cxnLst/>
              <a:rect l="l" t="t" r="r" b="b"/>
              <a:pathLst>
                <a:path w="6350" h="634">
                  <a:moveTo>
                    <a:pt x="0" y="0"/>
                  </a:moveTo>
                  <a:lnTo>
                    <a:pt x="6184" y="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88239" y="7049493"/>
              <a:ext cx="29209" cy="1905"/>
            </a:xfrm>
            <a:custGeom>
              <a:avLst/>
              <a:gdLst/>
              <a:ahLst/>
              <a:cxnLst/>
              <a:rect l="l" t="t" r="r" b="b"/>
              <a:pathLst>
                <a:path w="29210" h="1904">
                  <a:moveTo>
                    <a:pt x="0" y="0"/>
                  </a:moveTo>
                  <a:lnTo>
                    <a:pt x="29112" y="1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09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30016" y="7045755"/>
              <a:ext cx="27305" cy="1905"/>
            </a:xfrm>
            <a:custGeom>
              <a:avLst/>
              <a:gdLst/>
              <a:ahLst/>
              <a:cxnLst/>
              <a:rect l="l" t="t" r="r" b="b"/>
              <a:pathLst>
                <a:path w="27304" h="1904">
                  <a:moveTo>
                    <a:pt x="0" y="0"/>
                  </a:moveTo>
                  <a:lnTo>
                    <a:pt x="27128" y="1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9F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57144" y="7047506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39" h="634">
                  <a:moveTo>
                    <a:pt x="0" y="0"/>
                  </a:moveTo>
                  <a:lnTo>
                    <a:pt x="1983" y="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09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26941" y="7019917"/>
              <a:ext cx="7620" cy="635"/>
            </a:xfrm>
            <a:custGeom>
              <a:avLst/>
              <a:gdLst/>
              <a:ahLst/>
              <a:cxnLst/>
              <a:rect l="l" t="t" r="r" b="b"/>
              <a:pathLst>
                <a:path w="7619" h="634">
                  <a:moveTo>
                    <a:pt x="0" y="0"/>
                  </a:moveTo>
                  <a:lnTo>
                    <a:pt x="7292" y="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75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132341" y="7102161"/>
              <a:ext cx="9525" cy="3810"/>
            </a:xfrm>
            <a:custGeom>
              <a:avLst/>
              <a:gdLst/>
              <a:ahLst/>
              <a:cxnLst/>
              <a:rect l="l" t="t" r="r" b="b"/>
              <a:pathLst>
                <a:path w="9525" h="3809">
                  <a:moveTo>
                    <a:pt x="204" y="0"/>
                  </a:moveTo>
                  <a:lnTo>
                    <a:pt x="168" y="554"/>
                  </a:lnTo>
                  <a:lnTo>
                    <a:pt x="71" y="2014"/>
                  </a:lnTo>
                  <a:lnTo>
                    <a:pt x="0" y="2919"/>
                  </a:lnTo>
                  <a:lnTo>
                    <a:pt x="4988" y="3211"/>
                  </a:lnTo>
                  <a:lnTo>
                    <a:pt x="5045" y="554"/>
                  </a:lnTo>
                  <a:lnTo>
                    <a:pt x="8896" y="554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5B6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132428" y="7103971"/>
              <a:ext cx="5080" cy="635"/>
            </a:xfrm>
            <a:custGeom>
              <a:avLst/>
              <a:gdLst/>
              <a:ahLst/>
              <a:cxnLst/>
              <a:rect l="l" t="t" r="r" b="b"/>
              <a:pathLst>
                <a:path w="5079" h="634">
                  <a:moveTo>
                    <a:pt x="0" y="0"/>
                  </a:moveTo>
                  <a:lnTo>
                    <a:pt x="4930" y="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6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137329" y="7102628"/>
              <a:ext cx="4445" cy="3175"/>
            </a:xfrm>
            <a:custGeom>
              <a:avLst/>
              <a:gdLst/>
              <a:ahLst/>
              <a:cxnLst/>
              <a:rect l="l" t="t" r="r" b="b"/>
              <a:pathLst>
                <a:path w="4445" h="3175">
                  <a:moveTo>
                    <a:pt x="58" y="0"/>
                  </a:moveTo>
                  <a:lnTo>
                    <a:pt x="0" y="2744"/>
                  </a:lnTo>
                  <a:lnTo>
                    <a:pt x="3733" y="3007"/>
                  </a:lnTo>
                  <a:lnTo>
                    <a:pt x="3821" y="1546"/>
                  </a:lnTo>
                  <a:lnTo>
                    <a:pt x="3850" y="87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4449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074116" y="7098423"/>
              <a:ext cx="29845" cy="3810"/>
            </a:xfrm>
            <a:custGeom>
              <a:avLst/>
              <a:gdLst/>
              <a:ahLst/>
              <a:cxnLst/>
              <a:rect l="l" t="t" r="r" b="b"/>
              <a:pathLst>
                <a:path w="29845" h="3809">
                  <a:moveTo>
                    <a:pt x="204" y="0"/>
                  </a:moveTo>
                  <a:lnTo>
                    <a:pt x="0" y="2919"/>
                  </a:lnTo>
                  <a:lnTo>
                    <a:pt x="4930" y="3211"/>
                  </a:lnTo>
                  <a:lnTo>
                    <a:pt x="4930" y="2978"/>
                  </a:lnTo>
                  <a:lnTo>
                    <a:pt x="29199" y="3503"/>
                  </a:lnTo>
                  <a:lnTo>
                    <a:pt x="29316" y="1869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5B6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079046" y="7101401"/>
              <a:ext cx="24765" cy="1905"/>
            </a:xfrm>
            <a:custGeom>
              <a:avLst/>
              <a:gdLst/>
              <a:ahLst/>
              <a:cxnLst/>
              <a:rect l="l" t="t" r="r" b="b"/>
              <a:pathLst>
                <a:path w="24764" h="1904">
                  <a:moveTo>
                    <a:pt x="0" y="0"/>
                  </a:moveTo>
                  <a:lnTo>
                    <a:pt x="0" y="233"/>
                  </a:lnTo>
                  <a:lnTo>
                    <a:pt x="24182" y="1809"/>
                  </a:lnTo>
                  <a:lnTo>
                    <a:pt x="24269" y="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9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666578" y="7072294"/>
              <a:ext cx="379095" cy="27305"/>
            </a:xfrm>
            <a:custGeom>
              <a:avLst/>
              <a:gdLst/>
              <a:ahLst/>
              <a:cxnLst/>
              <a:rect l="l" t="t" r="r" b="b"/>
              <a:pathLst>
                <a:path w="379095" h="27304">
                  <a:moveTo>
                    <a:pt x="349519" y="22392"/>
                  </a:moveTo>
                  <a:lnTo>
                    <a:pt x="349431" y="23851"/>
                  </a:lnTo>
                  <a:lnTo>
                    <a:pt x="349314" y="25312"/>
                  </a:lnTo>
                  <a:lnTo>
                    <a:pt x="378426" y="27180"/>
                  </a:lnTo>
                  <a:lnTo>
                    <a:pt x="378542" y="25721"/>
                  </a:lnTo>
                  <a:lnTo>
                    <a:pt x="378630" y="24260"/>
                  </a:lnTo>
                  <a:lnTo>
                    <a:pt x="349519" y="22392"/>
                  </a:lnTo>
                  <a:close/>
                </a:path>
                <a:path w="379095" h="27304">
                  <a:moveTo>
                    <a:pt x="291294" y="18655"/>
                  </a:moveTo>
                  <a:lnTo>
                    <a:pt x="291182" y="20524"/>
                  </a:lnTo>
                  <a:lnTo>
                    <a:pt x="291119" y="21574"/>
                  </a:lnTo>
                  <a:lnTo>
                    <a:pt x="320231" y="23442"/>
                  </a:lnTo>
                  <a:lnTo>
                    <a:pt x="320343" y="21574"/>
                  </a:lnTo>
                  <a:lnTo>
                    <a:pt x="320407" y="20524"/>
                  </a:lnTo>
                  <a:lnTo>
                    <a:pt x="291294" y="18655"/>
                  </a:lnTo>
                  <a:close/>
                </a:path>
                <a:path w="379095" h="27304">
                  <a:moveTo>
                    <a:pt x="233070" y="14918"/>
                  </a:moveTo>
                  <a:lnTo>
                    <a:pt x="232959" y="16786"/>
                  </a:lnTo>
                  <a:lnTo>
                    <a:pt x="232896" y="17838"/>
                  </a:lnTo>
                  <a:lnTo>
                    <a:pt x="262007" y="19706"/>
                  </a:lnTo>
                  <a:lnTo>
                    <a:pt x="262119" y="17838"/>
                  </a:lnTo>
                  <a:lnTo>
                    <a:pt x="262182" y="16786"/>
                  </a:lnTo>
                  <a:lnTo>
                    <a:pt x="233070" y="14918"/>
                  </a:lnTo>
                  <a:close/>
                </a:path>
                <a:path w="379095" h="27304">
                  <a:moveTo>
                    <a:pt x="174847" y="11181"/>
                  </a:moveTo>
                  <a:lnTo>
                    <a:pt x="174735" y="13049"/>
                  </a:lnTo>
                  <a:lnTo>
                    <a:pt x="174671" y="14100"/>
                  </a:lnTo>
                  <a:lnTo>
                    <a:pt x="203784" y="15968"/>
                  </a:lnTo>
                  <a:lnTo>
                    <a:pt x="203896" y="14100"/>
                  </a:lnTo>
                  <a:lnTo>
                    <a:pt x="203959" y="13049"/>
                  </a:lnTo>
                  <a:lnTo>
                    <a:pt x="174847" y="11181"/>
                  </a:lnTo>
                  <a:close/>
                </a:path>
                <a:path w="379095" h="27304">
                  <a:moveTo>
                    <a:pt x="116622" y="7473"/>
                  </a:moveTo>
                  <a:lnTo>
                    <a:pt x="116535" y="8933"/>
                  </a:lnTo>
                  <a:lnTo>
                    <a:pt x="116447" y="10364"/>
                  </a:lnTo>
                  <a:lnTo>
                    <a:pt x="145559" y="12232"/>
                  </a:lnTo>
                  <a:lnTo>
                    <a:pt x="145673" y="10364"/>
                  </a:lnTo>
                  <a:lnTo>
                    <a:pt x="145735" y="9342"/>
                  </a:lnTo>
                  <a:lnTo>
                    <a:pt x="116622" y="7473"/>
                  </a:lnTo>
                  <a:close/>
                </a:path>
                <a:path w="379095" h="27304">
                  <a:moveTo>
                    <a:pt x="58398" y="3736"/>
                  </a:moveTo>
                  <a:lnTo>
                    <a:pt x="58287" y="5604"/>
                  </a:lnTo>
                  <a:lnTo>
                    <a:pt x="58224" y="6656"/>
                  </a:lnTo>
                  <a:lnTo>
                    <a:pt x="87335" y="8524"/>
                  </a:lnTo>
                  <a:lnTo>
                    <a:pt x="87447" y="6656"/>
                  </a:lnTo>
                  <a:lnTo>
                    <a:pt x="87510" y="5604"/>
                  </a:lnTo>
                  <a:lnTo>
                    <a:pt x="58398" y="3736"/>
                  </a:lnTo>
                  <a:close/>
                </a:path>
                <a:path w="379095" h="27304">
                  <a:moveTo>
                    <a:pt x="175" y="0"/>
                  </a:moveTo>
                  <a:lnTo>
                    <a:pt x="87" y="1459"/>
                  </a:lnTo>
                  <a:lnTo>
                    <a:pt x="0" y="2918"/>
                  </a:lnTo>
                  <a:lnTo>
                    <a:pt x="29112" y="4787"/>
                  </a:lnTo>
                  <a:lnTo>
                    <a:pt x="29224" y="2918"/>
                  </a:lnTo>
                  <a:lnTo>
                    <a:pt x="29287" y="1868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5B6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491906" y="7061083"/>
              <a:ext cx="146050" cy="12700"/>
            </a:xfrm>
            <a:custGeom>
              <a:avLst/>
              <a:gdLst/>
              <a:ahLst/>
              <a:cxnLst/>
              <a:rect l="l" t="t" r="r" b="b"/>
              <a:pathLst>
                <a:path w="146050" h="12700">
                  <a:moveTo>
                    <a:pt x="116652" y="7473"/>
                  </a:moveTo>
                  <a:lnTo>
                    <a:pt x="116521" y="9342"/>
                  </a:lnTo>
                  <a:lnTo>
                    <a:pt x="116447" y="10393"/>
                  </a:lnTo>
                  <a:lnTo>
                    <a:pt x="145559" y="12261"/>
                  </a:lnTo>
                  <a:lnTo>
                    <a:pt x="145671" y="10393"/>
                  </a:lnTo>
                  <a:lnTo>
                    <a:pt x="145735" y="9342"/>
                  </a:lnTo>
                  <a:lnTo>
                    <a:pt x="116652" y="7473"/>
                  </a:lnTo>
                  <a:close/>
                </a:path>
                <a:path w="146050" h="12700">
                  <a:moveTo>
                    <a:pt x="58428" y="3737"/>
                  </a:moveTo>
                  <a:lnTo>
                    <a:pt x="58312" y="5196"/>
                  </a:lnTo>
                  <a:lnTo>
                    <a:pt x="58224" y="6656"/>
                  </a:lnTo>
                  <a:lnTo>
                    <a:pt x="87336" y="8525"/>
                  </a:lnTo>
                  <a:lnTo>
                    <a:pt x="87455" y="6656"/>
                  </a:lnTo>
                  <a:lnTo>
                    <a:pt x="87539" y="5605"/>
                  </a:lnTo>
                  <a:lnTo>
                    <a:pt x="58428" y="3737"/>
                  </a:lnTo>
                  <a:close/>
                </a:path>
                <a:path w="146050" h="12700">
                  <a:moveTo>
                    <a:pt x="204" y="0"/>
                  </a:moveTo>
                  <a:lnTo>
                    <a:pt x="73" y="1868"/>
                  </a:lnTo>
                  <a:lnTo>
                    <a:pt x="0" y="2919"/>
                  </a:lnTo>
                  <a:lnTo>
                    <a:pt x="29112" y="4787"/>
                  </a:lnTo>
                  <a:lnTo>
                    <a:pt x="29229" y="3328"/>
                  </a:lnTo>
                  <a:lnTo>
                    <a:pt x="29316" y="1868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5C6F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375488" y="7053638"/>
              <a:ext cx="87630" cy="8890"/>
            </a:xfrm>
            <a:custGeom>
              <a:avLst/>
              <a:gdLst/>
              <a:ahLst/>
              <a:cxnLst/>
              <a:rect l="l" t="t" r="r" b="b"/>
              <a:pathLst>
                <a:path w="87629" h="8890">
                  <a:moveTo>
                    <a:pt x="58398" y="3737"/>
                  </a:moveTo>
                  <a:lnTo>
                    <a:pt x="58310" y="5167"/>
                  </a:lnTo>
                  <a:lnTo>
                    <a:pt x="58223" y="6626"/>
                  </a:lnTo>
                  <a:lnTo>
                    <a:pt x="87306" y="8496"/>
                  </a:lnTo>
                  <a:lnTo>
                    <a:pt x="87422" y="7035"/>
                  </a:lnTo>
                  <a:lnTo>
                    <a:pt x="87510" y="5576"/>
                  </a:lnTo>
                  <a:lnTo>
                    <a:pt x="58398" y="3737"/>
                  </a:lnTo>
                  <a:close/>
                </a:path>
                <a:path w="87629" h="8890">
                  <a:moveTo>
                    <a:pt x="175" y="0"/>
                  </a:moveTo>
                  <a:lnTo>
                    <a:pt x="61" y="1868"/>
                  </a:lnTo>
                  <a:lnTo>
                    <a:pt x="0" y="2890"/>
                  </a:lnTo>
                  <a:lnTo>
                    <a:pt x="29083" y="4758"/>
                  </a:lnTo>
                  <a:lnTo>
                    <a:pt x="29199" y="3328"/>
                  </a:lnTo>
                  <a:lnTo>
                    <a:pt x="29286" y="1868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6071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59040" y="7046164"/>
              <a:ext cx="87630" cy="8890"/>
            </a:xfrm>
            <a:custGeom>
              <a:avLst/>
              <a:gdLst/>
              <a:ahLst/>
              <a:cxnLst/>
              <a:rect l="l" t="t" r="r" b="b"/>
              <a:pathLst>
                <a:path w="87629" h="8890">
                  <a:moveTo>
                    <a:pt x="58398" y="3736"/>
                  </a:moveTo>
                  <a:lnTo>
                    <a:pt x="58286" y="5605"/>
                  </a:lnTo>
                  <a:lnTo>
                    <a:pt x="58223" y="6656"/>
                  </a:lnTo>
                  <a:lnTo>
                    <a:pt x="87335" y="8525"/>
                  </a:lnTo>
                  <a:lnTo>
                    <a:pt x="87447" y="6656"/>
                  </a:lnTo>
                  <a:lnTo>
                    <a:pt x="87510" y="5605"/>
                  </a:lnTo>
                  <a:lnTo>
                    <a:pt x="58398" y="3736"/>
                  </a:lnTo>
                  <a:close/>
                </a:path>
                <a:path w="87629" h="8890">
                  <a:moveTo>
                    <a:pt x="173" y="0"/>
                  </a:moveTo>
                  <a:lnTo>
                    <a:pt x="62" y="1868"/>
                  </a:lnTo>
                  <a:lnTo>
                    <a:pt x="0" y="2919"/>
                  </a:lnTo>
                  <a:lnTo>
                    <a:pt x="29110" y="4787"/>
                  </a:lnTo>
                  <a:lnTo>
                    <a:pt x="29223" y="2919"/>
                  </a:lnTo>
                  <a:lnTo>
                    <a:pt x="29286" y="1868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rgbClr val="697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676829" y="7008823"/>
              <a:ext cx="553720" cy="38735"/>
            </a:xfrm>
            <a:custGeom>
              <a:avLst/>
              <a:gdLst/>
              <a:ahLst/>
              <a:cxnLst/>
              <a:rect l="l" t="t" r="r" b="b"/>
              <a:pathLst>
                <a:path w="553719" h="38734">
                  <a:moveTo>
                    <a:pt x="524162" y="33602"/>
                  </a:moveTo>
                  <a:lnTo>
                    <a:pt x="524049" y="35472"/>
                  </a:lnTo>
                  <a:lnTo>
                    <a:pt x="523986" y="36522"/>
                  </a:lnTo>
                  <a:lnTo>
                    <a:pt x="553098" y="38392"/>
                  </a:lnTo>
                  <a:lnTo>
                    <a:pt x="553211" y="36522"/>
                  </a:lnTo>
                  <a:lnTo>
                    <a:pt x="553274" y="35472"/>
                  </a:lnTo>
                  <a:lnTo>
                    <a:pt x="524162" y="33602"/>
                  </a:lnTo>
                  <a:close/>
                </a:path>
                <a:path w="553719" h="38734">
                  <a:moveTo>
                    <a:pt x="465937" y="29866"/>
                  </a:moveTo>
                  <a:lnTo>
                    <a:pt x="465825" y="31734"/>
                  </a:lnTo>
                  <a:lnTo>
                    <a:pt x="465762" y="32786"/>
                  </a:lnTo>
                  <a:lnTo>
                    <a:pt x="494874" y="34654"/>
                  </a:lnTo>
                  <a:lnTo>
                    <a:pt x="494986" y="32786"/>
                  </a:lnTo>
                  <a:lnTo>
                    <a:pt x="495049" y="31734"/>
                  </a:lnTo>
                  <a:lnTo>
                    <a:pt x="465937" y="29866"/>
                  </a:lnTo>
                  <a:close/>
                </a:path>
                <a:path w="553719" h="38734">
                  <a:moveTo>
                    <a:pt x="407714" y="26128"/>
                  </a:moveTo>
                  <a:lnTo>
                    <a:pt x="407602" y="27998"/>
                  </a:lnTo>
                  <a:lnTo>
                    <a:pt x="407539" y="29048"/>
                  </a:lnTo>
                  <a:lnTo>
                    <a:pt x="436651" y="30916"/>
                  </a:lnTo>
                  <a:lnTo>
                    <a:pt x="436762" y="29048"/>
                  </a:lnTo>
                  <a:lnTo>
                    <a:pt x="436825" y="27998"/>
                  </a:lnTo>
                  <a:lnTo>
                    <a:pt x="407714" y="26128"/>
                  </a:lnTo>
                  <a:close/>
                </a:path>
                <a:path w="553719" h="38734">
                  <a:moveTo>
                    <a:pt x="349519" y="22421"/>
                  </a:moveTo>
                  <a:lnTo>
                    <a:pt x="349402" y="23881"/>
                  </a:lnTo>
                  <a:lnTo>
                    <a:pt x="349314" y="25312"/>
                  </a:lnTo>
                  <a:lnTo>
                    <a:pt x="378426" y="27180"/>
                  </a:lnTo>
                  <a:lnTo>
                    <a:pt x="378557" y="25312"/>
                  </a:lnTo>
                  <a:lnTo>
                    <a:pt x="378631" y="24260"/>
                  </a:lnTo>
                  <a:lnTo>
                    <a:pt x="349519" y="22421"/>
                  </a:lnTo>
                  <a:close/>
                </a:path>
                <a:path w="553719" h="38734">
                  <a:moveTo>
                    <a:pt x="291294" y="18684"/>
                  </a:moveTo>
                  <a:lnTo>
                    <a:pt x="291162" y="20553"/>
                  </a:lnTo>
                  <a:lnTo>
                    <a:pt x="291090" y="21574"/>
                  </a:lnTo>
                  <a:lnTo>
                    <a:pt x="320202" y="23442"/>
                  </a:lnTo>
                  <a:lnTo>
                    <a:pt x="320323" y="21574"/>
                  </a:lnTo>
                  <a:lnTo>
                    <a:pt x="320407" y="20553"/>
                  </a:lnTo>
                  <a:lnTo>
                    <a:pt x="291294" y="18684"/>
                  </a:lnTo>
                  <a:close/>
                </a:path>
                <a:path w="553719" h="38734">
                  <a:moveTo>
                    <a:pt x="233071" y="14947"/>
                  </a:moveTo>
                  <a:lnTo>
                    <a:pt x="232940" y="16816"/>
                  </a:lnTo>
                  <a:lnTo>
                    <a:pt x="232867" y="17867"/>
                  </a:lnTo>
                  <a:lnTo>
                    <a:pt x="261979" y="19735"/>
                  </a:lnTo>
                  <a:lnTo>
                    <a:pt x="262109" y="17867"/>
                  </a:lnTo>
                  <a:lnTo>
                    <a:pt x="262182" y="16816"/>
                  </a:lnTo>
                  <a:lnTo>
                    <a:pt x="233071" y="14947"/>
                  </a:lnTo>
                  <a:close/>
                </a:path>
                <a:path w="553719" h="38734">
                  <a:moveTo>
                    <a:pt x="174847" y="11210"/>
                  </a:moveTo>
                  <a:lnTo>
                    <a:pt x="174716" y="13078"/>
                  </a:lnTo>
                  <a:lnTo>
                    <a:pt x="174642" y="14130"/>
                  </a:lnTo>
                  <a:lnTo>
                    <a:pt x="203754" y="15998"/>
                  </a:lnTo>
                  <a:lnTo>
                    <a:pt x="203871" y="14538"/>
                  </a:lnTo>
                  <a:lnTo>
                    <a:pt x="203959" y="13078"/>
                  </a:lnTo>
                  <a:lnTo>
                    <a:pt x="174847" y="11210"/>
                  </a:lnTo>
                  <a:close/>
                </a:path>
                <a:path w="553719" h="38734">
                  <a:moveTo>
                    <a:pt x="116622" y="7473"/>
                  </a:moveTo>
                  <a:lnTo>
                    <a:pt x="116535" y="8933"/>
                  </a:lnTo>
                  <a:lnTo>
                    <a:pt x="116448" y="10393"/>
                  </a:lnTo>
                  <a:lnTo>
                    <a:pt x="145559" y="12261"/>
                  </a:lnTo>
                  <a:lnTo>
                    <a:pt x="145671" y="10393"/>
                  </a:lnTo>
                  <a:lnTo>
                    <a:pt x="145735" y="9342"/>
                  </a:lnTo>
                  <a:lnTo>
                    <a:pt x="116622" y="7473"/>
                  </a:lnTo>
                  <a:close/>
                </a:path>
                <a:path w="553719" h="38734">
                  <a:moveTo>
                    <a:pt x="58399" y="3736"/>
                  </a:moveTo>
                  <a:lnTo>
                    <a:pt x="58287" y="5604"/>
                  </a:lnTo>
                  <a:lnTo>
                    <a:pt x="58224" y="6656"/>
                  </a:lnTo>
                  <a:lnTo>
                    <a:pt x="87336" y="8524"/>
                  </a:lnTo>
                  <a:lnTo>
                    <a:pt x="87448" y="6656"/>
                  </a:lnTo>
                  <a:lnTo>
                    <a:pt x="87511" y="5604"/>
                  </a:lnTo>
                  <a:lnTo>
                    <a:pt x="58399" y="3736"/>
                  </a:lnTo>
                  <a:close/>
                </a:path>
                <a:path w="553719" h="38734">
                  <a:moveTo>
                    <a:pt x="175" y="0"/>
                  </a:moveTo>
                  <a:lnTo>
                    <a:pt x="63" y="1868"/>
                  </a:lnTo>
                  <a:lnTo>
                    <a:pt x="0" y="2918"/>
                  </a:lnTo>
                  <a:lnTo>
                    <a:pt x="29112" y="4787"/>
                  </a:lnTo>
                  <a:lnTo>
                    <a:pt x="29224" y="2918"/>
                  </a:lnTo>
                  <a:lnTo>
                    <a:pt x="29287" y="1868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115831" y="7086746"/>
              <a:ext cx="36195" cy="33020"/>
            </a:xfrm>
            <a:custGeom>
              <a:avLst/>
              <a:gdLst/>
              <a:ahLst/>
              <a:cxnLst/>
              <a:rect l="l" t="t" r="r" b="b"/>
              <a:pathLst>
                <a:path w="36195" h="33020">
                  <a:moveTo>
                    <a:pt x="36170" y="0"/>
                  </a:moveTo>
                  <a:lnTo>
                    <a:pt x="0" y="0"/>
                  </a:lnTo>
                  <a:lnTo>
                    <a:pt x="0" y="32406"/>
                  </a:lnTo>
                  <a:lnTo>
                    <a:pt x="36170" y="32406"/>
                  </a:lnTo>
                  <a:lnTo>
                    <a:pt x="36170" y="0"/>
                  </a:lnTo>
                  <a:close/>
                </a:path>
              </a:pathLst>
            </a:custGeom>
            <a:solidFill>
              <a:srgbClr val="1B75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00292" y="7266443"/>
              <a:ext cx="414655" cy="266700"/>
            </a:xfrm>
            <a:custGeom>
              <a:avLst/>
              <a:gdLst/>
              <a:ahLst/>
              <a:cxnLst/>
              <a:rect l="l" t="t" r="r" b="b"/>
              <a:pathLst>
                <a:path w="414654" h="266700">
                  <a:moveTo>
                    <a:pt x="0" y="0"/>
                  </a:moveTo>
                  <a:lnTo>
                    <a:pt x="414101" y="266641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5975496" y="6790690"/>
            <a:ext cx="3543300" cy="645160"/>
            <a:chOff x="5975496" y="6790690"/>
            <a:chExt cx="3543300" cy="645160"/>
          </a:xfrm>
        </p:grpSpPr>
        <p:sp>
          <p:nvSpPr>
            <p:cNvPr id="65" name="object 65"/>
            <p:cNvSpPr/>
            <p:nvPr/>
          </p:nvSpPr>
          <p:spPr>
            <a:xfrm>
              <a:off x="5975490" y="6790690"/>
              <a:ext cx="1348740" cy="476250"/>
            </a:xfrm>
            <a:custGeom>
              <a:avLst/>
              <a:gdLst/>
              <a:ahLst/>
              <a:cxnLst/>
              <a:rect l="l" t="t" r="r" b="b"/>
              <a:pathLst>
                <a:path w="1348740" h="476250">
                  <a:moveTo>
                    <a:pt x="1283500" y="0"/>
                  </a:moveTo>
                  <a:lnTo>
                    <a:pt x="0" y="0"/>
                  </a:lnTo>
                  <a:lnTo>
                    <a:pt x="0" y="64770"/>
                  </a:lnTo>
                  <a:lnTo>
                    <a:pt x="0" y="410210"/>
                  </a:lnTo>
                  <a:lnTo>
                    <a:pt x="64998" y="410210"/>
                  </a:lnTo>
                  <a:lnTo>
                    <a:pt x="64998" y="475754"/>
                  </a:lnTo>
                  <a:lnTo>
                    <a:pt x="148475" y="475754"/>
                  </a:lnTo>
                  <a:lnTo>
                    <a:pt x="148475" y="410070"/>
                  </a:lnTo>
                  <a:lnTo>
                    <a:pt x="64998" y="410070"/>
                  </a:lnTo>
                  <a:lnTo>
                    <a:pt x="64998" y="64770"/>
                  </a:lnTo>
                  <a:lnTo>
                    <a:pt x="1283500" y="64770"/>
                  </a:lnTo>
                  <a:lnTo>
                    <a:pt x="1283500" y="0"/>
                  </a:lnTo>
                  <a:close/>
                </a:path>
                <a:path w="1348740" h="476250">
                  <a:moveTo>
                    <a:pt x="1348486" y="65125"/>
                  </a:moveTo>
                  <a:lnTo>
                    <a:pt x="1283500" y="65125"/>
                  </a:lnTo>
                  <a:lnTo>
                    <a:pt x="1283500" y="128308"/>
                  </a:lnTo>
                  <a:lnTo>
                    <a:pt x="1348486" y="128308"/>
                  </a:lnTo>
                  <a:lnTo>
                    <a:pt x="1348486" y="65125"/>
                  </a:lnTo>
                  <a:close/>
                </a:path>
              </a:pathLst>
            </a:custGeom>
            <a:solidFill>
              <a:srgbClr val="8CC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040488" y="6855460"/>
              <a:ext cx="1218565" cy="345440"/>
            </a:xfrm>
            <a:custGeom>
              <a:avLst/>
              <a:gdLst/>
              <a:ahLst/>
              <a:cxnLst/>
              <a:rect l="l" t="t" r="r" b="b"/>
              <a:pathLst>
                <a:path w="1218565" h="345440">
                  <a:moveTo>
                    <a:pt x="1218501" y="0"/>
                  </a:moveTo>
                  <a:lnTo>
                    <a:pt x="0" y="0"/>
                  </a:lnTo>
                  <a:lnTo>
                    <a:pt x="0" y="63500"/>
                  </a:lnTo>
                  <a:lnTo>
                    <a:pt x="0" y="345440"/>
                  </a:lnTo>
                  <a:lnTo>
                    <a:pt x="83477" y="345440"/>
                  </a:lnTo>
                  <a:lnTo>
                    <a:pt x="83477" y="63500"/>
                  </a:lnTo>
                  <a:lnTo>
                    <a:pt x="1218501" y="63500"/>
                  </a:lnTo>
                  <a:lnTo>
                    <a:pt x="1218501" y="0"/>
                  </a:lnTo>
                  <a:close/>
                </a:path>
              </a:pathLst>
            </a:custGeom>
            <a:solidFill>
              <a:srgbClr val="5BB4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123965" y="6918960"/>
              <a:ext cx="1283970" cy="410845"/>
            </a:xfrm>
            <a:custGeom>
              <a:avLst/>
              <a:gdLst/>
              <a:ahLst/>
              <a:cxnLst/>
              <a:rect l="l" t="t" r="r" b="b"/>
              <a:pathLst>
                <a:path w="1283970" h="410845">
                  <a:moveTo>
                    <a:pt x="109220" y="347484"/>
                  </a:moveTo>
                  <a:lnTo>
                    <a:pt x="0" y="347484"/>
                  </a:lnTo>
                  <a:lnTo>
                    <a:pt x="0" y="410667"/>
                  </a:lnTo>
                  <a:lnTo>
                    <a:pt x="109220" y="410667"/>
                  </a:lnTo>
                  <a:lnTo>
                    <a:pt x="109220" y="347484"/>
                  </a:lnTo>
                  <a:close/>
                </a:path>
                <a:path w="1283970" h="410845">
                  <a:moveTo>
                    <a:pt x="1283525" y="0"/>
                  </a:moveTo>
                  <a:lnTo>
                    <a:pt x="1200010" y="0"/>
                  </a:lnTo>
                  <a:lnTo>
                    <a:pt x="1200010" y="84353"/>
                  </a:lnTo>
                  <a:lnTo>
                    <a:pt x="1283525" y="84353"/>
                  </a:lnTo>
                  <a:lnTo>
                    <a:pt x="1283525" y="0"/>
                  </a:lnTo>
                  <a:close/>
                </a:path>
              </a:pathLst>
            </a:custGeom>
            <a:solidFill>
              <a:srgbClr val="8CC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123965" y="6918960"/>
              <a:ext cx="1200150" cy="347980"/>
            </a:xfrm>
            <a:custGeom>
              <a:avLst/>
              <a:gdLst/>
              <a:ahLst/>
              <a:cxnLst/>
              <a:rect l="l" t="t" r="r" b="b"/>
              <a:pathLst>
                <a:path w="1200150" h="347979">
                  <a:moveTo>
                    <a:pt x="109220" y="281800"/>
                  </a:moveTo>
                  <a:lnTo>
                    <a:pt x="0" y="281800"/>
                  </a:lnTo>
                  <a:lnTo>
                    <a:pt x="0" y="347484"/>
                  </a:lnTo>
                  <a:lnTo>
                    <a:pt x="109220" y="347484"/>
                  </a:lnTo>
                  <a:lnTo>
                    <a:pt x="109220" y="281800"/>
                  </a:lnTo>
                  <a:close/>
                </a:path>
                <a:path w="1200150" h="347979">
                  <a:moveTo>
                    <a:pt x="1200010" y="0"/>
                  </a:moveTo>
                  <a:lnTo>
                    <a:pt x="1135024" y="0"/>
                  </a:lnTo>
                  <a:lnTo>
                    <a:pt x="1135024" y="84353"/>
                  </a:lnTo>
                  <a:lnTo>
                    <a:pt x="1200010" y="84353"/>
                  </a:lnTo>
                  <a:lnTo>
                    <a:pt x="1200010" y="0"/>
                  </a:lnTo>
                  <a:close/>
                </a:path>
              </a:pathLst>
            </a:custGeom>
            <a:solidFill>
              <a:srgbClr val="5BB4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123965" y="6918960"/>
              <a:ext cx="1135380" cy="281940"/>
            </a:xfrm>
            <a:custGeom>
              <a:avLst/>
              <a:gdLst/>
              <a:ahLst/>
              <a:cxnLst/>
              <a:rect l="l" t="t" r="r" b="b"/>
              <a:pathLst>
                <a:path w="1135379" h="281940">
                  <a:moveTo>
                    <a:pt x="1135024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0" y="281940"/>
                  </a:lnTo>
                  <a:lnTo>
                    <a:pt x="109220" y="281940"/>
                  </a:lnTo>
                  <a:lnTo>
                    <a:pt x="109220" y="83820"/>
                  </a:lnTo>
                  <a:lnTo>
                    <a:pt x="1135024" y="83820"/>
                  </a:lnTo>
                  <a:lnTo>
                    <a:pt x="1135024" y="0"/>
                  </a:lnTo>
                  <a:close/>
                </a:path>
              </a:pathLst>
            </a:custGeom>
            <a:solidFill>
              <a:srgbClr val="41A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233185" y="7002780"/>
              <a:ext cx="1283970" cy="411480"/>
            </a:xfrm>
            <a:custGeom>
              <a:avLst/>
              <a:gdLst/>
              <a:ahLst/>
              <a:cxnLst/>
              <a:rect l="l" t="t" r="r" b="b"/>
              <a:pathLst>
                <a:path w="1283970" h="411479">
                  <a:moveTo>
                    <a:pt x="1283487" y="0"/>
                  </a:moveTo>
                  <a:lnTo>
                    <a:pt x="1174305" y="0"/>
                  </a:lnTo>
                  <a:lnTo>
                    <a:pt x="1174305" y="36830"/>
                  </a:lnTo>
                  <a:lnTo>
                    <a:pt x="1191082" y="36830"/>
                  </a:lnTo>
                  <a:lnTo>
                    <a:pt x="1191082" y="124460"/>
                  </a:lnTo>
                  <a:lnTo>
                    <a:pt x="1174305" y="124460"/>
                  </a:lnTo>
                  <a:lnTo>
                    <a:pt x="1174305" y="326390"/>
                  </a:lnTo>
                  <a:lnTo>
                    <a:pt x="0" y="326390"/>
                  </a:lnTo>
                  <a:lnTo>
                    <a:pt x="0" y="411480"/>
                  </a:lnTo>
                  <a:lnTo>
                    <a:pt x="1283487" y="411480"/>
                  </a:lnTo>
                  <a:lnTo>
                    <a:pt x="1283487" y="326390"/>
                  </a:lnTo>
                  <a:lnTo>
                    <a:pt x="1283487" y="124460"/>
                  </a:lnTo>
                  <a:lnTo>
                    <a:pt x="1283487" y="36830"/>
                  </a:lnTo>
                  <a:lnTo>
                    <a:pt x="1283487" y="0"/>
                  </a:lnTo>
                  <a:close/>
                </a:path>
              </a:pathLst>
            </a:custGeom>
            <a:solidFill>
              <a:srgbClr val="8CC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233185" y="7002780"/>
              <a:ext cx="1174750" cy="326390"/>
            </a:xfrm>
            <a:custGeom>
              <a:avLst/>
              <a:gdLst/>
              <a:ahLst/>
              <a:cxnLst/>
              <a:rect l="l" t="t" r="r" b="b"/>
              <a:pathLst>
                <a:path w="1174750" h="326390">
                  <a:moveTo>
                    <a:pt x="1174305" y="0"/>
                  </a:moveTo>
                  <a:lnTo>
                    <a:pt x="1090790" y="0"/>
                  </a:lnTo>
                  <a:lnTo>
                    <a:pt x="1090790" y="36830"/>
                  </a:lnTo>
                  <a:lnTo>
                    <a:pt x="1090790" y="124460"/>
                  </a:lnTo>
                  <a:lnTo>
                    <a:pt x="1090790" y="264160"/>
                  </a:lnTo>
                  <a:lnTo>
                    <a:pt x="0" y="264160"/>
                  </a:lnTo>
                  <a:lnTo>
                    <a:pt x="0" y="326390"/>
                  </a:lnTo>
                  <a:lnTo>
                    <a:pt x="1174305" y="326390"/>
                  </a:lnTo>
                  <a:lnTo>
                    <a:pt x="1174305" y="264160"/>
                  </a:lnTo>
                  <a:lnTo>
                    <a:pt x="1174305" y="124460"/>
                  </a:lnTo>
                  <a:lnTo>
                    <a:pt x="1103566" y="124460"/>
                  </a:lnTo>
                  <a:lnTo>
                    <a:pt x="1103566" y="36830"/>
                  </a:lnTo>
                  <a:lnTo>
                    <a:pt x="1174305" y="36830"/>
                  </a:lnTo>
                  <a:lnTo>
                    <a:pt x="1174305" y="0"/>
                  </a:lnTo>
                  <a:close/>
                </a:path>
              </a:pathLst>
            </a:custGeom>
            <a:solidFill>
              <a:srgbClr val="5BB4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233185" y="7002780"/>
              <a:ext cx="1090930" cy="264160"/>
            </a:xfrm>
            <a:custGeom>
              <a:avLst/>
              <a:gdLst/>
              <a:ahLst/>
              <a:cxnLst/>
              <a:rect l="l" t="t" r="r" b="b"/>
              <a:pathLst>
                <a:path w="1090929" h="264159">
                  <a:moveTo>
                    <a:pt x="1090790" y="0"/>
                  </a:moveTo>
                  <a:lnTo>
                    <a:pt x="1025804" y="0"/>
                  </a:lnTo>
                  <a:lnTo>
                    <a:pt x="1025804" y="198120"/>
                  </a:lnTo>
                  <a:lnTo>
                    <a:pt x="0" y="198120"/>
                  </a:lnTo>
                  <a:lnTo>
                    <a:pt x="0" y="264160"/>
                  </a:lnTo>
                  <a:lnTo>
                    <a:pt x="1090790" y="264160"/>
                  </a:lnTo>
                  <a:lnTo>
                    <a:pt x="1090790" y="198120"/>
                  </a:lnTo>
                  <a:lnTo>
                    <a:pt x="1090790" y="0"/>
                  </a:lnTo>
                  <a:close/>
                </a:path>
              </a:pathLst>
            </a:custGeom>
            <a:solidFill>
              <a:srgbClr val="41A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233186" y="7003335"/>
              <a:ext cx="1026160" cy="197485"/>
            </a:xfrm>
            <a:custGeom>
              <a:avLst/>
              <a:gdLst/>
              <a:ahLst/>
              <a:cxnLst/>
              <a:rect l="l" t="t" r="r" b="b"/>
              <a:pathLst>
                <a:path w="1026159" h="197484">
                  <a:moveTo>
                    <a:pt x="1025803" y="0"/>
                  </a:moveTo>
                  <a:lnTo>
                    <a:pt x="0" y="0"/>
                  </a:lnTo>
                  <a:lnTo>
                    <a:pt x="0" y="197418"/>
                  </a:lnTo>
                  <a:lnTo>
                    <a:pt x="1025803" y="197418"/>
                  </a:lnTo>
                  <a:lnTo>
                    <a:pt x="1025803" y="0"/>
                  </a:lnTo>
                  <a:close/>
                </a:path>
              </a:pathLst>
            </a:custGeom>
            <a:solidFill>
              <a:srgbClr val="33A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977416" y="6812280"/>
              <a:ext cx="1348740" cy="476884"/>
            </a:xfrm>
            <a:custGeom>
              <a:avLst/>
              <a:gdLst/>
              <a:ahLst/>
              <a:cxnLst/>
              <a:rect l="l" t="t" r="r" b="b"/>
              <a:pathLst>
                <a:path w="1348740" h="476884">
                  <a:moveTo>
                    <a:pt x="148513" y="410730"/>
                  </a:moveTo>
                  <a:lnTo>
                    <a:pt x="64998" y="410730"/>
                  </a:lnTo>
                  <a:lnTo>
                    <a:pt x="64998" y="476415"/>
                  </a:lnTo>
                  <a:lnTo>
                    <a:pt x="148513" y="476415"/>
                  </a:lnTo>
                  <a:lnTo>
                    <a:pt x="148513" y="410730"/>
                  </a:lnTo>
                  <a:close/>
                </a:path>
                <a:path w="1348740" h="476884">
                  <a:moveTo>
                    <a:pt x="1348486" y="65786"/>
                  </a:moveTo>
                  <a:lnTo>
                    <a:pt x="1283500" y="65786"/>
                  </a:lnTo>
                  <a:lnTo>
                    <a:pt x="1283500" y="0"/>
                  </a:lnTo>
                  <a:lnTo>
                    <a:pt x="0" y="0"/>
                  </a:lnTo>
                  <a:lnTo>
                    <a:pt x="0" y="66040"/>
                  </a:lnTo>
                  <a:lnTo>
                    <a:pt x="0" y="410210"/>
                  </a:lnTo>
                  <a:lnTo>
                    <a:pt x="64998" y="410210"/>
                  </a:lnTo>
                  <a:lnTo>
                    <a:pt x="64998" y="66040"/>
                  </a:lnTo>
                  <a:lnTo>
                    <a:pt x="1283500" y="66040"/>
                  </a:lnTo>
                  <a:lnTo>
                    <a:pt x="1283500" y="128955"/>
                  </a:lnTo>
                  <a:lnTo>
                    <a:pt x="1348486" y="128955"/>
                  </a:lnTo>
                  <a:lnTo>
                    <a:pt x="1348486" y="65786"/>
                  </a:lnTo>
                  <a:close/>
                </a:path>
              </a:pathLst>
            </a:custGeom>
            <a:solidFill>
              <a:srgbClr val="8CC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042415" y="6878320"/>
              <a:ext cx="1218565" cy="344170"/>
            </a:xfrm>
            <a:custGeom>
              <a:avLst/>
              <a:gdLst/>
              <a:ahLst/>
              <a:cxnLst/>
              <a:rect l="l" t="t" r="r" b="b"/>
              <a:pathLst>
                <a:path w="1218565" h="344170">
                  <a:moveTo>
                    <a:pt x="1218501" y="0"/>
                  </a:moveTo>
                  <a:lnTo>
                    <a:pt x="0" y="0"/>
                  </a:lnTo>
                  <a:lnTo>
                    <a:pt x="0" y="63500"/>
                  </a:lnTo>
                  <a:lnTo>
                    <a:pt x="0" y="344170"/>
                  </a:lnTo>
                  <a:lnTo>
                    <a:pt x="83515" y="344170"/>
                  </a:lnTo>
                  <a:lnTo>
                    <a:pt x="83515" y="63500"/>
                  </a:lnTo>
                  <a:lnTo>
                    <a:pt x="1218501" y="63500"/>
                  </a:lnTo>
                  <a:lnTo>
                    <a:pt x="1218501" y="0"/>
                  </a:lnTo>
                  <a:close/>
                </a:path>
              </a:pathLst>
            </a:custGeom>
            <a:solidFill>
              <a:srgbClr val="5BB4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125930" y="6941235"/>
              <a:ext cx="1283970" cy="410845"/>
            </a:xfrm>
            <a:custGeom>
              <a:avLst/>
              <a:gdLst/>
              <a:ahLst/>
              <a:cxnLst/>
              <a:rect l="l" t="t" r="r" b="b"/>
              <a:pathLst>
                <a:path w="1283970" h="410845">
                  <a:moveTo>
                    <a:pt x="109181" y="347459"/>
                  </a:moveTo>
                  <a:lnTo>
                    <a:pt x="0" y="347459"/>
                  </a:lnTo>
                  <a:lnTo>
                    <a:pt x="0" y="410641"/>
                  </a:lnTo>
                  <a:lnTo>
                    <a:pt x="109181" y="410641"/>
                  </a:lnTo>
                  <a:lnTo>
                    <a:pt x="109181" y="347459"/>
                  </a:lnTo>
                  <a:close/>
                </a:path>
                <a:path w="1283970" h="410845">
                  <a:moveTo>
                    <a:pt x="1283487" y="0"/>
                  </a:moveTo>
                  <a:lnTo>
                    <a:pt x="1199972" y="0"/>
                  </a:lnTo>
                  <a:lnTo>
                    <a:pt x="1199972" y="84353"/>
                  </a:lnTo>
                  <a:lnTo>
                    <a:pt x="1283487" y="84353"/>
                  </a:lnTo>
                  <a:lnTo>
                    <a:pt x="1283487" y="0"/>
                  </a:lnTo>
                  <a:close/>
                </a:path>
              </a:pathLst>
            </a:custGeom>
            <a:solidFill>
              <a:srgbClr val="8CC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125930" y="6941235"/>
              <a:ext cx="1200150" cy="347980"/>
            </a:xfrm>
            <a:custGeom>
              <a:avLst/>
              <a:gdLst/>
              <a:ahLst/>
              <a:cxnLst/>
              <a:rect l="l" t="t" r="r" b="b"/>
              <a:pathLst>
                <a:path w="1200150" h="347979">
                  <a:moveTo>
                    <a:pt x="109181" y="281774"/>
                  </a:moveTo>
                  <a:lnTo>
                    <a:pt x="0" y="281774"/>
                  </a:lnTo>
                  <a:lnTo>
                    <a:pt x="0" y="347459"/>
                  </a:lnTo>
                  <a:lnTo>
                    <a:pt x="109181" y="347459"/>
                  </a:lnTo>
                  <a:lnTo>
                    <a:pt x="109181" y="281774"/>
                  </a:lnTo>
                  <a:close/>
                </a:path>
                <a:path w="1200150" h="347979">
                  <a:moveTo>
                    <a:pt x="1199972" y="0"/>
                  </a:moveTo>
                  <a:lnTo>
                    <a:pt x="1134986" y="0"/>
                  </a:lnTo>
                  <a:lnTo>
                    <a:pt x="1134986" y="84353"/>
                  </a:lnTo>
                  <a:lnTo>
                    <a:pt x="1199972" y="84353"/>
                  </a:lnTo>
                  <a:lnTo>
                    <a:pt x="1199972" y="0"/>
                  </a:lnTo>
                  <a:close/>
                </a:path>
              </a:pathLst>
            </a:custGeom>
            <a:solidFill>
              <a:srgbClr val="5BB4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125930" y="6941820"/>
              <a:ext cx="1135380" cy="280670"/>
            </a:xfrm>
            <a:custGeom>
              <a:avLst/>
              <a:gdLst/>
              <a:ahLst/>
              <a:cxnLst/>
              <a:rect l="l" t="t" r="r" b="b"/>
              <a:pathLst>
                <a:path w="1135379" h="280670">
                  <a:moveTo>
                    <a:pt x="1134986" y="0"/>
                  </a:moveTo>
                  <a:lnTo>
                    <a:pt x="0" y="0"/>
                  </a:lnTo>
                  <a:lnTo>
                    <a:pt x="0" y="83820"/>
                  </a:lnTo>
                  <a:lnTo>
                    <a:pt x="0" y="280670"/>
                  </a:lnTo>
                  <a:lnTo>
                    <a:pt x="109181" y="280670"/>
                  </a:lnTo>
                  <a:lnTo>
                    <a:pt x="109181" y="83820"/>
                  </a:lnTo>
                  <a:lnTo>
                    <a:pt x="1134986" y="83820"/>
                  </a:lnTo>
                  <a:lnTo>
                    <a:pt x="1134986" y="0"/>
                  </a:lnTo>
                  <a:close/>
                </a:path>
              </a:pathLst>
            </a:custGeom>
            <a:solidFill>
              <a:srgbClr val="41A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235112" y="7025640"/>
              <a:ext cx="1283970" cy="410209"/>
            </a:xfrm>
            <a:custGeom>
              <a:avLst/>
              <a:gdLst/>
              <a:ahLst/>
              <a:cxnLst/>
              <a:rect l="l" t="t" r="r" b="b"/>
              <a:pathLst>
                <a:path w="1283970" h="410209">
                  <a:moveTo>
                    <a:pt x="1283487" y="0"/>
                  </a:moveTo>
                  <a:lnTo>
                    <a:pt x="1174305" y="0"/>
                  </a:lnTo>
                  <a:lnTo>
                    <a:pt x="1174305" y="326390"/>
                  </a:lnTo>
                  <a:lnTo>
                    <a:pt x="0" y="326390"/>
                  </a:lnTo>
                  <a:lnTo>
                    <a:pt x="0" y="410210"/>
                  </a:lnTo>
                  <a:lnTo>
                    <a:pt x="1283487" y="410210"/>
                  </a:lnTo>
                  <a:lnTo>
                    <a:pt x="1283487" y="326390"/>
                  </a:lnTo>
                  <a:lnTo>
                    <a:pt x="1283487" y="0"/>
                  </a:lnTo>
                  <a:close/>
                </a:path>
              </a:pathLst>
            </a:custGeom>
            <a:solidFill>
              <a:srgbClr val="8CC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235112" y="7025640"/>
              <a:ext cx="1174750" cy="326390"/>
            </a:xfrm>
            <a:custGeom>
              <a:avLst/>
              <a:gdLst/>
              <a:ahLst/>
              <a:cxnLst/>
              <a:rect l="l" t="t" r="r" b="b"/>
              <a:pathLst>
                <a:path w="1174750" h="326390">
                  <a:moveTo>
                    <a:pt x="1174305" y="0"/>
                  </a:moveTo>
                  <a:lnTo>
                    <a:pt x="1090790" y="0"/>
                  </a:lnTo>
                  <a:lnTo>
                    <a:pt x="1090790" y="262890"/>
                  </a:lnTo>
                  <a:lnTo>
                    <a:pt x="0" y="262890"/>
                  </a:lnTo>
                  <a:lnTo>
                    <a:pt x="0" y="326390"/>
                  </a:lnTo>
                  <a:lnTo>
                    <a:pt x="1174305" y="326390"/>
                  </a:lnTo>
                  <a:lnTo>
                    <a:pt x="1174305" y="262890"/>
                  </a:lnTo>
                  <a:lnTo>
                    <a:pt x="1174305" y="0"/>
                  </a:lnTo>
                  <a:close/>
                </a:path>
              </a:pathLst>
            </a:custGeom>
            <a:solidFill>
              <a:srgbClr val="5BB4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235112" y="7025640"/>
              <a:ext cx="1090930" cy="262890"/>
            </a:xfrm>
            <a:custGeom>
              <a:avLst/>
              <a:gdLst/>
              <a:ahLst/>
              <a:cxnLst/>
              <a:rect l="l" t="t" r="r" b="b"/>
              <a:pathLst>
                <a:path w="1090929" h="262890">
                  <a:moveTo>
                    <a:pt x="1090790" y="0"/>
                  </a:moveTo>
                  <a:lnTo>
                    <a:pt x="1025804" y="0"/>
                  </a:lnTo>
                  <a:lnTo>
                    <a:pt x="1025804" y="196850"/>
                  </a:lnTo>
                  <a:lnTo>
                    <a:pt x="0" y="196850"/>
                  </a:lnTo>
                  <a:lnTo>
                    <a:pt x="0" y="262890"/>
                  </a:lnTo>
                  <a:lnTo>
                    <a:pt x="1090790" y="262890"/>
                  </a:lnTo>
                  <a:lnTo>
                    <a:pt x="1090790" y="196850"/>
                  </a:lnTo>
                  <a:lnTo>
                    <a:pt x="1090790" y="0"/>
                  </a:lnTo>
                  <a:close/>
                </a:path>
              </a:pathLst>
            </a:custGeom>
            <a:solidFill>
              <a:srgbClr val="41A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8235116" y="7025581"/>
              <a:ext cx="1026160" cy="197485"/>
            </a:xfrm>
            <a:custGeom>
              <a:avLst/>
              <a:gdLst/>
              <a:ahLst/>
              <a:cxnLst/>
              <a:rect l="l" t="t" r="r" b="b"/>
              <a:pathLst>
                <a:path w="1026159" h="197484">
                  <a:moveTo>
                    <a:pt x="1025803" y="0"/>
                  </a:moveTo>
                  <a:lnTo>
                    <a:pt x="0" y="0"/>
                  </a:lnTo>
                  <a:lnTo>
                    <a:pt x="0" y="197418"/>
                  </a:lnTo>
                  <a:lnTo>
                    <a:pt x="1025803" y="197418"/>
                  </a:lnTo>
                  <a:lnTo>
                    <a:pt x="1025803" y="0"/>
                  </a:lnTo>
                  <a:close/>
                </a:path>
              </a:pathLst>
            </a:custGeom>
            <a:solidFill>
              <a:srgbClr val="33A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" name="object 83"/>
          <p:cNvGrpSpPr/>
          <p:nvPr/>
        </p:nvGrpSpPr>
        <p:grpSpPr>
          <a:xfrm>
            <a:off x="9918127" y="6208840"/>
            <a:ext cx="1776095" cy="1985010"/>
            <a:chOff x="9918127" y="6208840"/>
            <a:chExt cx="1776095" cy="1985010"/>
          </a:xfrm>
        </p:grpSpPr>
        <p:sp>
          <p:nvSpPr>
            <p:cNvPr id="84" name="object 84"/>
            <p:cNvSpPr/>
            <p:nvPr/>
          </p:nvSpPr>
          <p:spPr>
            <a:xfrm>
              <a:off x="9943173" y="6981189"/>
              <a:ext cx="674370" cy="241935"/>
            </a:xfrm>
            <a:custGeom>
              <a:avLst/>
              <a:gdLst/>
              <a:ahLst/>
              <a:cxnLst/>
              <a:rect l="l" t="t" r="r" b="b"/>
              <a:pathLst>
                <a:path w="674370" h="241934">
                  <a:moveTo>
                    <a:pt x="73075" y="204851"/>
                  </a:moveTo>
                  <a:lnTo>
                    <a:pt x="32385" y="204851"/>
                  </a:lnTo>
                  <a:lnTo>
                    <a:pt x="32385" y="241820"/>
                  </a:lnTo>
                  <a:lnTo>
                    <a:pt x="73075" y="241820"/>
                  </a:lnTo>
                  <a:lnTo>
                    <a:pt x="73075" y="204851"/>
                  </a:lnTo>
                  <a:close/>
                </a:path>
                <a:path w="674370" h="241934">
                  <a:moveTo>
                    <a:pt x="674128" y="36487"/>
                  </a:moveTo>
                  <a:lnTo>
                    <a:pt x="641756" y="36487"/>
                  </a:lnTo>
                  <a:lnTo>
                    <a:pt x="641756" y="0"/>
                  </a:lnTo>
                  <a:lnTo>
                    <a:pt x="0" y="0"/>
                  </a:lnTo>
                  <a:lnTo>
                    <a:pt x="0" y="36830"/>
                  </a:lnTo>
                  <a:lnTo>
                    <a:pt x="0" y="204470"/>
                  </a:lnTo>
                  <a:lnTo>
                    <a:pt x="32385" y="204470"/>
                  </a:lnTo>
                  <a:lnTo>
                    <a:pt x="32385" y="36830"/>
                  </a:lnTo>
                  <a:lnTo>
                    <a:pt x="641756" y="36830"/>
                  </a:lnTo>
                  <a:lnTo>
                    <a:pt x="641756" y="84950"/>
                  </a:lnTo>
                  <a:lnTo>
                    <a:pt x="674128" y="84950"/>
                  </a:lnTo>
                  <a:lnTo>
                    <a:pt x="674128" y="36487"/>
                  </a:lnTo>
                  <a:close/>
                </a:path>
              </a:pathLst>
            </a:custGeom>
            <a:solidFill>
              <a:srgbClr val="8CC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9975558" y="7018019"/>
              <a:ext cx="609600" cy="167640"/>
            </a:xfrm>
            <a:custGeom>
              <a:avLst/>
              <a:gdLst/>
              <a:ahLst/>
              <a:cxnLst/>
              <a:rect l="l" t="t" r="r" b="b"/>
              <a:pathLst>
                <a:path w="609600" h="167640">
                  <a:moveTo>
                    <a:pt x="609371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0" y="167640"/>
                  </a:lnTo>
                  <a:lnTo>
                    <a:pt x="40690" y="167640"/>
                  </a:lnTo>
                  <a:lnTo>
                    <a:pt x="40690" y="48260"/>
                  </a:lnTo>
                  <a:lnTo>
                    <a:pt x="609371" y="48260"/>
                  </a:lnTo>
                  <a:lnTo>
                    <a:pt x="609371" y="0"/>
                  </a:lnTo>
                  <a:close/>
                </a:path>
              </a:pathLst>
            </a:custGeom>
            <a:solidFill>
              <a:srgbClr val="5BB4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0016249" y="7066140"/>
              <a:ext cx="641985" cy="205740"/>
            </a:xfrm>
            <a:custGeom>
              <a:avLst/>
              <a:gdLst/>
              <a:ahLst/>
              <a:cxnLst/>
              <a:rect l="l" t="t" r="r" b="b"/>
              <a:pathLst>
                <a:path w="641984" h="205740">
                  <a:moveTo>
                    <a:pt x="55829" y="156870"/>
                  </a:moveTo>
                  <a:lnTo>
                    <a:pt x="0" y="156870"/>
                  </a:lnTo>
                  <a:lnTo>
                    <a:pt x="0" y="205333"/>
                  </a:lnTo>
                  <a:lnTo>
                    <a:pt x="55829" y="205333"/>
                  </a:lnTo>
                  <a:lnTo>
                    <a:pt x="55829" y="156870"/>
                  </a:lnTo>
                  <a:close/>
                </a:path>
                <a:path w="641984" h="205740">
                  <a:moveTo>
                    <a:pt x="641743" y="0"/>
                  </a:moveTo>
                  <a:lnTo>
                    <a:pt x="601052" y="0"/>
                  </a:lnTo>
                  <a:lnTo>
                    <a:pt x="601052" y="54216"/>
                  </a:lnTo>
                  <a:lnTo>
                    <a:pt x="641743" y="54216"/>
                  </a:lnTo>
                  <a:lnTo>
                    <a:pt x="641743" y="0"/>
                  </a:lnTo>
                  <a:close/>
                </a:path>
              </a:pathLst>
            </a:custGeom>
            <a:solidFill>
              <a:srgbClr val="8CC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0016249" y="7066140"/>
              <a:ext cx="601345" cy="157480"/>
            </a:xfrm>
            <a:custGeom>
              <a:avLst/>
              <a:gdLst/>
              <a:ahLst/>
              <a:cxnLst/>
              <a:rect l="l" t="t" r="r" b="b"/>
              <a:pathLst>
                <a:path w="601345" h="157479">
                  <a:moveTo>
                    <a:pt x="55829" y="119900"/>
                  </a:moveTo>
                  <a:lnTo>
                    <a:pt x="0" y="119900"/>
                  </a:lnTo>
                  <a:lnTo>
                    <a:pt x="0" y="156870"/>
                  </a:lnTo>
                  <a:lnTo>
                    <a:pt x="55829" y="156870"/>
                  </a:lnTo>
                  <a:lnTo>
                    <a:pt x="55829" y="119900"/>
                  </a:lnTo>
                  <a:close/>
                </a:path>
                <a:path w="601345" h="157479">
                  <a:moveTo>
                    <a:pt x="601052" y="0"/>
                  </a:moveTo>
                  <a:lnTo>
                    <a:pt x="568680" y="0"/>
                  </a:lnTo>
                  <a:lnTo>
                    <a:pt x="568680" y="54216"/>
                  </a:lnTo>
                  <a:lnTo>
                    <a:pt x="601052" y="54216"/>
                  </a:lnTo>
                  <a:lnTo>
                    <a:pt x="601052" y="0"/>
                  </a:lnTo>
                  <a:close/>
                </a:path>
              </a:pathLst>
            </a:custGeom>
            <a:solidFill>
              <a:srgbClr val="5BB4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0016249" y="7066279"/>
              <a:ext cx="568960" cy="119380"/>
            </a:xfrm>
            <a:custGeom>
              <a:avLst/>
              <a:gdLst/>
              <a:ahLst/>
              <a:cxnLst/>
              <a:rect l="l" t="t" r="r" b="b"/>
              <a:pathLst>
                <a:path w="568959" h="119379">
                  <a:moveTo>
                    <a:pt x="568680" y="0"/>
                  </a:moveTo>
                  <a:lnTo>
                    <a:pt x="0" y="0"/>
                  </a:lnTo>
                  <a:lnTo>
                    <a:pt x="0" y="54610"/>
                  </a:lnTo>
                  <a:lnTo>
                    <a:pt x="0" y="119380"/>
                  </a:lnTo>
                  <a:lnTo>
                    <a:pt x="55829" y="119380"/>
                  </a:lnTo>
                  <a:lnTo>
                    <a:pt x="55829" y="54610"/>
                  </a:lnTo>
                  <a:lnTo>
                    <a:pt x="568680" y="54610"/>
                  </a:lnTo>
                  <a:lnTo>
                    <a:pt x="568680" y="0"/>
                  </a:lnTo>
                  <a:close/>
                </a:path>
              </a:pathLst>
            </a:custGeom>
            <a:solidFill>
              <a:srgbClr val="41A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0072078" y="7120889"/>
              <a:ext cx="641985" cy="204470"/>
            </a:xfrm>
            <a:custGeom>
              <a:avLst/>
              <a:gdLst/>
              <a:ahLst/>
              <a:cxnLst/>
              <a:rect l="l" t="t" r="r" b="b"/>
              <a:pathLst>
                <a:path w="641984" h="204470">
                  <a:moveTo>
                    <a:pt x="641756" y="0"/>
                  </a:moveTo>
                  <a:lnTo>
                    <a:pt x="585914" y="0"/>
                  </a:lnTo>
                  <a:lnTo>
                    <a:pt x="585914" y="151130"/>
                  </a:lnTo>
                  <a:lnTo>
                    <a:pt x="0" y="151130"/>
                  </a:lnTo>
                  <a:lnTo>
                    <a:pt x="0" y="204470"/>
                  </a:lnTo>
                  <a:lnTo>
                    <a:pt x="641756" y="204470"/>
                  </a:lnTo>
                  <a:lnTo>
                    <a:pt x="641756" y="151130"/>
                  </a:lnTo>
                  <a:lnTo>
                    <a:pt x="641756" y="0"/>
                  </a:lnTo>
                  <a:close/>
                </a:path>
              </a:pathLst>
            </a:custGeom>
            <a:solidFill>
              <a:srgbClr val="8CC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0072078" y="7120889"/>
              <a:ext cx="586105" cy="151130"/>
            </a:xfrm>
            <a:custGeom>
              <a:avLst/>
              <a:gdLst/>
              <a:ahLst/>
              <a:cxnLst/>
              <a:rect l="l" t="t" r="r" b="b"/>
              <a:pathLst>
                <a:path w="586104" h="151129">
                  <a:moveTo>
                    <a:pt x="585914" y="0"/>
                  </a:moveTo>
                  <a:lnTo>
                    <a:pt x="545223" y="0"/>
                  </a:lnTo>
                  <a:lnTo>
                    <a:pt x="545223" y="101600"/>
                  </a:lnTo>
                  <a:lnTo>
                    <a:pt x="0" y="101600"/>
                  </a:lnTo>
                  <a:lnTo>
                    <a:pt x="0" y="151130"/>
                  </a:lnTo>
                  <a:lnTo>
                    <a:pt x="585914" y="151130"/>
                  </a:lnTo>
                  <a:lnTo>
                    <a:pt x="585914" y="101600"/>
                  </a:lnTo>
                  <a:lnTo>
                    <a:pt x="585914" y="0"/>
                  </a:lnTo>
                  <a:close/>
                </a:path>
              </a:pathLst>
            </a:custGeom>
            <a:solidFill>
              <a:srgbClr val="5BB4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0072078" y="7120889"/>
              <a:ext cx="545465" cy="101600"/>
            </a:xfrm>
            <a:custGeom>
              <a:avLst/>
              <a:gdLst/>
              <a:ahLst/>
              <a:cxnLst/>
              <a:rect l="l" t="t" r="r" b="b"/>
              <a:pathLst>
                <a:path w="545465" h="101600">
                  <a:moveTo>
                    <a:pt x="545223" y="0"/>
                  </a:moveTo>
                  <a:lnTo>
                    <a:pt x="512851" y="0"/>
                  </a:lnTo>
                  <a:lnTo>
                    <a:pt x="512851" y="64770"/>
                  </a:lnTo>
                  <a:lnTo>
                    <a:pt x="0" y="64770"/>
                  </a:lnTo>
                  <a:lnTo>
                    <a:pt x="0" y="101600"/>
                  </a:lnTo>
                  <a:lnTo>
                    <a:pt x="545223" y="101600"/>
                  </a:lnTo>
                  <a:lnTo>
                    <a:pt x="545223" y="64770"/>
                  </a:lnTo>
                  <a:lnTo>
                    <a:pt x="545223" y="0"/>
                  </a:lnTo>
                  <a:close/>
                </a:path>
              </a:pathLst>
            </a:custGeom>
            <a:solidFill>
              <a:srgbClr val="41A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0072087" y="7120350"/>
              <a:ext cx="513080" cy="66040"/>
            </a:xfrm>
            <a:custGeom>
              <a:avLst/>
              <a:gdLst/>
              <a:ahLst/>
              <a:cxnLst/>
              <a:rect l="l" t="t" r="r" b="b"/>
              <a:pathLst>
                <a:path w="513079" h="66040">
                  <a:moveTo>
                    <a:pt x="512842" y="0"/>
                  </a:moveTo>
                  <a:lnTo>
                    <a:pt x="0" y="0"/>
                  </a:lnTo>
                  <a:lnTo>
                    <a:pt x="0" y="65689"/>
                  </a:lnTo>
                  <a:lnTo>
                    <a:pt x="512842" y="65689"/>
                  </a:lnTo>
                  <a:lnTo>
                    <a:pt x="512842" y="0"/>
                  </a:lnTo>
                  <a:close/>
                </a:path>
              </a:pathLst>
            </a:custGeom>
            <a:solidFill>
              <a:srgbClr val="33A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1178604" y="6208852"/>
              <a:ext cx="515620" cy="1984375"/>
            </a:xfrm>
            <a:custGeom>
              <a:avLst/>
              <a:gdLst/>
              <a:ahLst/>
              <a:cxnLst/>
              <a:rect l="l" t="t" r="r" b="b"/>
              <a:pathLst>
                <a:path w="515620" h="1984375">
                  <a:moveTo>
                    <a:pt x="29171" y="0"/>
                  </a:moveTo>
                  <a:lnTo>
                    <a:pt x="0" y="0"/>
                  </a:lnTo>
                  <a:lnTo>
                    <a:pt x="0" y="1983816"/>
                  </a:lnTo>
                  <a:lnTo>
                    <a:pt x="29171" y="1983816"/>
                  </a:lnTo>
                  <a:lnTo>
                    <a:pt x="29171" y="0"/>
                  </a:lnTo>
                  <a:close/>
                </a:path>
                <a:path w="515620" h="1984375">
                  <a:moveTo>
                    <a:pt x="515061" y="292176"/>
                  </a:moveTo>
                  <a:lnTo>
                    <a:pt x="485889" y="292176"/>
                  </a:lnTo>
                  <a:lnTo>
                    <a:pt x="485889" y="1751952"/>
                  </a:lnTo>
                  <a:lnTo>
                    <a:pt x="515061" y="1751952"/>
                  </a:lnTo>
                  <a:lnTo>
                    <a:pt x="515061" y="292176"/>
                  </a:lnTo>
                  <a:close/>
                </a:path>
              </a:pathLst>
            </a:custGeom>
            <a:solidFill>
              <a:srgbClr val="8CC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0712488" y="6220116"/>
              <a:ext cx="467995" cy="1973580"/>
            </a:xfrm>
            <a:custGeom>
              <a:avLst/>
              <a:gdLst/>
              <a:ahLst/>
              <a:cxnLst/>
              <a:rect l="l" t="t" r="r" b="b"/>
              <a:pathLst>
                <a:path w="467995" h="1973579">
                  <a:moveTo>
                    <a:pt x="13919" y="1079182"/>
                  </a:moveTo>
                  <a:lnTo>
                    <a:pt x="11226" y="1078039"/>
                  </a:lnTo>
                  <a:lnTo>
                    <a:pt x="0" y="1104988"/>
                  </a:lnTo>
                  <a:lnTo>
                    <a:pt x="2679" y="1106119"/>
                  </a:lnTo>
                  <a:lnTo>
                    <a:pt x="13919" y="1079182"/>
                  </a:lnTo>
                  <a:close/>
                </a:path>
                <a:path w="467995" h="1973579">
                  <a:moveTo>
                    <a:pt x="14287" y="926426"/>
                  </a:moveTo>
                  <a:lnTo>
                    <a:pt x="2679" y="899655"/>
                  </a:lnTo>
                  <a:lnTo>
                    <a:pt x="0" y="900823"/>
                  </a:lnTo>
                  <a:lnTo>
                    <a:pt x="11607" y="927595"/>
                  </a:lnTo>
                  <a:lnTo>
                    <a:pt x="14287" y="926426"/>
                  </a:lnTo>
                  <a:close/>
                </a:path>
                <a:path w="467995" h="1973579">
                  <a:moveTo>
                    <a:pt x="36347" y="1025258"/>
                  </a:moveTo>
                  <a:lnTo>
                    <a:pt x="33667" y="1024140"/>
                  </a:lnTo>
                  <a:lnTo>
                    <a:pt x="22428" y="1051090"/>
                  </a:lnTo>
                  <a:lnTo>
                    <a:pt x="25120" y="1052195"/>
                  </a:lnTo>
                  <a:lnTo>
                    <a:pt x="36347" y="1025258"/>
                  </a:lnTo>
                  <a:close/>
                </a:path>
                <a:path w="467995" h="1973579">
                  <a:moveTo>
                    <a:pt x="37515" y="979995"/>
                  </a:moveTo>
                  <a:lnTo>
                    <a:pt x="25908" y="953223"/>
                  </a:lnTo>
                  <a:lnTo>
                    <a:pt x="23215" y="954366"/>
                  </a:lnTo>
                  <a:lnTo>
                    <a:pt x="34823" y="981163"/>
                  </a:lnTo>
                  <a:lnTo>
                    <a:pt x="37515" y="979995"/>
                  </a:lnTo>
                  <a:close/>
                </a:path>
                <a:path w="467995" h="1973579">
                  <a:moveTo>
                    <a:pt x="58775" y="971359"/>
                  </a:moveTo>
                  <a:lnTo>
                    <a:pt x="56070" y="970254"/>
                  </a:lnTo>
                  <a:lnTo>
                    <a:pt x="44869" y="997191"/>
                  </a:lnTo>
                  <a:lnTo>
                    <a:pt x="47548" y="998308"/>
                  </a:lnTo>
                  <a:lnTo>
                    <a:pt x="58775" y="971359"/>
                  </a:lnTo>
                  <a:close/>
                </a:path>
                <a:path w="467995" h="1973579">
                  <a:moveTo>
                    <a:pt x="60731" y="1033576"/>
                  </a:moveTo>
                  <a:lnTo>
                    <a:pt x="49123" y="1006767"/>
                  </a:lnTo>
                  <a:lnTo>
                    <a:pt x="46443" y="1007935"/>
                  </a:lnTo>
                  <a:lnTo>
                    <a:pt x="58051" y="1034745"/>
                  </a:lnTo>
                  <a:lnTo>
                    <a:pt x="60731" y="1033576"/>
                  </a:lnTo>
                  <a:close/>
                </a:path>
                <a:path w="467995" h="1973579">
                  <a:moveTo>
                    <a:pt x="81203" y="917460"/>
                  </a:moveTo>
                  <a:lnTo>
                    <a:pt x="78498" y="916330"/>
                  </a:lnTo>
                  <a:lnTo>
                    <a:pt x="67297" y="943305"/>
                  </a:lnTo>
                  <a:lnTo>
                    <a:pt x="69977" y="944410"/>
                  </a:lnTo>
                  <a:lnTo>
                    <a:pt x="81203" y="917460"/>
                  </a:lnTo>
                  <a:close/>
                </a:path>
                <a:path w="467995" h="1973579">
                  <a:moveTo>
                    <a:pt x="83947" y="1087145"/>
                  </a:moveTo>
                  <a:lnTo>
                    <a:pt x="72339" y="1060348"/>
                  </a:lnTo>
                  <a:lnTo>
                    <a:pt x="69659" y="1061516"/>
                  </a:lnTo>
                  <a:lnTo>
                    <a:pt x="81267" y="1088288"/>
                  </a:lnTo>
                  <a:lnTo>
                    <a:pt x="83947" y="1087145"/>
                  </a:lnTo>
                  <a:close/>
                </a:path>
                <a:path w="467995" h="1973579">
                  <a:moveTo>
                    <a:pt x="103644" y="863574"/>
                  </a:moveTo>
                  <a:lnTo>
                    <a:pt x="100926" y="862431"/>
                  </a:lnTo>
                  <a:lnTo>
                    <a:pt x="89725" y="889381"/>
                  </a:lnTo>
                  <a:lnTo>
                    <a:pt x="92405" y="890511"/>
                  </a:lnTo>
                  <a:lnTo>
                    <a:pt x="103644" y="863574"/>
                  </a:lnTo>
                  <a:close/>
                </a:path>
                <a:path w="467995" h="1973579">
                  <a:moveTo>
                    <a:pt x="107175" y="1140688"/>
                  </a:moveTo>
                  <a:lnTo>
                    <a:pt x="95554" y="1113917"/>
                  </a:lnTo>
                  <a:lnTo>
                    <a:pt x="92875" y="1115085"/>
                  </a:lnTo>
                  <a:lnTo>
                    <a:pt x="104482" y="1141857"/>
                  </a:lnTo>
                  <a:lnTo>
                    <a:pt x="107175" y="1140688"/>
                  </a:lnTo>
                  <a:close/>
                </a:path>
                <a:path w="467995" h="1973579">
                  <a:moveTo>
                    <a:pt x="126072" y="809650"/>
                  </a:moveTo>
                  <a:lnTo>
                    <a:pt x="123355" y="808532"/>
                  </a:lnTo>
                  <a:lnTo>
                    <a:pt x="112153" y="835482"/>
                  </a:lnTo>
                  <a:lnTo>
                    <a:pt x="114846" y="836587"/>
                  </a:lnTo>
                  <a:lnTo>
                    <a:pt x="126072" y="809650"/>
                  </a:lnTo>
                  <a:close/>
                </a:path>
                <a:path w="467995" h="1973579">
                  <a:moveTo>
                    <a:pt x="130390" y="1194269"/>
                  </a:moveTo>
                  <a:lnTo>
                    <a:pt x="118783" y="1167498"/>
                  </a:lnTo>
                  <a:lnTo>
                    <a:pt x="116090" y="1168666"/>
                  </a:lnTo>
                  <a:lnTo>
                    <a:pt x="127711" y="1195438"/>
                  </a:lnTo>
                  <a:lnTo>
                    <a:pt x="130390" y="1194269"/>
                  </a:lnTo>
                  <a:close/>
                </a:path>
                <a:path w="467995" h="1973579">
                  <a:moveTo>
                    <a:pt x="148501" y="755751"/>
                  </a:moveTo>
                  <a:lnTo>
                    <a:pt x="145796" y="754646"/>
                  </a:lnTo>
                  <a:lnTo>
                    <a:pt x="134594" y="781583"/>
                  </a:lnTo>
                  <a:lnTo>
                    <a:pt x="137274" y="782701"/>
                  </a:lnTo>
                  <a:lnTo>
                    <a:pt x="148501" y="755751"/>
                  </a:lnTo>
                  <a:close/>
                </a:path>
                <a:path w="467995" h="1973579">
                  <a:moveTo>
                    <a:pt x="153606" y="1247838"/>
                  </a:moveTo>
                  <a:lnTo>
                    <a:pt x="141998" y="1221066"/>
                  </a:lnTo>
                  <a:lnTo>
                    <a:pt x="139319" y="1222209"/>
                  </a:lnTo>
                  <a:lnTo>
                    <a:pt x="150926" y="1249006"/>
                  </a:lnTo>
                  <a:lnTo>
                    <a:pt x="153606" y="1247838"/>
                  </a:lnTo>
                  <a:close/>
                </a:path>
                <a:path w="467995" h="1973579">
                  <a:moveTo>
                    <a:pt x="170942" y="701852"/>
                  </a:moveTo>
                  <a:lnTo>
                    <a:pt x="168224" y="700722"/>
                  </a:lnTo>
                  <a:lnTo>
                    <a:pt x="157022" y="727659"/>
                  </a:lnTo>
                  <a:lnTo>
                    <a:pt x="159702" y="728802"/>
                  </a:lnTo>
                  <a:lnTo>
                    <a:pt x="170942" y="701852"/>
                  </a:lnTo>
                  <a:close/>
                </a:path>
                <a:path w="467995" h="1973579">
                  <a:moveTo>
                    <a:pt x="176796" y="1301407"/>
                  </a:moveTo>
                  <a:lnTo>
                    <a:pt x="165214" y="1274610"/>
                  </a:lnTo>
                  <a:lnTo>
                    <a:pt x="162534" y="1275778"/>
                  </a:lnTo>
                  <a:lnTo>
                    <a:pt x="174142" y="1302575"/>
                  </a:lnTo>
                  <a:lnTo>
                    <a:pt x="176796" y="1301407"/>
                  </a:lnTo>
                  <a:close/>
                </a:path>
                <a:path w="467995" h="1973579">
                  <a:moveTo>
                    <a:pt x="193370" y="647928"/>
                  </a:moveTo>
                  <a:lnTo>
                    <a:pt x="190652" y="646823"/>
                  </a:lnTo>
                  <a:lnTo>
                    <a:pt x="179451" y="673773"/>
                  </a:lnTo>
                  <a:lnTo>
                    <a:pt x="182143" y="674903"/>
                  </a:lnTo>
                  <a:lnTo>
                    <a:pt x="193370" y="647928"/>
                  </a:lnTo>
                  <a:close/>
                </a:path>
                <a:path w="467995" h="1973579">
                  <a:moveTo>
                    <a:pt x="200025" y="1354988"/>
                  </a:moveTo>
                  <a:lnTo>
                    <a:pt x="188404" y="1328178"/>
                  </a:lnTo>
                  <a:lnTo>
                    <a:pt x="185750" y="1329347"/>
                  </a:lnTo>
                  <a:lnTo>
                    <a:pt x="197370" y="1356156"/>
                  </a:lnTo>
                  <a:lnTo>
                    <a:pt x="200025" y="1354988"/>
                  </a:lnTo>
                  <a:close/>
                </a:path>
                <a:path w="467995" h="1973579">
                  <a:moveTo>
                    <a:pt x="215798" y="594042"/>
                  </a:moveTo>
                  <a:lnTo>
                    <a:pt x="213093" y="592924"/>
                  </a:lnTo>
                  <a:lnTo>
                    <a:pt x="201891" y="619874"/>
                  </a:lnTo>
                  <a:lnTo>
                    <a:pt x="204571" y="620979"/>
                  </a:lnTo>
                  <a:lnTo>
                    <a:pt x="215798" y="594042"/>
                  </a:lnTo>
                  <a:close/>
                </a:path>
                <a:path w="467995" h="1973579">
                  <a:moveTo>
                    <a:pt x="223240" y="1408557"/>
                  </a:moveTo>
                  <a:lnTo>
                    <a:pt x="211632" y="1381760"/>
                  </a:lnTo>
                  <a:lnTo>
                    <a:pt x="208978" y="1382928"/>
                  </a:lnTo>
                  <a:lnTo>
                    <a:pt x="220586" y="1409700"/>
                  </a:lnTo>
                  <a:lnTo>
                    <a:pt x="223240" y="1408557"/>
                  </a:lnTo>
                  <a:close/>
                </a:path>
                <a:path w="467995" h="1973579">
                  <a:moveTo>
                    <a:pt x="238239" y="540143"/>
                  </a:moveTo>
                  <a:lnTo>
                    <a:pt x="235521" y="539038"/>
                  </a:lnTo>
                  <a:lnTo>
                    <a:pt x="224320" y="565975"/>
                  </a:lnTo>
                  <a:lnTo>
                    <a:pt x="226999" y="567093"/>
                  </a:lnTo>
                  <a:lnTo>
                    <a:pt x="238239" y="540143"/>
                  </a:lnTo>
                  <a:close/>
                </a:path>
                <a:path w="467995" h="1973579">
                  <a:moveTo>
                    <a:pt x="246456" y="1462100"/>
                  </a:moveTo>
                  <a:lnTo>
                    <a:pt x="234848" y="1435328"/>
                  </a:lnTo>
                  <a:lnTo>
                    <a:pt x="232168" y="1436497"/>
                  </a:lnTo>
                  <a:lnTo>
                    <a:pt x="243776" y="1463268"/>
                  </a:lnTo>
                  <a:lnTo>
                    <a:pt x="246456" y="1462100"/>
                  </a:lnTo>
                  <a:close/>
                </a:path>
                <a:path w="467995" h="1973579">
                  <a:moveTo>
                    <a:pt x="260642" y="486244"/>
                  </a:moveTo>
                  <a:lnTo>
                    <a:pt x="257949" y="485114"/>
                  </a:lnTo>
                  <a:lnTo>
                    <a:pt x="246748" y="512051"/>
                  </a:lnTo>
                  <a:lnTo>
                    <a:pt x="249440" y="513194"/>
                  </a:lnTo>
                  <a:lnTo>
                    <a:pt x="260642" y="486244"/>
                  </a:lnTo>
                  <a:close/>
                </a:path>
                <a:path w="467995" h="1973579">
                  <a:moveTo>
                    <a:pt x="269684" y="1515681"/>
                  </a:moveTo>
                  <a:lnTo>
                    <a:pt x="258064" y="1488909"/>
                  </a:lnTo>
                  <a:lnTo>
                    <a:pt x="255384" y="1490078"/>
                  </a:lnTo>
                  <a:lnTo>
                    <a:pt x="266992" y="1516849"/>
                  </a:lnTo>
                  <a:lnTo>
                    <a:pt x="269684" y="1515681"/>
                  </a:lnTo>
                  <a:close/>
                </a:path>
                <a:path w="467995" h="1973579">
                  <a:moveTo>
                    <a:pt x="283070" y="432320"/>
                  </a:moveTo>
                  <a:lnTo>
                    <a:pt x="280377" y="431215"/>
                  </a:lnTo>
                  <a:lnTo>
                    <a:pt x="269176" y="458165"/>
                  </a:lnTo>
                  <a:lnTo>
                    <a:pt x="271868" y="459270"/>
                  </a:lnTo>
                  <a:lnTo>
                    <a:pt x="283070" y="432320"/>
                  </a:lnTo>
                  <a:close/>
                </a:path>
                <a:path w="467995" h="1973579">
                  <a:moveTo>
                    <a:pt x="292900" y="1569250"/>
                  </a:moveTo>
                  <a:lnTo>
                    <a:pt x="281292" y="1542478"/>
                  </a:lnTo>
                  <a:lnTo>
                    <a:pt x="278599" y="1543621"/>
                  </a:lnTo>
                  <a:lnTo>
                    <a:pt x="290220" y="1570418"/>
                  </a:lnTo>
                  <a:lnTo>
                    <a:pt x="292900" y="1569250"/>
                  </a:lnTo>
                  <a:close/>
                </a:path>
                <a:path w="467995" h="1973579">
                  <a:moveTo>
                    <a:pt x="305498" y="378434"/>
                  </a:moveTo>
                  <a:lnTo>
                    <a:pt x="302818" y="377317"/>
                  </a:lnTo>
                  <a:lnTo>
                    <a:pt x="291617" y="404266"/>
                  </a:lnTo>
                  <a:lnTo>
                    <a:pt x="294297" y="405371"/>
                  </a:lnTo>
                  <a:lnTo>
                    <a:pt x="305498" y="378434"/>
                  </a:lnTo>
                  <a:close/>
                </a:path>
                <a:path w="467995" h="1973579">
                  <a:moveTo>
                    <a:pt x="316115" y="1622818"/>
                  </a:moveTo>
                  <a:lnTo>
                    <a:pt x="304507" y="1596021"/>
                  </a:lnTo>
                  <a:lnTo>
                    <a:pt x="301828" y="1597190"/>
                  </a:lnTo>
                  <a:lnTo>
                    <a:pt x="313436" y="1623987"/>
                  </a:lnTo>
                  <a:lnTo>
                    <a:pt x="316115" y="1622818"/>
                  </a:lnTo>
                  <a:close/>
                </a:path>
                <a:path w="467995" h="1973579">
                  <a:moveTo>
                    <a:pt x="327926" y="324535"/>
                  </a:moveTo>
                  <a:lnTo>
                    <a:pt x="325247" y="323392"/>
                  </a:lnTo>
                  <a:lnTo>
                    <a:pt x="314045" y="350367"/>
                  </a:lnTo>
                  <a:lnTo>
                    <a:pt x="316725" y="351485"/>
                  </a:lnTo>
                  <a:lnTo>
                    <a:pt x="327926" y="324535"/>
                  </a:lnTo>
                  <a:close/>
                </a:path>
                <a:path w="467995" h="1973579">
                  <a:moveTo>
                    <a:pt x="339331" y="1676400"/>
                  </a:moveTo>
                  <a:lnTo>
                    <a:pt x="327723" y="1649603"/>
                  </a:lnTo>
                  <a:lnTo>
                    <a:pt x="325043" y="1650758"/>
                  </a:lnTo>
                  <a:lnTo>
                    <a:pt x="336651" y="1677543"/>
                  </a:lnTo>
                  <a:lnTo>
                    <a:pt x="339331" y="1676400"/>
                  </a:lnTo>
                  <a:close/>
                </a:path>
                <a:path w="467995" h="1973579">
                  <a:moveTo>
                    <a:pt x="350367" y="270637"/>
                  </a:moveTo>
                  <a:lnTo>
                    <a:pt x="347675" y="269506"/>
                  </a:lnTo>
                  <a:lnTo>
                    <a:pt x="336473" y="296443"/>
                  </a:lnTo>
                  <a:lnTo>
                    <a:pt x="339166" y="297586"/>
                  </a:lnTo>
                  <a:lnTo>
                    <a:pt x="350367" y="270637"/>
                  </a:lnTo>
                  <a:close/>
                </a:path>
                <a:path w="467995" h="1973579">
                  <a:moveTo>
                    <a:pt x="362559" y="1729943"/>
                  </a:moveTo>
                  <a:lnTo>
                    <a:pt x="350951" y="1703171"/>
                  </a:lnTo>
                  <a:lnTo>
                    <a:pt x="348259" y="1704340"/>
                  </a:lnTo>
                  <a:lnTo>
                    <a:pt x="359867" y="1731111"/>
                  </a:lnTo>
                  <a:lnTo>
                    <a:pt x="362559" y="1729943"/>
                  </a:lnTo>
                  <a:close/>
                </a:path>
                <a:path w="467995" h="1973579">
                  <a:moveTo>
                    <a:pt x="372795" y="216712"/>
                  </a:moveTo>
                  <a:lnTo>
                    <a:pt x="370116" y="215607"/>
                  </a:lnTo>
                  <a:lnTo>
                    <a:pt x="358914" y="242557"/>
                  </a:lnTo>
                  <a:lnTo>
                    <a:pt x="361594" y="243687"/>
                  </a:lnTo>
                  <a:lnTo>
                    <a:pt x="372795" y="216712"/>
                  </a:lnTo>
                  <a:close/>
                </a:path>
                <a:path w="467995" h="1973579">
                  <a:moveTo>
                    <a:pt x="385775" y="1783511"/>
                  </a:moveTo>
                  <a:lnTo>
                    <a:pt x="374167" y="1756740"/>
                  </a:lnTo>
                  <a:lnTo>
                    <a:pt x="371487" y="1757908"/>
                  </a:lnTo>
                  <a:lnTo>
                    <a:pt x="383095" y="1784680"/>
                  </a:lnTo>
                  <a:lnTo>
                    <a:pt x="385775" y="1783511"/>
                  </a:lnTo>
                  <a:close/>
                </a:path>
                <a:path w="467995" h="1973579">
                  <a:moveTo>
                    <a:pt x="395224" y="162826"/>
                  </a:moveTo>
                  <a:lnTo>
                    <a:pt x="392544" y="161709"/>
                  </a:lnTo>
                  <a:lnTo>
                    <a:pt x="381317" y="188658"/>
                  </a:lnTo>
                  <a:lnTo>
                    <a:pt x="384022" y="189763"/>
                  </a:lnTo>
                  <a:lnTo>
                    <a:pt x="395224" y="162826"/>
                  </a:lnTo>
                  <a:close/>
                </a:path>
                <a:path w="467995" h="1973579">
                  <a:moveTo>
                    <a:pt x="408990" y="1837093"/>
                  </a:moveTo>
                  <a:lnTo>
                    <a:pt x="397383" y="1810321"/>
                  </a:lnTo>
                  <a:lnTo>
                    <a:pt x="394703" y="1811451"/>
                  </a:lnTo>
                  <a:lnTo>
                    <a:pt x="406311" y="1838261"/>
                  </a:lnTo>
                  <a:lnTo>
                    <a:pt x="408990" y="1837093"/>
                  </a:lnTo>
                  <a:close/>
                </a:path>
                <a:path w="467995" h="1973579">
                  <a:moveTo>
                    <a:pt x="417664" y="108927"/>
                  </a:moveTo>
                  <a:lnTo>
                    <a:pt x="414972" y="107784"/>
                  </a:lnTo>
                  <a:lnTo>
                    <a:pt x="403745" y="134734"/>
                  </a:lnTo>
                  <a:lnTo>
                    <a:pt x="406463" y="135877"/>
                  </a:lnTo>
                  <a:lnTo>
                    <a:pt x="417664" y="108927"/>
                  </a:lnTo>
                  <a:close/>
                </a:path>
                <a:path w="467995" h="1973579">
                  <a:moveTo>
                    <a:pt x="432219" y="1890661"/>
                  </a:moveTo>
                  <a:lnTo>
                    <a:pt x="420611" y="1863864"/>
                  </a:lnTo>
                  <a:lnTo>
                    <a:pt x="417918" y="1865033"/>
                  </a:lnTo>
                  <a:lnTo>
                    <a:pt x="429526" y="1891830"/>
                  </a:lnTo>
                  <a:lnTo>
                    <a:pt x="432219" y="1890661"/>
                  </a:lnTo>
                  <a:close/>
                </a:path>
                <a:path w="467995" h="1973579">
                  <a:moveTo>
                    <a:pt x="440093" y="55029"/>
                  </a:moveTo>
                  <a:lnTo>
                    <a:pt x="437413" y="53898"/>
                  </a:lnTo>
                  <a:lnTo>
                    <a:pt x="426173" y="80835"/>
                  </a:lnTo>
                  <a:lnTo>
                    <a:pt x="428891" y="81978"/>
                  </a:lnTo>
                  <a:lnTo>
                    <a:pt x="440093" y="55029"/>
                  </a:lnTo>
                  <a:close/>
                </a:path>
                <a:path w="467995" h="1973579">
                  <a:moveTo>
                    <a:pt x="455409" y="1944243"/>
                  </a:moveTo>
                  <a:lnTo>
                    <a:pt x="443801" y="1917433"/>
                  </a:lnTo>
                  <a:lnTo>
                    <a:pt x="441147" y="1918601"/>
                  </a:lnTo>
                  <a:lnTo>
                    <a:pt x="452755" y="1945373"/>
                  </a:lnTo>
                  <a:lnTo>
                    <a:pt x="455409" y="1944243"/>
                  </a:lnTo>
                  <a:close/>
                </a:path>
                <a:path w="467995" h="1973579">
                  <a:moveTo>
                    <a:pt x="462521" y="1104"/>
                  </a:moveTo>
                  <a:lnTo>
                    <a:pt x="459841" y="0"/>
                  </a:lnTo>
                  <a:lnTo>
                    <a:pt x="448614" y="26949"/>
                  </a:lnTo>
                  <a:lnTo>
                    <a:pt x="451319" y="28054"/>
                  </a:lnTo>
                  <a:lnTo>
                    <a:pt x="462521" y="1104"/>
                  </a:lnTo>
                  <a:close/>
                </a:path>
                <a:path w="467995" h="1973579">
                  <a:moveTo>
                    <a:pt x="467448" y="1971967"/>
                  </a:moveTo>
                  <a:lnTo>
                    <a:pt x="467017" y="1971014"/>
                  </a:lnTo>
                  <a:lnTo>
                    <a:pt x="464362" y="1972183"/>
                  </a:lnTo>
                  <a:lnTo>
                    <a:pt x="464769" y="1973135"/>
                  </a:lnTo>
                  <a:lnTo>
                    <a:pt x="467448" y="1971967"/>
                  </a:lnTo>
                  <a:close/>
                </a:path>
              </a:pathLst>
            </a:custGeom>
            <a:solidFill>
              <a:srgbClr val="5859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9918127" y="7192783"/>
              <a:ext cx="135890" cy="143510"/>
            </a:xfrm>
            <a:custGeom>
              <a:avLst/>
              <a:gdLst/>
              <a:ahLst/>
              <a:cxnLst/>
              <a:rect l="l" t="t" r="r" b="b"/>
              <a:pathLst>
                <a:path w="135890" h="143509">
                  <a:moveTo>
                    <a:pt x="0" y="0"/>
                  </a:moveTo>
                  <a:lnTo>
                    <a:pt x="135874" y="143028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3125455" y="7309965"/>
            <a:ext cx="252729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20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4154992" y="7493732"/>
            <a:ext cx="69024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solidFill>
                  <a:srgbClr val="231F20"/>
                </a:solidFill>
                <a:latin typeface="Microsoft Sans Serif"/>
                <a:cs typeface="Microsoft Sans Serif"/>
              </a:rPr>
              <a:t>15 x </a:t>
            </a:r>
            <a:r>
              <a:rPr sz="16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54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318109" y="7462280"/>
            <a:ext cx="69024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solidFill>
                  <a:srgbClr val="231F20"/>
                </a:solidFill>
                <a:latin typeface="Microsoft Sans Serif"/>
                <a:cs typeface="Microsoft Sans Serif"/>
              </a:rPr>
              <a:t>15 x </a:t>
            </a:r>
            <a:r>
              <a:rPr sz="16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54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491747" y="7435344"/>
            <a:ext cx="57721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solidFill>
                  <a:srgbClr val="231F20"/>
                </a:solidFill>
                <a:latin typeface="Microsoft Sans Serif"/>
                <a:cs typeface="Microsoft Sans Serif"/>
              </a:rPr>
              <a:t>8 x </a:t>
            </a:r>
            <a:r>
              <a:rPr sz="16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27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5948513" y="7038223"/>
            <a:ext cx="3479165" cy="433070"/>
            <a:chOff x="5948513" y="7038223"/>
            <a:chExt cx="3479165" cy="433070"/>
          </a:xfrm>
        </p:grpSpPr>
        <p:sp>
          <p:nvSpPr>
            <p:cNvPr id="101" name="object 101"/>
            <p:cNvSpPr/>
            <p:nvPr/>
          </p:nvSpPr>
          <p:spPr>
            <a:xfrm>
              <a:off x="5948513" y="7223000"/>
              <a:ext cx="265430" cy="215265"/>
            </a:xfrm>
            <a:custGeom>
              <a:avLst/>
              <a:gdLst/>
              <a:ahLst/>
              <a:cxnLst/>
              <a:rect l="l" t="t" r="r" b="b"/>
              <a:pathLst>
                <a:path w="265429" h="215265">
                  <a:moveTo>
                    <a:pt x="0" y="0"/>
                  </a:moveTo>
                  <a:lnTo>
                    <a:pt x="265187" y="214995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407496" y="7039595"/>
              <a:ext cx="17145" cy="87630"/>
            </a:xfrm>
            <a:custGeom>
              <a:avLst/>
              <a:gdLst/>
              <a:ahLst/>
              <a:cxnLst/>
              <a:rect l="l" t="t" r="r" b="b"/>
              <a:pathLst>
                <a:path w="17145" h="87629">
                  <a:moveTo>
                    <a:pt x="16772" y="0"/>
                  </a:moveTo>
                  <a:lnTo>
                    <a:pt x="0" y="0"/>
                  </a:lnTo>
                  <a:lnTo>
                    <a:pt x="0" y="87585"/>
                  </a:lnTo>
                  <a:lnTo>
                    <a:pt x="16772" y="87585"/>
                  </a:lnTo>
                  <a:lnTo>
                    <a:pt x="16772" y="0"/>
                  </a:lnTo>
                  <a:close/>
                </a:path>
              </a:pathLst>
            </a:custGeom>
            <a:solidFill>
              <a:srgbClr val="509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7336758" y="7039595"/>
              <a:ext cx="71120" cy="87630"/>
            </a:xfrm>
            <a:custGeom>
              <a:avLst/>
              <a:gdLst/>
              <a:ahLst/>
              <a:cxnLst/>
              <a:rect l="l" t="t" r="r" b="b"/>
              <a:pathLst>
                <a:path w="71120" h="87629">
                  <a:moveTo>
                    <a:pt x="70737" y="0"/>
                  </a:moveTo>
                  <a:lnTo>
                    <a:pt x="0" y="0"/>
                  </a:lnTo>
                  <a:lnTo>
                    <a:pt x="0" y="87585"/>
                  </a:lnTo>
                  <a:lnTo>
                    <a:pt x="70737" y="87585"/>
                  </a:lnTo>
                  <a:lnTo>
                    <a:pt x="70737" y="0"/>
                  </a:lnTo>
                  <a:close/>
                </a:path>
              </a:pathLst>
            </a:custGeom>
            <a:solidFill>
              <a:srgbClr val="388C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335707" y="7038223"/>
              <a:ext cx="2069464" cy="90170"/>
            </a:xfrm>
            <a:custGeom>
              <a:avLst/>
              <a:gdLst/>
              <a:ahLst/>
              <a:cxnLst/>
              <a:rect l="l" t="t" r="r" b="b"/>
              <a:pathLst>
                <a:path w="2069465" h="90170">
                  <a:moveTo>
                    <a:pt x="116" y="0"/>
                  </a:moveTo>
                  <a:lnTo>
                    <a:pt x="0" y="2919"/>
                  </a:lnTo>
                  <a:lnTo>
                    <a:pt x="29141" y="4145"/>
                  </a:lnTo>
                  <a:lnTo>
                    <a:pt x="29258" y="1226"/>
                  </a:lnTo>
                  <a:lnTo>
                    <a:pt x="116" y="0"/>
                  </a:lnTo>
                  <a:close/>
                </a:path>
                <a:path w="2069465" h="90170">
                  <a:moveTo>
                    <a:pt x="58399" y="2452"/>
                  </a:moveTo>
                  <a:lnTo>
                    <a:pt x="58282" y="5372"/>
                  </a:lnTo>
                  <a:lnTo>
                    <a:pt x="87424" y="6597"/>
                  </a:lnTo>
                  <a:lnTo>
                    <a:pt x="87539" y="3679"/>
                  </a:lnTo>
                  <a:lnTo>
                    <a:pt x="58399" y="2452"/>
                  </a:lnTo>
                  <a:close/>
                </a:path>
                <a:path w="2069465" h="90170">
                  <a:moveTo>
                    <a:pt x="116710" y="4904"/>
                  </a:moveTo>
                  <a:lnTo>
                    <a:pt x="116649" y="6131"/>
                  </a:lnTo>
                  <a:lnTo>
                    <a:pt x="116564" y="7824"/>
                  </a:lnTo>
                  <a:lnTo>
                    <a:pt x="145705" y="9050"/>
                  </a:lnTo>
                  <a:lnTo>
                    <a:pt x="145767" y="7824"/>
                  </a:lnTo>
                  <a:lnTo>
                    <a:pt x="145851" y="6131"/>
                  </a:lnTo>
                  <a:lnTo>
                    <a:pt x="116710" y="4904"/>
                  </a:lnTo>
                  <a:close/>
                </a:path>
                <a:path w="2069465" h="90170">
                  <a:moveTo>
                    <a:pt x="174993" y="7357"/>
                  </a:moveTo>
                  <a:lnTo>
                    <a:pt x="174876" y="10276"/>
                  </a:lnTo>
                  <a:lnTo>
                    <a:pt x="204017" y="11503"/>
                  </a:lnTo>
                  <a:lnTo>
                    <a:pt x="204134" y="8583"/>
                  </a:lnTo>
                  <a:lnTo>
                    <a:pt x="174993" y="7357"/>
                  </a:lnTo>
                  <a:close/>
                </a:path>
                <a:path w="2069465" h="90170">
                  <a:moveTo>
                    <a:pt x="233274" y="9809"/>
                  </a:moveTo>
                  <a:lnTo>
                    <a:pt x="233158" y="12729"/>
                  </a:lnTo>
                  <a:lnTo>
                    <a:pt x="262299" y="13956"/>
                  </a:lnTo>
                  <a:lnTo>
                    <a:pt x="262416" y="11036"/>
                  </a:lnTo>
                  <a:lnTo>
                    <a:pt x="233274" y="9809"/>
                  </a:lnTo>
                  <a:close/>
                </a:path>
                <a:path w="2069465" h="90170">
                  <a:moveTo>
                    <a:pt x="291557" y="12261"/>
                  </a:moveTo>
                  <a:lnTo>
                    <a:pt x="291440" y="15181"/>
                  </a:lnTo>
                  <a:lnTo>
                    <a:pt x="320582" y="16408"/>
                  </a:lnTo>
                  <a:lnTo>
                    <a:pt x="320699" y="13488"/>
                  </a:lnTo>
                  <a:lnTo>
                    <a:pt x="291557" y="12261"/>
                  </a:lnTo>
                  <a:close/>
                </a:path>
                <a:path w="2069465" h="90170">
                  <a:moveTo>
                    <a:pt x="349839" y="14714"/>
                  </a:moveTo>
                  <a:lnTo>
                    <a:pt x="349723" y="17633"/>
                  </a:lnTo>
                  <a:lnTo>
                    <a:pt x="378863" y="18860"/>
                  </a:lnTo>
                  <a:lnTo>
                    <a:pt x="378925" y="17633"/>
                  </a:lnTo>
                  <a:lnTo>
                    <a:pt x="379009" y="15941"/>
                  </a:lnTo>
                  <a:lnTo>
                    <a:pt x="349839" y="14714"/>
                  </a:lnTo>
                  <a:close/>
                </a:path>
                <a:path w="2069465" h="90170">
                  <a:moveTo>
                    <a:pt x="408151" y="17195"/>
                  </a:moveTo>
                  <a:lnTo>
                    <a:pt x="408034" y="20086"/>
                  </a:lnTo>
                  <a:lnTo>
                    <a:pt x="437175" y="21342"/>
                  </a:lnTo>
                  <a:lnTo>
                    <a:pt x="437292" y="18422"/>
                  </a:lnTo>
                  <a:lnTo>
                    <a:pt x="408151" y="17195"/>
                  </a:lnTo>
                  <a:close/>
                </a:path>
                <a:path w="2069465" h="90170">
                  <a:moveTo>
                    <a:pt x="466434" y="19648"/>
                  </a:moveTo>
                  <a:lnTo>
                    <a:pt x="466317" y="22567"/>
                  </a:lnTo>
                  <a:lnTo>
                    <a:pt x="495458" y="23794"/>
                  </a:lnTo>
                  <a:lnTo>
                    <a:pt x="495574" y="20874"/>
                  </a:lnTo>
                  <a:lnTo>
                    <a:pt x="466434" y="19648"/>
                  </a:lnTo>
                  <a:close/>
                </a:path>
                <a:path w="2069465" h="90170">
                  <a:moveTo>
                    <a:pt x="524715" y="22100"/>
                  </a:moveTo>
                  <a:lnTo>
                    <a:pt x="524598" y="25020"/>
                  </a:lnTo>
                  <a:lnTo>
                    <a:pt x="553740" y="26247"/>
                  </a:lnTo>
                  <a:lnTo>
                    <a:pt x="553857" y="23327"/>
                  </a:lnTo>
                  <a:lnTo>
                    <a:pt x="524715" y="22100"/>
                  </a:lnTo>
                  <a:close/>
                </a:path>
                <a:path w="2069465" h="90170">
                  <a:moveTo>
                    <a:pt x="582998" y="24552"/>
                  </a:moveTo>
                  <a:lnTo>
                    <a:pt x="582881" y="27472"/>
                  </a:lnTo>
                  <a:lnTo>
                    <a:pt x="612023" y="28699"/>
                  </a:lnTo>
                  <a:lnTo>
                    <a:pt x="612083" y="27472"/>
                  </a:lnTo>
                  <a:lnTo>
                    <a:pt x="612167" y="25779"/>
                  </a:lnTo>
                  <a:lnTo>
                    <a:pt x="582998" y="24552"/>
                  </a:lnTo>
                  <a:close/>
                </a:path>
                <a:path w="2069465" h="90170">
                  <a:moveTo>
                    <a:pt x="641309" y="27005"/>
                  </a:moveTo>
                  <a:lnTo>
                    <a:pt x="641247" y="28232"/>
                  </a:lnTo>
                  <a:lnTo>
                    <a:pt x="641163" y="29925"/>
                  </a:lnTo>
                  <a:lnTo>
                    <a:pt x="670333" y="31151"/>
                  </a:lnTo>
                  <a:lnTo>
                    <a:pt x="670450" y="28232"/>
                  </a:lnTo>
                  <a:lnTo>
                    <a:pt x="641309" y="27005"/>
                  </a:lnTo>
                  <a:close/>
                </a:path>
                <a:path w="2069465" h="90170">
                  <a:moveTo>
                    <a:pt x="699592" y="29457"/>
                  </a:moveTo>
                  <a:lnTo>
                    <a:pt x="699475" y="32377"/>
                  </a:lnTo>
                  <a:lnTo>
                    <a:pt x="728616" y="33604"/>
                  </a:lnTo>
                  <a:lnTo>
                    <a:pt x="728733" y="30684"/>
                  </a:lnTo>
                  <a:lnTo>
                    <a:pt x="699592" y="29457"/>
                  </a:lnTo>
                  <a:close/>
                </a:path>
                <a:path w="2069465" h="90170">
                  <a:moveTo>
                    <a:pt x="757873" y="31910"/>
                  </a:moveTo>
                  <a:lnTo>
                    <a:pt x="757758" y="34829"/>
                  </a:lnTo>
                  <a:lnTo>
                    <a:pt x="786898" y="36056"/>
                  </a:lnTo>
                  <a:lnTo>
                    <a:pt x="787015" y="33136"/>
                  </a:lnTo>
                  <a:lnTo>
                    <a:pt x="757873" y="31910"/>
                  </a:lnTo>
                  <a:close/>
                </a:path>
                <a:path w="2069465" h="90170">
                  <a:moveTo>
                    <a:pt x="816156" y="34363"/>
                  </a:moveTo>
                  <a:lnTo>
                    <a:pt x="816039" y="37282"/>
                  </a:lnTo>
                  <a:lnTo>
                    <a:pt x="845181" y="38508"/>
                  </a:lnTo>
                  <a:lnTo>
                    <a:pt x="845298" y="35589"/>
                  </a:lnTo>
                  <a:lnTo>
                    <a:pt x="816156" y="34363"/>
                  </a:lnTo>
                  <a:close/>
                </a:path>
                <a:path w="2069465" h="90170">
                  <a:moveTo>
                    <a:pt x="874467" y="36816"/>
                  </a:moveTo>
                  <a:lnTo>
                    <a:pt x="874406" y="38041"/>
                  </a:lnTo>
                  <a:lnTo>
                    <a:pt x="874322" y="39734"/>
                  </a:lnTo>
                  <a:lnTo>
                    <a:pt x="903462" y="40961"/>
                  </a:lnTo>
                  <a:lnTo>
                    <a:pt x="903524" y="39734"/>
                  </a:lnTo>
                  <a:lnTo>
                    <a:pt x="903608" y="38041"/>
                  </a:lnTo>
                  <a:lnTo>
                    <a:pt x="874467" y="36816"/>
                  </a:lnTo>
                  <a:close/>
                </a:path>
                <a:path w="2069465" h="90170">
                  <a:moveTo>
                    <a:pt x="932750" y="39297"/>
                  </a:moveTo>
                  <a:lnTo>
                    <a:pt x="932633" y="42186"/>
                  </a:lnTo>
                  <a:lnTo>
                    <a:pt x="961774" y="43413"/>
                  </a:lnTo>
                  <a:lnTo>
                    <a:pt x="961891" y="40493"/>
                  </a:lnTo>
                  <a:lnTo>
                    <a:pt x="932750" y="39297"/>
                  </a:lnTo>
                  <a:close/>
                </a:path>
                <a:path w="2069465" h="90170">
                  <a:moveTo>
                    <a:pt x="991033" y="41749"/>
                  </a:moveTo>
                  <a:lnTo>
                    <a:pt x="990916" y="44668"/>
                  </a:lnTo>
                  <a:lnTo>
                    <a:pt x="1020057" y="45895"/>
                  </a:lnTo>
                  <a:lnTo>
                    <a:pt x="1020173" y="42975"/>
                  </a:lnTo>
                  <a:lnTo>
                    <a:pt x="991033" y="41749"/>
                  </a:lnTo>
                  <a:close/>
                </a:path>
                <a:path w="2069465" h="90170">
                  <a:moveTo>
                    <a:pt x="1049314" y="44202"/>
                  </a:moveTo>
                  <a:lnTo>
                    <a:pt x="1049197" y="47120"/>
                  </a:lnTo>
                  <a:lnTo>
                    <a:pt x="1078339" y="48347"/>
                  </a:lnTo>
                  <a:lnTo>
                    <a:pt x="1078456" y="45427"/>
                  </a:lnTo>
                  <a:lnTo>
                    <a:pt x="1049314" y="44202"/>
                  </a:lnTo>
                  <a:close/>
                </a:path>
                <a:path w="2069465" h="90170">
                  <a:moveTo>
                    <a:pt x="1107597" y="46654"/>
                  </a:moveTo>
                  <a:lnTo>
                    <a:pt x="1107480" y="49574"/>
                  </a:lnTo>
                  <a:lnTo>
                    <a:pt x="1136622" y="50800"/>
                  </a:lnTo>
                  <a:lnTo>
                    <a:pt x="1136682" y="49574"/>
                  </a:lnTo>
                  <a:lnTo>
                    <a:pt x="1136766" y="47880"/>
                  </a:lnTo>
                  <a:lnTo>
                    <a:pt x="1107597" y="46654"/>
                  </a:lnTo>
                  <a:close/>
                </a:path>
                <a:path w="2069465" h="90170">
                  <a:moveTo>
                    <a:pt x="1165908" y="49107"/>
                  </a:moveTo>
                  <a:lnTo>
                    <a:pt x="1165791" y="52026"/>
                  </a:lnTo>
                  <a:lnTo>
                    <a:pt x="1194932" y="53252"/>
                  </a:lnTo>
                  <a:lnTo>
                    <a:pt x="1195049" y="50332"/>
                  </a:lnTo>
                  <a:lnTo>
                    <a:pt x="1165908" y="49107"/>
                  </a:lnTo>
                  <a:close/>
                </a:path>
                <a:path w="2069465" h="90170">
                  <a:moveTo>
                    <a:pt x="1224191" y="51559"/>
                  </a:moveTo>
                  <a:lnTo>
                    <a:pt x="1224074" y="54479"/>
                  </a:lnTo>
                  <a:lnTo>
                    <a:pt x="1253215" y="55704"/>
                  </a:lnTo>
                  <a:lnTo>
                    <a:pt x="1253332" y="52785"/>
                  </a:lnTo>
                  <a:lnTo>
                    <a:pt x="1224191" y="51559"/>
                  </a:lnTo>
                  <a:close/>
                </a:path>
                <a:path w="2069465" h="90170">
                  <a:moveTo>
                    <a:pt x="1282472" y="54011"/>
                  </a:moveTo>
                  <a:lnTo>
                    <a:pt x="1282357" y="56931"/>
                  </a:lnTo>
                  <a:lnTo>
                    <a:pt x="1311497" y="58157"/>
                  </a:lnTo>
                  <a:lnTo>
                    <a:pt x="1311614" y="55237"/>
                  </a:lnTo>
                  <a:lnTo>
                    <a:pt x="1282472" y="54011"/>
                  </a:lnTo>
                  <a:close/>
                </a:path>
                <a:path w="2069465" h="90170">
                  <a:moveTo>
                    <a:pt x="1340755" y="56464"/>
                  </a:moveTo>
                  <a:lnTo>
                    <a:pt x="1340638" y="59383"/>
                  </a:lnTo>
                  <a:lnTo>
                    <a:pt x="1369780" y="60609"/>
                  </a:lnTo>
                  <a:lnTo>
                    <a:pt x="1369841" y="59383"/>
                  </a:lnTo>
                  <a:lnTo>
                    <a:pt x="1369926" y="57689"/>
                  </a:lnTo>
                  <a:lnTo>
                    <a:pt x="1340755" y="56464"/>
                  </a:lnTo>
                  <a:close/>
                </a:path>
                <a:path w="2069465" h="90170">
                  <a:moveTo>
                    <a:pt x="1399066" y="58916"/>
                  </a:moveTo>
                  <a:lnTo>
                    <a:pt x="1399005" y="60142"/>
                  </a:lnTo>
                  <a:lnTo>
                    <a:pt x="1398921" y="61836"/>
                  </a:lnTo>
                  <a:lnTo>
                    <a:pt x="1428090" y="63061"/>
                  </a:lnTo>
                  <a:lnTo>
                    <a:pt x="1428207" y="60142"/>
                  </a:lnTo>
                  <a:lnTo>
                    <a:pt x="1399066" y="58916"/>
                  </a:lnTo>
                  <a:close/>
                </a:path>
                <a:path w="2069465" h="90170">
                  <a:moveTo>
                    <a:pt x="1457349" y="61368"/>
                  </a:moveTo>
                  <a:lnTo>
                    <a:pt x="1457232" y="64288"/>
                  </a:lnTo>
                  <a:lnTo>
                    <a:pt x="1486373" y="65514"/>
                  </a:lnTo>
                  <a:lnTo>
                    <a:pt x="1486490" y="62594"/>
                  </a:lnTo>
                  <a:lnTo>
                    <a:pt x="1457349" y="61368"/>
                  </a:lnTo>
                  <a:close/>
                </a:path>
                <a:path w="2069465" h="90170">
                  <a:moveTo>
                    <a:pt x="1515631" y="63850"/>
                  </a:moveTo>
                  <a:lnTo>
                    <a:pt x="1515515" y="66741"/>
                  </a:lnTo>
                  <a:lnTo>
                    <a:pt x="1544655" y="67995"/>
                  </a:lnTo>
                  <a:lnTo>
                    <a:pt x="1544772" y="65076"/>
                  </a:lnTo>
                  <a:lnTo>
                    <a:pt x="1515631" y="63850"/>
                  </a:lnTo>
                  <a:close/>
                </a:path>
                <a:path w="2069465" h="90170">
                  <a:moveTo>
                    <a:pt x="1573913" y="66302"/>
                  </a:moveTo>
                  <a:lnTo>
                    <a:pt x="1573796" y="69222"/>
                  </a:lnTo>
                  <a:lnTo>
                    <a:pt x="1602938" y="70448"/>
                  </a:lnTo>
                  <a:lnTo>
                    <a:pt x="1603054" y="67528"/>
                  </a:lnTo>
                  <a:lnTo>
                    <a:pt x="1573913" y="66302"/>
                  </a:lnTo>
                  <a:close/>
                </a:path>
                <a:path w="2069465" h="90170">
                  <a:moveTo>
                    <a:pt x="1632225" y="68755"/>
                  </a:moveTo>
                  <a:lnTo>
                    <a:pt x="1632164" y="69980"/>
                  </a:lnTo>
                  <a:lnTo>
                    <a:pt x="1632079" y="71674"/>
                  </a:lnTo>
                  <a:lnTo>
                    <a:pt x="1661220" y="72900"/>
                  </a:lnTo>
                  <a:lnTo>
                    <a:pt x="1661281" y="71674"/>
                  </a:lnTo>
                  <a:lnTo>
                    <a:pt x="1661365" y="69980"/>
                  </a:lnTo>
                  <a:lnTo>
                    <a:pt x="1632225" y="68755"/>
                  </a:lnTo>
                  <a:close/>
                </a:path>
                <a:path w="2069465" h="90170">
                  <a:moveTo>
                    <a:pt x="1690507" y="71207"/>
                  </a:moveTo>
                  <a:lnTo>
                    <a:pt x="1690390" y="74127"/>
                  </a:lnTo>
                  <a:lnTo>
                    <a:pt x="1719531" y="75352"/>
                  </a:lnTo>
                  <a:lnTo>
                    <a:pt x="1719648" y="72434"/>
                  </a:lnTo>
                  <a:lnTo>
                    <a:pt x="1690507" y="71207"/>
                  </a:lnTo>
                  <a:close/>
                </a:path>
                <a:path w="2069465" h="90170">
                  <a:moveTo>
                    <a:pt x="1748790" y="73660"/>
                  </a:moveTo>
                  <a:lnTo>
                    <a:pt x="1748673" y="76579"/>
                  </a:lnTo>
                  <a:lnTo>
                    <a:pt x="1777814" y="77805"/>
                  </a:lnTo>
                  <a:lnTo>
                    <a:pt x="1777931" y="74886"/>
                  </a:lnTo>
                  <a:lnTo>
                    <a:pt x="1748790" y="73660"/>
                  </a:lnTo>
                  <a:close/>
                </a:path>
                <a:path w="2069465" h="90170">
                  <a:moveTo>
                    <a:pt x="1807071" y="76112"/>
                  </a:moveTo>
                  <a:lnTo>
                    <a:pt x="1806956" y="79032"/>
                  </a:lnTo>
                  <a:lnTo>
                    <a:pt x="1836096" y="80257"/>
                  </a:lnTo>
                  <a:lnTo>
                    <a:pt x="1836212" y="77339"/>
                  </a:lnTo>
                  <a:lnTo>
                    <a:pt x="1807071" y="76112"/>
                  </a:lnTo>
                  <a:close/>
                </a:path>
                <a:path w="2069465" h="90170">
                  <a:moveTo>
                    <a:pt x="1865354" y="78564"/>
                  </a:moveTo>
                  <a:lnTo>
                    <a:pt x="1865237" y="81484"/>
                  </a:lnTo>
                  <a:lnTo>
                    <a:pt x="1894378" y="82710"/>
                  </a:lnTo>
                  <a:lnTo>
                    <a:pt x="1894440" y="81484"/>
                  </a:lnTo>
                  <a:lnTo>
                    <a:pt x="1894525" y="79791"/>
                  </a:lnTo>
                  <a:lnTo>
                    <a:pt x="1865354" y="78564"/>
                  </a:lnTo>
                  <a:close/>
                </a:path>
                <a:path w="2069465" h="90170">
                  <a:moveTo>
                    <a:pt x="1923665" y="81017"/>
                  </a:moveTo>
                  <a:lnTo>
                    <a:pt x="1923549" y="83936"/>
                  </a:lnTo>
                  <a:lnTo>
                    <a:pt x="1952689" y="85163"/>
                  </a:lnTo>
                  <a:lnTo>
                    <a:pt x="1952806" y="82243"/>
                  </a:lnTo>
                  <a:lnTo>
                    <a:pt x="1923665" y="81017"/>
                  </a:lnTo>
                  <a:close/>
                </a:path>
                <a:path w="2069465" h="90170">
                  <a:moveTo>
                    <a:pt x="1981948" y="83469"/>
                  </a:moveTo>
                  <a:lnTo>
                    <a:pt x="1981831" y="86389"/>
                  </a:lnTo>
                  <a:lnTo>
                    <a:pt x="2010972" y="87616"/>
                  </a:lnTo>
                  <a:lnTo>
                    <a:pt x="2011089" y="84696"/>
                  </a:lnTo>
                  <a:lnTo>
                    <a:pt x="1981948" y="83469"/>
                  </a:lnTo>
                  <a:close/>
                </a:path>
                <a:path w="2069465" h="90170">
                  <a:moveTo>
                    <a:pt x="2040230" y="85921"/>
                  </a:moveTo>
                  <a:lnTo>
                    <a:pt x="2040114" y="88841"/>
                  </a:lnTo>
                  <a:lnTo>
                    <a:pt x="2069255" y="90068"/>
                  </a:lnTo>
                  <a:lnTo>
                    <a:pt x="2069371" y="87177"/>
                  </a:lnTo>
                  <a:lnTo>
                    <a:pt x="2040230" y="85921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336379" y="7127181"/>
              <a:ext cx="2071370" cy="0"/>
            </a:xfrm>
            <a:custGeom>
              <a:avLst/>
              <a:gdLst/>
              <a:ahLst/>
              <a:cxnLst/>
              <a:rect l="l" t="t" r="r" b="b"/>
              <a:pathLst>
                <a:path w="2071370">
                  <a:moveTo>
                    <a:pt x="0" y="0"/>
                  </a:moveTo>
                  <a:lnTo>
                    <a:pt x="2071062" y="0"/>
                  </a:lnTo>
                </a:path>
              </a:pathLst>
            </a:custGeom>
            <a:ln w="3175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9391340" y="7114160"/>
              <a:ext cx="36195" cy="33020"/>
            </a:xfrm>
            <a:custGeom>
              <a:avLst/>
              <a:gdLst/>
              <a:ahLst/>
              <a:cxnLst/>
              <a:rect l="l" t="t" r="r" b="b"/>
              <a:pathLst>
                <a:path w="36195" h="33020">
                  <a:moveTo>
                    <a:pt x="36170" y="0"/>
                  </a:moveTo>
                  <a:lnTo>
                    <a:pt x="0" y="0"/>
                  </a:lnTo>
                  <a:lnTo>
                    <a:pt x="0" y="32406"/>
                  </a:lnTo>
                  <a:lnTo>
                    <a:pt x="36170" y="32406"/>
                  </a:lnTo>
                  <a:lnTo>
                    <a:pt x="36170" y="0"/>
                  </a:lnTo>
                  <a:close/>
                </a:path>
              </a:pathLst>
            </a:custGeom>
            <a:solidFill>
              <a:srgbClr val="1B75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7945893" y="7255816"/>
              <a:ext cx="265430" cy="215265"/>
            </a:xfrm>
            <a:custGeom>
              <a:avLst/>
              <a:gdLst/>
              <a:ahLst/>
              <a:cxnLst/>
              <a:rect l="l" t="t" r="r" b="b"/>
              <a:pathLst>
                <a:path w="265429" h="215265">
                  <a:moveTo>
                    <a:pt x="0" y="0"/>
                  </a:moveTo>
                  <a:lnTo>
                    <a:pt x="265215" y="214995"/>
                  </a:lnTo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9713143" y="7330749"/>
            <a:ext cx="97790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400" baseline="36458" dirty="0">
                <a:solidFill>
                  <a:srgbClr val="231F20"/>
                </a:solidFill>
                <a:latin typeface="Microsoft Sans Serif"/>
                <a:cs typeface="Microsoft Sans Serif"/>
              </a:rPr>
              <a:t>50</a:t>
            </a:r>
            <a:r>
              <a:rPr sz="2400" spc="82" baseline="36458" dirty="0">
                <a:solidFill>
                  <a:srgbClr val="231F20"/>
                </a:solidFill>
                <a:latin typeface="Microsoft Sans Serif"/>
                <a:cs typeface="Microsoft Sans Serif"/>
              </a:rPr>
              <a:t>  </a:t>
            </a:r>
            <a:r>
              <a:rPr sz="1600" dirty="0">
                <a:solidFill>
                  <a:srgbClr val="231F20"/>
                </a:solidFill>
                <a:latin typeface="Microsoft Sans Serif"/>
                <a:cs typeface="Microsoft Sans Serif"/>
              </a:rPr>
              <a:t>4</a:t>
            </a:r>
            <a:r>
              <a:rPr sz="1600" spc="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31F20"/>
                </a:solidFill>
                <a:latin typeface="Microsoft Sans Serif"/>
                <a:cs typeface="Microsoft Sans Serif"/>
              </a:rPr>
              <a:t>x </a:t>
            </a:r>
            <a:r>
              <a:rPr sz="16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14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11206340" y="6208471"/>
            <a:ext cx="461645" cy="1985010"/>
          </a:xfrm>
          <a:custGeom>
            <a:avLst/>
            <a:gdLst/>
            <a:ahLst/>
            <a:cxnLst/>
            <a:rect l="l" t="t" r="r" b="b"/>
            <a:pathLst>
              <a:path w="461645" h="1985009">
                <a:moveTo>
                  <a:pt x="2971" y="1983994"/>
                </a:moveTo>
                <a:lnTo>
                  <a:pt x="177" y="1983244"/>
                </a:lnTo>
                <a:lnTo>
                  <a:pt x="25" y="1983828"/>
                </a:lnTo>
                <a:lnTo>
                  <a:pt x="2832" y="1984578"/>
                </a:lnTo>
                <a:lnTo>
                  <a:pt x="2971" y="1983994"/>
                </a:lnTo>
                <a:close/>
              </a:path>
              <a:path w="461645" h="1985009">
                <a:moveTo>
                  <a:pt x="10210" y="28257"/>
                </a:moveTo>
                <a:lnTo>
                  <a:pt x="2832" y="0"/>
                </a:lnTo>
                <a:lnTo>
                  <a:pt x="0" y="749"/>
                </a:lnTo>
                <a:lnTo>
                  <a:pt x="7404" y="28981"/>
                </a:lnTo>
                <a:lnTo>
                  <a:pt x="10210" y="28257"/>
                </a:lnTo>
                <a:close/>
              </a:path>
              <a:path w="461645" h="1985009">
                <a:moveTo>
                  <a:pt x="18199" y="1927656"/>
                </a:moveTo>
                <a:lnTo>
                  <a:pt x="15367" y="1926894"/>
                </a:lnTo>
                <a:lnTo>
                  <a:pt x="7785" y="1955063"/>
                </a:lnTo>
                <a:lnTo>
                  <a:pt x="10591" y="1955825"/>
                </a:lnTo>
                <a:lnTo>
                  <a:pt x="18199" y="1927656"/>
                </a:lnTo>
                <a:close/>
              </a:path>
              <a:path w="461645" h="1985009">
                <a:moveTo>
                  <a:pt x="24993" y="84747"/>
                </a:moveTo>
                <a:lnTo>
                  <a:pt x="17614" y="56489"/>
                </a:lnTo>
                <a:lnTo>
                  <a:pt x="14795" y="57213"/>
                </a:lnTo>
                <a:lnTo>
                  <a:pt x="22174" y="85483"/>
                </a:lnTo>
                <a:lnTo>
                  <a:pt x="24993" y="84747"/>
                </a:lnTo>
                <a:close/>
              </a:path>
              <a:path w="461645" h="1985009">
                <a:moveTo>
                  <a:pt x="33426" y="1871268"/>
                </a:moveTo>
                <a:lnTo>
                  <a:pt x="30594" y="1870519"/>
                </a:lnTo>
                <a:lnTo>
                  <a:pt x="22987" y="1898688"/>
                </a:lnTo>
                <a:lnTo>
                  <a:pt x="25819" y="1899450"/>
                </a:lnTo>
                <a:lnTo>
                  <a:pt x="33426" y="1871268"/>
                </a:lnTo>
                <a:close/>
              </a:path>
              <a:path w="461645" h="1985009">
                <a:moveTo>
                  <a:pt x="39763" y="141211"/>
                </a:moveTo>
                <a:lnTo>
                  <a:pt x="32385" y="112979"/>
                </a:lnTo>
                <a:lnTo>
                  <a:pt x="29552" y="113715"/>
                </a:lnTo>
                <a:lnTo>
                  <a:pt x="36957" y="141973"/>
                </a:lnTo>
                <a:lnTo>
                  <a:pt x="39763" y="141211"/>
                </a:lnTo>
                <a:close/>
              </a:path>
              <a:path w="461645" h="1985009">
                <a:moveTo>
                  <a:pt x="48628" y="1814893"/>
                </a:moveTo>
                <a:lnTo>
                  <a:pt x="45821" y="1814144"/>
                </a:lnTo>
                <a:lnTo>
                  <a:pt x="38214" y="1842312"/>
                </a:lnTo>
                <a:lnTo>
                  <a:pt x="41046" y="1843074"/>
                </a:lnTo>
                <a:lnTo>
                  <a:pt x="48628" y="1814893"/>
                </a:lnTo>
                <a:close/>
              </a:path>
              <a:path w="461645" h="1985009">
                <a:moveTo>
                  <a:pt x="54546" y="197700"/>
                </a:moveTo>
                <a:lnTo>
                  <a:pt x="47167" y="169468"/>
                </a:lnTo>
                <a:lnTo>
                  <a:pt x="44335" y="170205"/>
                </a:lnTo>
                <a:lnTo>
                  <a:pt x="51714" y="198437"/>
                </a:lnTo>
                <a:lnTo>
                  <a:pt x="54546" y="197700"/>
                </a:lnTo>
                <a:close/>
              </a:path>
              <a:path w="461645" h="1985009">
                <a:moveTo>
                  <a:pt x="63855" y="1758518"/>
                </a:moveTo>
                <a:lnTo>
                  <a:pt x="61048" y="1757768"/>
                </a:lnTo>
                <a:lnTo>
                  <a:pt x="53441" y="1785962"/>
                </a:lnTo>
                <a:lnTo>
                  <a:pt x="56235" y="1786724"/>
                </a:lnTo>
                <a:lnTo>
                  <a:pt x="63855" y="1758518"/>
                </a:lnTo>
                <a:close/>
              </a:path>
              <a:path w="461645" h="1985009">
                <a:moveTo>
                  <a:pt x="69303" y="254203"/>
                </a:moveTo>
                <a:lnTo>
                  <a:pt x="61925" y="225945"/>
                </a:lnTo>
                <a:lnTo>
                  <a:pt x="59093" y="226695"/>
                </a:lnTo>
                <a:lnTo>
                  <a:pt x="66509" y="254927"/>
                </a:lnTo>
                <a:lnTo>
                  <a:pt x="69303" y="254203"/>
                </a:lnTo>
                <a:close/>
              </a:path>
              <a:path w="461645" h="1985009">
                <a:moveTo>
                  <a:pt x="79082" y="1702142"/>
                </a:moveTo>
                <a:lnTo>
                  <a:pt x="76250" y="1701380"/>
                </a:lnTo>
                <a:lnTo>
                  <a:pt x="68668" y="1729587"/>
                </a:lnTo>
                <a:lnTo>
                  <a:pt x="71462" y="1730349"/>
                </a:lnTo>
                <a:lnTo>
                  <a:pt x="79082" y="1702142"/>
                </a:lnTo>
                <a:close/>
              </a:path>
              <a:path w="461645" h="1985009">
                <a:moveTo>
                  <a:pt x="84099" y="310692"/>
                </a:moveTo>
                <a:lnTo>
                  <a:pt x="76720" y="282435"/>
                </a:lnTo>
                <a:lnTo>
                  <a:pt x="73888" y="283184"/>
                </a:lnTo>
                <a:lnTo>
                  <a:pt x="81267" y="311416"/>
                </a:lnTo>
                <a:lnTo>
                  <a:pt x="84099" y="310692"/>
                </a:lnTo>
                <a:close/>
              </a:path>
              <a:path w="461645" h="1985009">
                <a:moveTo>
                  <a:pt x="94310" y="1645793"/>
                </a:moveTo>
                <a:lnTo>
                  <a:pt x="91478" y="1645043"/>
                </a:lnTo>
                <a:lnTo>
                  <a:pt x="83870" y="1673212"/>
                </a:lnTo>
                <a:lnTo>
                  <a:pt x="86690" y="1673974"/>
                </a:lnTo>
                <a:lnTo>
                  <a:pt x="94310" y="1645793"/>
                </a:lnTo>
                <a:close/>
              </a:path>
              <a:path w="461645" h="1985009">
                <a:moveTo>
                  <a:pt x="98856" y="367157"/>
                </a:moveTo>
                <a:lnTo>
                  <a:pt x="91478" y="338924"/>
                </a:lnTo>
                <a:lnTo>
                  <a:pt x="88684" y="339648"/>
                </a:lnTo>
                <a:lnTo>
                  <a:pt x="96062" y="367919"/>
                </a:lnTo>
                <a:lnTo>
                  <a:pt x="98856" y="367157"/>
                </a:lnTo>
                <a:close/>
              </a:path>
              <a:path w="461645" h="1985009">
                <a:moveTo>
                  <a:pt x="109499" y="1589417"/>
                </a:moveTo>
                <a:lnTo>
                  <a:pt x="106705" y="1588668"/>
                </a:lnTo>
                <a:lnTo>
                  <a:pt x="99098" y="1616837"/>
                </a:lnTo>
                <a:lnTo>
                  <a:pt x="101917" y="1617599"/>
                </a:lnTo>
                <a:lnTo>
                  <a:pt x="109499" y="1589417"/>
                </a:lnTo>
                <a:close/>
              </a:path>
              <a:path w="461645" h="1985009">
                <a:moveTo>
                  <a:pt x="113652" y="423646"/>
                </a:moveTo>
                <a:lnTo>
                  <a:pt x="106273" y="395414"/>
                </a:lnTo>
                <a:lnTo>
                  <a:pt x="103441" y="396151"/>
                </a:lnTo>
                <a:lnTo>
                  <a:pt x="110820" y="424408"/>
                </a:lnTo>
                <a:lnTo>
                  <a:pt x="113652" y="423646"/>
                </a:lnTo>
                <a:close/>
              </a:path>
              <a:path w="461645" h="1985009">
                <a:moveTo>
                  <a:pt x="124726" y="1533042"/>
                </a:moveTo>
                <a:lnTo>
                  <a:pt x="121932" y="1532280"/>
                </a:lnTo>
                <a:lnTo>
                  <a:pt x="114312" y="1560487"/>
                </a:lnTo>
                <a:lnTo>
                  <a:pt x="117119" y="1561249"/>
                </a:lnTo>
                <a:lnTo>
                  <a:pt x="124726" y="1533042"/>
                </a:lnTo>
                <a:close/>
              </a:path>
              <a:path w="461645" h="1985009">
                <a:moveTo>
                  <a:pt x="128435" y="480148"/>
                </a:moveTo>
                <a:lnTo>
                  <a:pt x="121031" y="451916"/>
                </a:lnTo>
                <a:lnTo>
                  <a:pt x="118224" y="452640"/>
                </a:lnTo>
                <a:lnTo>
                  <a:pt x="125603" y="480872"/>
                </a:lnTo>
                <a:lnTo>
                  <a:pt x="128435" y="480148"/>
                </a:lnTo>
                <a:close/>
              </a:path>
              <a:path w="461645" h="1985009">
                <a:moveTo>
                  <a:pt x="139954" y="1476692"/>
                </a:moveTo>
                <a:lnTo>
                  <a:pt x="137134" y="1475943"/>
                </a:lnTo>
                <a:lnTo>
                  <a:pt x="129514" y="1504111"/>
                </a:lnTo>
                <a:lnTo>
                  <a:pt x="132346" y="1504873"/>
                </a:lnTo>
                <a:lnTo>
                  <a:pt x="139954" y="1476692"/>
                </a:lnTo>
                <a:close/>
              </a:path>
              <a:path w="461645" h="1985009">
                <a:moveTo>
                  <a:pt x="143192" y="536638"/>
                </a:moveTo>
                <a:lnTo>
                  <a:pt x="135813" y="508381"/>
                </a:lnTo>
                <a:lnTo>
                  <a:pt x="132981" y="509130"/>
                </a:lnTo>
                <a:lnTo>
                  <a:pt x="140373" y="537362"/>
                </a:lnTo>
                <a:lnTo>
                  <a:pt x="143192" y="536638"/>
                </a:lnTo>
                <a:close/>
              </a:path>
              <a:path w="461645" h="1985009">
                <a:moveTo>
                  <a:pt x="155181" y="1420317"/>
                </a:moveTo>
                <a:lnTo>
                  <a:pt x="152361" y="1419567"/>
                </a:lnTo>
                <a:lnTo>
                  <a:pt x="144741" y="1447736"/>
                </a:lnTo>
                <a:lnTo>
                  <a:pt x="147574" y="1448498"/>
                </a:lnTo>
                <a:lnTo>
                  <a:pt x="155181" y="1420317"/>
                </a:lnTo>
                <a:close/>
              </a:path>
              <a:path w="461645" h="1985009">
                <a:moveTo>
                  <a:pt x="157988" y="593128"/>
                </a:moveTo>
                <a:lnTo>
                  <a:pt x="150571" y="564870"/>
                </a:lnTo>
                <a:lnTo>
                  <a:pt x="147777" y="565632"/>
                </a:lnTo>
                <a:lnTo>
                  <a:pt x="155155" y="593864"/>
                </a:lnTo>
                <a:lnTo>
                  <a:pt x="157988" y="593128"/>
                </a:lnTo>
                <a:close/>
              </a:path>
              <a:path w="461645" h="1985009">
                <a:moveTo>
                  <a:pt x="170383" y="1363941"/>
                </a:moveTo>
                <a:lnTo>
                  <a:pt x="167589" y="1363192"/>
                </a:lnTo>
                <a:lnTo>
                  <a:pt x="159969" y="1391361"/>
                </a:lnTo>
                <a:lnTo>
                  <a:pt x="162775" y="1392123"/>
                </a:lnTo>
                <a:lnTo>
                  <a:pt x="170383" y="1363941"/>
                </a:lnTo>
                <a:close/>
              </a:path>
              <a:path w="461645" h="1985009">
                <a:moveTo>
                  <a:pt x="172745" y="649592"/>
                </a:moveTo>
                <a:lnTo>
                  <a:pt x="165366" y="621360"/>
                </a:lnTo>
                <a:lnTo>
                  <a:pt x="162534" y="622096"/>
                </a:lnTo>
                <a:lnTo>
                  <a:pt x="169913" y="650354"/>
                </a:lnTo>
                <a:lnTo>
                  <a:pt x="172745" y="649592"/>
                </a:lnTo>
                <a:close/>
              </a:path>
              <a:path w="461645" h="1985009">
                <a:moveTo>
                  <a:pt x="185610" y="1307566"/>
                </a:moveTo>
                <a:lnTo>
                  <a:pt x="182816" y="1306804"/>
                </a:lnTo>
                <a:lnTo>
                  <a:pt x="175196" y="1335011"/>
                </a:lnTo>
                <a:lnTo>
                  <a:pt x="178003" y="1335773"/>
                </a:lnTo>
                <a:lnTo>
                  <a:pt x="185610" y="1307566"/>
                </a:lnTo>
                <a:close/>
              </a:path>
              <a:path w="461645" h="1985009">
                <a:moveTo>
                  <a:pt x="187540" y="706081"/>
                </a:moveTo>
                <a:lnTo>
                  <a:pt x="180124" y="677849"/>
                </a:lnTo>
                <a:lnTo>
                  <a:pt x="177330" y="678586"/>
                </a:lnTo>
                <a:lnTo>
                  <a:pt x="184708" y="706818"/>
                </a:lnTo>
                <a:lnTo>
                  <a:pt x="187540" y="706081"/>
                </a:lnTo>
                <a:close/>
              </a:path>
              <a:path w="461645" h="1985009">
                <a:moveTo>
                  <a:pt x="200837" y="1251216"/>
                </a:moveTo>
                <a:lnTo>
                  <a:pt x="198005" y="1250467"/>
                </a:lnTo>
                <a:lnTo>
                  <a:pt x="190398" y="1278636"/>
                </a:lnTo>
                <a:lnTo>
                  <a:pt x="193230" y="1279398"/>
                </a:lnTo>
                <a:lnTo>
                  <a:pt x="200837" y="1251216"/>
                </a:lnTo>
                <a:close/>
              </a:path>
              <a:path w="461645" h="1985009">
                <a:moveTo>
                  <a:pt x="202298" y="762584"/>
                </a:moveTo>
                <a:lnTo>
                  <a:pt x="194919" y="734352"/>
                </a:lnTo>
                <a:lnTo>
                  <a:pt x="192087" y="735076"/>
                </a:lnTo>
                <a:lnTo>
                  <a:pt x="199466" y="763308"/>
                </a:lnTo>
                <a:lnTo>
                  <a:pt x="202298" y="762584"/>
                </a:lnTo>
                <a:close/>
              </a:path>
              <a:path w="461645" h="1985009">
                <a:moveTo>
                  <a:pt x="216039" y="1194841"/>
                </a:moveTo>
                <a:lnTo>
                  <a:pt x="213233" y="1194092"/>
                </a:lnTo>
                <a:lnTo>
                  <a:pt x="205625" y="1222260"/>
                </a:lnTo>
                <a:lnTo>
                  <a:pt x="208445" y="1223022"/>
                </a:lnTo>
                <a:lnTo>
                  <a:pt x="216039" y="1194841"/>
                </a:lnTo>
                <a:close/>
              </a:path>
              <a:path w="461645" h="1985009">
                <a:moveTo>
                  <a:pt x="217081" y="819073"/>
                </a:moveTo>
                <a:lnTo>
                  <a:pt x="209677" y="790816"/>
                </a:lnTo>
                <a:lnTo>
                  <a:pt x="206870" y="791565"/>
                </a:lnTo>
                <a:lnTo>
                  <a:pt x="214261" y="819797"/>
                </a:lnTo>
                <a:lnTo>
                  <a:pt x="217081" y="819073"/>
                </a:lnTo>
                <a:close/>
              </a:path>
              <a:path w="461645" h="1985009">
                <a:moveTo>
                  <a:pt x="231267" y="1138466"/>
                </a:moveTo>
                <a:lnTo>
                  <a:pt x="228460" y="1137716"/>
                </a:lnTo>
                <a:lnTo>
                  <a:pt x="220853" y="1165885"/>
                </a:lnTo>
                <a:lnTo>
                  <a:pt x="223647" y="1166672"/>
                </a:lnTo>
                <a:lnTo>
                  <a:pt x="231267" y="1138466"/>
                </a:lnTo>
                <a:close/>
              </a:path>
              <a:path w="461645" h="1985009">
                <a:moveTo>
                  <a:pt x="231851" y="875563"/>
                </a:moveTo>
                <a:lnTo>
                  <a:pt x="224459" y="847305"/>
                </a:lnTo>
                <a:lnTo>
                  <a:pt x="221640" y="848067"/>
                </a:lnTo>
                <a:lnTo>
                  <a:pt x="229019" y="876300"/>
                </a:lnTo>
                <a:lnTo>
                  <a:pt x="231851" y="875563"/>
                </a:lnTo>
                <a:close/>
              </a:path>
              <a:path w="461645" h="1985009">
                <a:moveTo>
                  <a:pt x="246494" y="1082090"/>
                </a:moveTo>
                <a:lnTo>
                  <a:pt x="243662" y="1081328"/>
                </a:lnTo>
                <a:lnTo>
                  <a:pt x="236080" y="1109535"/>
                </a:lnTo>
                <a:lnTo>
                  <a:pt x="238874" y="1110297"/>
                </a:lnTo>
                <a:lnTo>
                  <a:pt x="246494" y="1082090"/>
                </a:lnTo>
                <a:close/>
              </a:path>
              <a:path w="461645" h="1985009">
                <a:moveTo>
                  <a:pt x="246634" y="932027"/>
                </a:moveTo>
                <a:lnTo>
                  <a:pt x="239229" y="903795"/>
                </a:lnTo>
                <a:lnTo>
                  <a:pt x="236423" y="904532"/>
                </a:lnTo>
                <a:lnTo>
                  <a:pt x="243801" y="932789"/>
                </a:lnTo>
                <a:lnTo>
                  <a:pt x="246634" y="932027"/>
                </a:lnTo>
                <a:close/>
              </a:path>
              <a:path w="461645" h="1985009">
                <a:moveTo>
                  <a:pt x="261391" y="988517"/>
                </a:moveTo>
                <a:lnTo>
                  <a:pt x="254012" y="960285"/>
                </a:lnTo>
                <a:lnTo>
                  <a:pt x="251180" y="961021"/>
                </a:lnTo>
                <a:lnTo>
                  <a:pt x="258572" y="989279"/>
                </a:lnTo>
                <a:lnTo>
                  <a:pt x="261391" y="988517"/>
                </a:lnTo>
                <a:close/>
              </a:path>
              <a:path w="461645" h="1985009">
                <a:moveTo>
                  <a:pt x="261721" y="1025740"/>
                </a:moveTo>
                <a:lnTo>
                  <a:pt x="258889" y="1024953"/>
                </a:lnTo>
                <a:lnTo>
                  <a:pt x="251269" y="1053160"/>
                </a:lnTo>
                <a:lnTo>
                  <a:pt x="254101" y="1053922"/>
                </a:lnTo>
                <a:lnTo>
                  <a:pt x="261721" y="1025740"/>
                </a:lnTo>
                <a:close/>
              </a:path>
              <a:path w="461645" h="1985009">
                <a:moveTo>
                  <a:pt x="276186" y="1045019"/>
                </a:moveTo>
                <a:lnTo>
                  <a:pt x="268770" y="1016787"/>
                </a:lnTo>
                <a:lnTo>
                  <a:pt x="265976" y="1017511"/>
                </a:lnTo>
                <a:lnTo>
                  <a:pt x="273354" y="1045743"/>
                </a:lnTo>
                <a:lnTo>
                  <a:pt x="276186" y="1045019"/>
                </a:lnTo>
                <a:close/>
              </a:path>
              <a:path w="461645" h="1985009">
                <a:moveTo>
                  <a:pt x="276910" y="969365"/>
                </a:moveTo>
                <a:lnTo>
                  <a:pt x="274116" y="968616"/>
                </a:lnTo>
                <a:lnTo>
                  <a:pt x="266496" y="996784"/>
                </a:lnTo>
                <a:lnTo>
                  <a:pt x="269328" y="997546"/>
                </a:lnTo>
                <a:lnTo>
                  <a:pt x="276910" y="969365"/>
                </a:lnTo>
                <a:close/>
              </a:path>
              <a:path w="461645" h="1985009">
                <a:moveTo>
                  <a:pt x="290944" y="1101509"/>
                </a:moveTo>
                <a:lnTo>
                  <a:pt x="283565" y="1073251"/>
                </a:lnTo>
                <a:lnTo>
                  <a:pt x="280733" y="1074000"/>
                </a:lnTo>
                <a:lnTo>
                  <a:pt x="288150" y="1102233"/>
                </a:lnTo>
                <a:lnTo>
                  <a:pt x="290944" y="1101509"/>
                </a:lnTo>
                <a:close/>
              </a:path>
              <a:path w="461645" h="1985009">
                <a:moveTo>
                  <a:pt x="292138" y="912990"/>
                </a:moveTo>
                <a:lnTo>
                  <a:pt x="289344" y="912241"/>
                </a:lnTo>
                <a:lnTo>
                  <a:pt x="281724" y="940409"/>
                </a:lnTo>
                <a:lnTo>
                  <a:pt x="284530" y="941171"/>
                </a:lnTo>
                <a:lnTo>
                  <a:pt x="292138" y="912990"/>
                </a:lnTo>
                <a:close/>
              </a:path>
              <a:path w="461645" h="1985009">
                <a:moveTo>
                  <a:pt x="305739" y="1157998"/>
                </a:moveTo>
                <a:lnTo>
                  <a:pt x="298323" y="1129741"/>
                </a:lnTo>
                <a:lnTo>
                  <a:pt x="295529" y="1130503"/>
                </a:lnTo>
                <a:lnTo>
                  <a:pt x="302907" y="1158735"/>
                </a:lnTo>
                <a:lnTo>
                  <a:pt x="305739" y="1157998"/>
                </a:lnTo>
                <a:close/>
              </a:path>
              <a:path w="461645" h="1985009">
                <a:moveTo>
                  <a:pt x="307365" y="856615"/>
                </a:moveTo>
                <a:lnTo>
                  <a:pt x="304533" y="855853"/>
                </a:lnTo>
                <a:lnTo>
                  <a:pt x="296951" y="884059"/>
                </a:lnTo>
                <a:lnTo>
                  <a:pt x="299758" y="884821"/>
                </a:lnTo>
                <a:lnTo>
                  <a:pt x="307365" y="856615"/>
                </a:lnTo>
                <a:close/>
              </a:path>
              <a:path w="461645" h="1985009">
                <a:moveTo>
                  <a:pt x="320497" y="1214462"/>
                </a:moveTo>
                <a:lnTo>
                  <a:pt x="313118" y="1186230"/>
                </a:lnTo>
                <a:lnTo>
                  <a:pt x="310286" y="1186967"/>
                </a:lnTo>
                <a:lnTo>
                  <a:pt x="317690" y="1215224"/>
                </a:lnTo>
                <a:lnTo>
                  <a:pt x="320497" y="1214462"/>
                </a:lnTo>
                <a:close/>
              </a:path>
              <a:path w="461645" h="1985009">
                <a:moveTo>
                  <a:pt x="322592" y="800265"/>
                </a:moveTo>
                <a:lnTo>
                  <a:pt x="319760" y="799515"/>
                </a:lnTo>
                <a:lnTo>
                  <a:pt x="312153" y="827684"/>
                </a:lnTo>
                <a:lnTo>
                  <a:pt x="314985" y="828446"/>
                </a:lnTo>
                <a:lnTo>
                  <a:pt x="322592" y="800265"/>
                </a:lnTo>
                <a:close/>
              </a:path>
              <a:path w="461645" h="1985009">
                <a:moveTo>
                  <a:pt x="335280" y="1270952"/>
                </a:moveTo>
                <a:lnTo>
                  <a:pt x="327901" y="1242720"/>
                </a:lnTo>
                <a:lnTo>
                  <a:pt x="325069" y="1243457"/>
                </a:lnTo>
                <a:lnTo>
                  <a:pt x="332460" y="1271714"/>
                </a:lnTo>
                <a:lnTo>
                  <a:pt x="335280" y="1270952"/>
                </a:lnTo>
                <a:close/>
              </a:path>
              <a:path w="461645" h="1985009">
                <a:moveTo>
                  <a:pt x="337794" y="743889"/>
                </a:moveTo>
                <a:lnTo>
                  <a:pt x="334987" y="743140"/>
                </a:lnTo>
                <a:lnTo>
                  <a:pt x="327380" y="771309"/>
                </a:lnTo>
                <a:lnTo>
                  <a:pt x="330174" y="772071"/>
                </a:lnTo>
                <a:lnTo>
                  <a:pt x="337794" y="743889"/>
                </a:lnTo>
                <a:close/>
              </a:path>
              <a:path w="461645" h="1985009">
                <a:moveTo>
                  <a:pt x="350050" y="1327454"/>
                </a:moveTo>
                <a:lnTo>
                  <a:pt x="342658" y="1299222"/>
                </a:lnTo>
                <a:lnTo>
                  <a:pt x="339839" y="1299946"/>
                </a:lnTo>
                <a:lnTo>
                  <a:pt x="347243" y="1328178"/>
                </a:lnTo>
                <a:lnTo>
                  <a:pt x="350050" y="1327454"/>
                </a:lnTo>
                <a:close/>
              </a:path>
              <a:path w="461645" h="1985009">
                <a:moveTo>
                  <a:pt x="353021" y="687514"/>
                </a:moveTo>
                <a:lnTo>
                  <a:pt x="350215" y="686752"/>
                </a:lnTo>
                <a:lnTo>
                  <a:pt x="342607" y="714933"/>
                </a:lnTo>
                <a:lnTo>
                  <a:pt x="345401" y="715721"/>
                </a:lnTo>
                <a:lnTo>
                  <a:pt x="353021" y="687514"/>
                </a:lnTo>
                <a:close/>
              </a:path>
              <a:path w="461645" h="1985009">
                <a:moveTo>
                  <a:pt x="364832" y="1383944"/>
                </a:moveTo>
                <a:lnTo>
                  <a:pt x="357454" y="1355686"/>
                </a:lnTo>
                <a:lnTo>
                  <a:pt x="354622" y="1356448"/>
                </a:lnTo>
                <a:lnTo>
                  <a:pt x="362000" y="1384681"/>
                </a:lnTo>
                <a:lnTo>
                  <a:pt x="364832" y="1383944"/>
                </a:lnTo>
                <a:close/>
              </a:path>
              <a:path w="461645" h="1985009">
                <a:moveTo>
                  <a:pt x="368249" y="631139"/>
                </a:moveTo>
                <a:lnTo>
                  <a:pt x="365417" y="630377"/>
                </a:lnTo>
                <a:lnTo>
                  <a:pt x="357797" y="658583"/>
                </a:lnTo>
                <a:lnTo>
                  <a:pt x="360629" y="659345"/>
                </a:lnTo>
                <a:lnTo>
                  <a:pt x="368249" y="631139"/>
                </a:lnTo>
                <a:close/>
              </a:path>
              <a:path w="461645" h="1985009">
                <a:moveTo>
                  <a:pt x="379590" y="1440434"/>
                </a:moveTo>
                <a:lnTo>
                  <a:pt x="372211" y="1412176"/>
                </a:lnTo>
                <a:lnTo>
                  <a:pt x="369379" y="1412900"/>
                </a:lnTo>
                <a:lnTo>
                  <a:pt x="376796" y="1441170"/>
                </a:lnTo>
                <a:lnTo>
                  <a:pt x="379590" y="1440434"/>
                </a:lnTo>
                <a:close/>
              </a:path>
              <a:path w="461645" h="1985009">
                <a:moveTo>
                  <a:pt x="383476" y="574789"/>
                </a:moveTo>
                <a:lnTo>
                  <a:pt x="380644" y="574040"/>
                </a:lnTo>
                <a:lnTo>
                  <a:pt x="373024" y="602208"/>
                </a:lnTo>
                <a:lnTo>
                  <a:pt x="375856" y="602970"/>
                </a:lnTo>
                <a:lnTo>
                  <a:pt x="383476" y="574789"/>
                </a:lnTo>
                <a:close/>
              </a:path>
              <a:path w="461645" h="1985009">
                <a:moveTo>
                  <a:pt x="394385" y="1496898"/>
                </a:moveTo>
                <a:lnTo>
                  <a:pt x="387007" y="1468666"/>
                </a:lnTo>
                <a:lnTo>
                  <a:pt x="384175" y="1469402"/>
                </a:lnTo>
                <a:lnTo>
                  <a:pt x="391553" y="1497660"/>
                </a:lnTo>
                <a:lnTo>
                  <a:pt x="394385" y="1496898"/>
                </a:lnTo>
                <a:close/>
              </a:path>
              <a:path w="461645" h="1985009">
                <a:moveTo>
                  <a:pt x="398665" y="518414"/>
                </a:moveTo>
                <a:lnTo>
                  <a:pt x="395871" y="517664"/>
                </a:lnTo>
                <a:lnTo>
                  <a:pt x="388251" y="545833"/>
                </a:lnTo>
                <a:lnTo>
                  <a:pt x="391058" y="546595"/>
                </a:lnTo>
                <a:lnTo>
                  <a:pt x="398665" y="518414"/>
                </a:lnTo>
                <a:close/>
              </a:path>
              <a:path w="461645" h="1985009">
                <a:moveTo>
                  <a:pt x="409143" y="1553400"/>
                </a:moveTo>
                <a:lnTo>
                  <a:pt x="401764" y="1525168"/>
                </a:lnTo>
                <a:lnTo>
                  <a:pt x="398932" y="1525892"/>
                </a:lnTo>
                <a:lnTo>
                  <a:pt x="406336" y="1554124"/>
                </a:lnTo>
                <a:lnTo>
                  <a:pt x="409143" y="1553400"/>
                </a:lnTo>
                <a:close/>
              </a:path>
              <a:path w="461645" h="1985009">
                <a:moveTo>
                  <a:pt x="413893" y="462038"/>
                </a:moveTo>
                <a:lnTo>
                  <a:pt x="411073" y="461276"/>
                </a:lnTo>
                <a:lnTo>
                  <a:pt x="403479" y="489458"/>
                </a:lnTo>
                <a:lnTo>
                  <a:pt x="406285" y="490245"/>
                </a:lnTo>
                <a:lnTo>
                  <a:pt x="413893" y="462038"/>
                </a:lnTo>
                <a:close/>
              </a:path>
              <a:path w="461645" h="1985009">
                <a:moveTo>
                  <a:pt x="423938" y="1609890"/>
                </a:moveTo>
                <a:lnTo>
                  <a:pt x="416547" y="1581658"/>
                </a:lnTo>
                <a:lnTo>
                  <a:pt x="413727" y="1582381"/>
                </a:lnTo>
                <a:lnTo>
                  <a:pt x="421106" y="1610614"/>
                </a:lnTo>
                <a:lnTo>
                  <a:pt x="423938" y="1609890"/>
                </a:lnTo>
                <a:close/>
              </a:path>
              <a:path w="461645" h="1985009">
                <a:moveTo>
                  <a:pt x="429120" y="405663"/>
                </a:moveTo>
                <a:lnTo>
                  <a:pt x="426300" y="404901"/>
                </a:lnTo>
                <a:lnTo>
                  <a:pt x="418680" y="433108"/>
                </a:lnTo>
                <a:lnTo>
                  <a:pt x="421513" y="433870"/>
                </a:lnTo>
                <a:lnTo>
                  <a:pt x="429120" y="405663"/>
                </a:lnTo>
                <a:close/>
              </a:path>
              <a:path w="461645" h="1985009">
                <a:moveTo>
                  <a:pt x="438696" y="1666379"/>
                </a:moveTo>
                <a:lnTo>
                  <a:pt x="431317" y="1638122"/>
                </a:lnTo>
                <a:lnTo>
                  <a:pt x="428485" y="1638884"/>
                </a:lnTo>
                <a:lnTo>
                  <a:pt x="435889" y="1667116"/>
                </a:lnTo>
                <a:lnTo>
                  <a:pt x="438696" y="1666379"/>
                </a:lnTo>
                <a:close/>
              </a:path>
              <a:path w="461645" h="1985009">
                <a:moveTo>
                  <a:pt x="444322" y="349313"/>
                </a:moveTo>
                <a:lnTo>
                  <a:pt x="441528" y="348564"/>
                </a:lnTo>
                <a:lnTo>
                  <a:pt x="433908" y="376732"/>
                </a:lnTo>
                <a:lnTo>
                  <a:pt x="436740" y="377494"/>
                </a:lnTo>
                <a:lnTo>
                  <a:pt x="444322" y="349313"/>
                </a:lnTo>
                <a:close/>
              </a:path>
              <a:path w="461645" h="1985009">
                <a:moveTo>
                  <a:pt x="453478" y="1722843"/>
                </a:moveTo>
                <a:lnTo>
                  <a:pt x="446100" y="1694611"/>
                </a:lnTo>
                <a:lnTo>
                  <a:pt x="443268" y="1695348"/>
                </a:lnTo>
                <a:lnTo>
                  <a:pt x="450646" y="1723605"/>
                </a:lnTo>
                <a:lnTo>
                  <a:pt x="453478" y="1722843"/>
                </a:lnTo>
                <a:close/>
              </a:path>
              <a:path w="461645" h="1985009">
                <a:moveTo>
                  <a:pt x="459549" y="292938"/>
                </a:moveTo>
                <a:lnTo>
                  <a:pt x="456742" y="292188"/>
                </a:lnTo>
                <a:lnTo>
                  <a:pt x="449135" y="320357"/>
                </a:lnTo>
                <a:lnTo>
                  <a:pt x="451942" y="321119"/>
                </a:lnTo>
                <a:lnTo>
                  <a:pt x="459549" y="292938"/>
                </a:lnTo>
                <a:close/>
              </a:path>
              <a:path w="461645" h="1985009">
                <a:moveTo>
                  <a:pt x="461098" y="1751952"/>
                </a:moveTo>
                <a:lnTo>
                  <a:pt x="460857" y="1751101"/>
                </a:lnTo>
                <a:lnTo>
                  <a:pt x="457581" y="1751952"/>
                </a:lnTo>
                <a:lnTo>
                  <a:pt x="458063" y="1751952"/>
                </a:lnTo>
                <a:lnTo>
                  <a:pt x="458266" y="1752688"/>
                </a:lnTo>
                <a:lnTo>
                  <a:pt x="461098" y="1751952"/>
                </a:lnTo>
                <a:close/>
              </a:path>
            </a:pathLst>
          </a:custGeom>
          <a:solidFill>
            <a:srgbClr val="585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10780798" y="7981768"/>
            <a:ext cx="1240155" cy="4800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61975">
              <a:lnSpc>
                <a:spcPts val="1785"/>
              </a:lnSpc>
              <a:spcBef>
                <a:spcPts val="110"/>
              </a:spcBef>
            </a:pPr>
            <a:r>
              <a:rPr sz="1600" dirty="0">
                <a:solidFill>
                  <a:srgbClr val="231F20"/>
                </a:solidFill>
                <a:latin typeface="Microsoft Sans Serif"/>
                <a:cs typeface="Microsoft Sans Serif"/>
              </a:rPr>
              <a:t>378 x </a:t>
            </a:r>
            <a:r>
              <a:rPr sz="16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ts val="1785"/>
              </a:lnSpc>
            </a:pPr>
            <a:r>
              <a:rPr sz="1600" dirty="0">
                <a:solidFill>
                  <a:srgbClr val="231F20"/>
                </a:solidFill>
                <a:latin typeface="Microsoft Sans Serif"/>
                <a:cs typeface="Microsoft Sans Serif"/>
              </a:rPr>
              <a:t>500 x </a:t>
            </a:r>
            <a:r>
              <a:rPr sz="16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11625009" y="6741846"/>
            <a:ext cx="110489" cy="963930"/>
            <a:chOff x="11625009" y="6741846"/>
            <a:chExt cx="110489" cy="963930"/>
          </a:xfrm>
        </p:grpSpPr>
        <p:sp>
          <p:nvSpPr>
            <p:cNvPr id="112" name="object 112"/>
            <p:cNvSpPr/>
            <p:nvPr/>
          </p:nvSpPr>
          <p:spPr>
            <a:xfrm>
              <a:off x="11628819" y="6944564"/>
              <a:ext cx="102870" cy="757555"/>
            </a:xfrm>
            <a:custGeom>
              <a:avLst/>
              <a:gdLst/>
              <a:ahLst/>
              <a:cxnLst/>
              <a:rect l="l" t="t" r="r" b="b"/>
              <a:pathLst>
                <a:path w="102870" h="757554">
                  <a:moveTo>
                    <a:pt x="496" y="757299"/>
                  </a:moveTo>
                  <a:lnTo>
                    <a:pt x="102591" y="757299"/>
                  </a:lnTo>
                </a:path>
                <a:path w="102870" h="757554">
                  <a:moveTo>
                    <a:pt x="0" y="491680"/>
                  </a:moveTo>
                  <a:lnTo>
                    <a:pt x="102096" y="491680"/>
                  </a:lnTo>
                </a:path>
                <a:path w="102870" h="757554">
                  <a:moveTo>
                    <a:pt x="87" y="241475"/>
                  </a:moveTo>
                  <a:lnTo>
                    <a:pt x="102184" y="241475"/>
                  </a:lnTo>
                </a:path>
                <a:path w="102870" h="757554">
                  <a:moveTo>
                    <a:pt x="350" y="0"/>
                  </a:moveTo>
                  <a:lnTo>
                    <a:pt x="102445" y="0"/>
                  </a:lnTo>
                </a:path>
              </a:pathLst>
            </a:custGeom>
            <a:ln w="7298">
              <a:solidFill>
                <a:srgbClr val="58595B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1629170" y="6745656"/>
              <a:ext cx="102235" cy="0"/>
            </a:xfrm>
            <a:custGeom>
              <a:avLst/>
              <a:gdLst/>
              <a:ahLst/>
              <a:cxnLst/>
              <a:rect l="l" t="t" r="r" b="b"/>
              <a:pathLst>
                <a:path w="102234">
                  <a:moveTo>
                    <a:pt x="0" y="0"/>
                  </a:moveTo>
                  <a:lnTo>
                    <a:pt x="102095" y="0"/>
                  </a:lnTo>
                </a:path>
              </a:pathLst>
            </a:custGeom>
            <a:ln w="7298">
              <a:solidFill>
                <a:srgbClr val="58595B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11731371" y="7776647"/>
            <a:ext cx="257810" cy="1619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6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E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1731371" y="7480498"/>
            <a:ext cx="257810" cy="16192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6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A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1717139" y="7000785"/>
            <a:ext cx="257810" cy="3867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  <a:tabLst>
                <a:tab pos="271145" algn="l"/>
              </a:tabLst>
            </a:pPr>
            <a:r>
              <a:rPr sz="16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q</a:t>
            </a:r>
            <a:r>
              <a:rPr sz="1600" dirty="0">
                <a:solidFill>
                  <a:srgbClr val="231F20"/>
                </a:solidFill>
                <a:latin typeface="Microsoft Sans Serif"/>
                <a:cs typeface="Microsoft Sans Serif"/>
              </a:rPr>
              <a:t>	</a:t>
            </a:r>
            <a:r>
              <a:rPr sz="16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y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2855048" y="7599679"/>
            <a:ext cx="433070" cy="175260"/>
          </a:xfrm>
          <a:custGeom>
            <a:avLst/>
            <a:gdLst/>
            <a:ahLst/>
            <a:cxnLst/>
            <a:rect l="l" t="t" r="r" b="b"/>
            <a:pathLst>
              <a:path w="433070" h="175259">
                <a:moveTo>
                  <a:pt x="432866" y="87363"/>
                </a:moveTo>
                <a:lnTo>
                  <a:pt x="281736" y="0"/>
                </a:lnTo>
                <a:lnTo>
                  <a:pt x="281736" y="43561"/>
                </a:lnTo>
                <a:lnTo>
                  <a:pt x="0" y="43561"/>
                </a:lnTo>
                <a:lnTo>
                  <a:pt x="0" y="131152"/>
                </a:lnTo>
                <a:lnTo>
                  <a:pt x="281736" y="131152"/>
                </a:lnTo>
                <a:lnTo>
                  <a:pt x="281736" y="174675"/>
                </a:lnTo>
                <a:lnTo>
                  <a:pt x="432866" y="87363"/>
                </a:lnTo>
                <a:close/>
              </a:path>
            </a:pathLst>
          </a:custGeom>
          <a:solidFill>
            <a:srgbClr val="585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 txBox="1"/>
          <p:nvPr/>
        </p:nvSpPr>
        <p:spPr>
          <a:xfrm>
            <a:off x="2842372" y="7733841"/>
            <a:ext cx="57023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conv1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5584495" y="7599679"/>
            <a:ext cx="433070" cy="175260"/>
          </a:xfrm>
          <a:custGeom>
            <a:avLst/>
            <a:gdLst/>
            <a:ahLst/>
            <a:cxnLst/>
            <a:rect l="l" t="t" r="r" b="b"/>
            <a:pathLst>
              <a:path w="433070" h="175259">
                <a:moveTo>
                  <a:pt x="432854" y="87363"/>
                </a:moveTo>
                <a:lnTo>
                  <a:pt x="281698" y="0"/>
                </a:lnTo>
                <a:lnTo>
                  <a:pt x="281698" y="43561"/>
                </a:lnTo>
                <a:lnTo>
                  <a:pt x="0" y="43561"/>
                </a:lnTo>
                <a:lnTo>
                  <a:pt x="0" y="131152"/>
                </a:lnTo>
                <a:lnTo>
                  <a:pt x="281698" y="131152"/>
                </a:lnTo>
                <a:lnTo>
                  <a:pt x="281698" y="174675"/>
                </a:lnTo>
                <a:lnTo>
                  <a:pt x="432854" y="87363"/>
                </a:lnTo>
                <a:close/>
              </a:path>
            </a:pathLst>
          </a:custGeom>
          <a:solidFill>
            <a:srgbClr val="585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 txBox="1"/>
          <p:nvPr/>
        </p:nvSpPr>
        <p:spPr>
          <a:xfrm>
            <a:off x="5571797" y="7733841"/>
            <a:ext cx="52641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pool1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7558799" y="7599679"/>
            <a:ext cx="433070" cy="175260"/>
          </a:xfrm>
          <a:custGeom>
            <a:avLst/>
            <a:gdLst/>
            <a:ahLst/>
            <a:cxnLst/>
            <a:rect l="l" t="t" r="r" b="b"/>
            <a:pathLst>
              <a:path w="433070" h="175259">
                <a:moveTo>
                  <a:pt x="432854" y="87363"/>
                </a:moveTo>
                <a:lnTo>
                  <a:pt x="281698" y="0"/>
                </a:lnTo>
                <a:lnTo>
                  <a:pt x="281698" y="43561"/>
                </a:lnTo>
                <a:lnTo>
                  <a:pt x="0" y="43561"/>
                </a:lnTo>
                <a:lnTo>
                  <a:pt x="0" y="131152"/>
                </a:lnTo>
                <a:lnTo>
                  <a:pt x="281698" y="131152"/>
                </a:lnTo>
                <a:lnTo>
                  <a:pt x="281698" y="174675"/>
                </a:lnTo>
                <a:lnTo>
                  <a:pt x="432854" y="87363"/>
                </a:lnTo>
                <a:close/>
              </a:path>
            </a:pathLst>
          </a:custGeom>
          <a:solidFill>
            <a:srgbClr val="585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 txBox="1"/>
          <p:nvPr/>
        </p:nvSpPr>
        <p:spPr>
          <a:xfrm>
            <a:off x="7546102" y="7733841"/>
            <a:ext cx="457200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9518599" y="7599679"/>
            <a:ext cx="433070" cy="175260"/>
          </a:xfrm>
          <a:custGeom>
            <a:avLst/>
            <a:gdLst/>
            <a:ahLst/>
            <a:cxnLst/>
            <a:rect l="l" t="t" r="r" b="b"/>
            <a:pathLst>
              <a:path w="433070" h="175259">
                <a:moveTo>
                  <a:pt x="432866" y="87363"/>
                </a:moveTo>
                <a:lnTo>
                  <a:pt x="281698" y="0"/>
                </a:lnTo>
                <a:lnTo>
                  <a:pt x="281698" y="43561"/>
                </a:lnTo>
                <a:lnTo>
                  <a:pt x="0" y="43561"/>
                </a:lnTo>
                <a:lnTo>
                  <a:pt x="0" y="131152"/>
                </a:lnTo>
                <a:lnTo>
                  <a:pt x="281698" y="131152"/>
                </a:lnTo>
                <a:lnTo>
                  <a:pt x="281698" y="174675"/>
                </a:lnTo>
                <a:lnTo>
                  <a:pt x="432866" y="87363"/>
                </a:lnTo>
                <a:close/>
              </a:path>
            </a:pathLst>
          </a:custGeom>
          <a:solidFill>
            <a:srgbClr val="5859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9505910" y="7719871"/>
            <a:ext cx="52641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pool2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125" name="object 1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63736" y="6281682"/>
            <a:ext cx="115835" cy="202557"/>
          </a:xfrm>
          <a:prstGeom prst="rect">
            <a:avLst/>
          </a:prstGeom>
        </p:spPr>
      </p:pic>
      <p:sp>
        <p:nvSpPr>
          <p:cNvPr id="126" name="object 126"/>
          <p:cNvSpPr txBox="1"/>
          <p:nvPr/>
        </p:nvSpPr>
        <p:spPr>
          <a:xfrm>
            <a:off x="11733909" y="6062524"/>
            <a:ext cx="257810" cy="8509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</a:pPr>
            <a:r>
              <a:rPr sz="1600" dirty="0">
                <a:solidFill>
                  <a:srgbClr val="231F20"/>
                </a:solidFill>
                <a:latin typeface="Microsoft Sans Serif"/>
                <a:cs typeface="Microsoft Sans Serif"/>
              </a:rPr>
              <a:t>B</a:t>
            </a:r>
            <a:r>
              <a:rPr sz="1600" spc="3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231F20"/>
                </a:solidFill>
                <a:latin typeface="Microsoft Sans Serif"/>
                <a:cs typeface="Microsoft Sans Serif"/>
              </a:rPr>
              <a:t>4</a:t>
            </a:r>
            <a:r>
              <a:rPr sz="1600" spc="1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10%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31" name="object 13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132" name="object 1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27" name="object 127"/>
          <p:cNvSpPr txBox="1"/>
          <p:nvPr/>
        </p:nvSpPr>
        <p:spPr>
          <a:xfrm>
            <a:off x="5803439" y="7260884"/>
            <a:ext cx="252729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20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545066" y="7435353"/>
            <a:ext cx="57721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dirty="0">
                <a:solidFill>
                  <a:srgbClr val="231F20"/>
                </a:solidFill>
                <a:latin typeface="Microsoft Sans Serif"/>
                <a:cs typeface="Microsoft Sans Serif"/>
              </a:rPr>
              <a:t>8 x </a:t>
            </a:r>
            <a:r>
              <a:rPr sz="16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27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7805400" y="7260884"/>
            <a:ext cx="252729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50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2730" marR="5080" indent="118491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75" dirty="0"/>
              <a:t> </a:t>
            </a:r>
            <a:r>
              <a:rPr spc="55" dirty="0"/>
              <a:t>Idea</a:t>
            </a:r>
            <a:r>
              <a:rPr spc="75" dirty="0"/>
              <a:t> </a:t>
            </a:r>
            <a:r>
              <a:rPr spc="80" dirty="0"/>
              <a:t>behind </a:t>
            </a:r>
            <a:r>
              <a:rPr dirty="0"/>
              <a:t>Convolutional</a:t>
            </a:r>
            <a:r>
              <a:rPr spc="-295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886928"/>
            <a:ext cx="1061339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Convolutional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networks</a:t>
            </a:r>
            <a:r>
              <a:rPr sz="2500" spc="5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take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advantage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of</a:t>
            </a:r>
            <a:r>
              <a:rPr sz="2500" spc="5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the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properties</a:t>
            </a:r>
            <a:r>
              <a:rPr sz="2500" spc="5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of</a:t>
            </a:r>
            <a:r>
              <a:rPr sz="2500" spc="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natural</a:t>
            </a:r>
            <a:r>
              <a:rPr sz="2500" spc="5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signals:</a:t>
            </a:r>
            <a:endParaRPr sz="25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47904" y="4419643"/>
            <a:ext cx="2019935" cy="1778000"/>
            <a:chOff x="2247904" y="4419643"/>
            <a:chExt cx="2019935" cy="1778000"/>
          </a:xfrm>
        </p:grpSpPr>
        <p:sp>
          <p:nvSpPr>
            <p:cNvPr id="5" name="object 5"/>
            <p:cNvSpPr/>
            <p:nvPr/>
          </p:nvSpPr>
          <p:spPr>
            <a:xfrm>
              <a:off x="2253612" y="4425351"/>
              <a:ext cx="2008505" cy="1766570"/>
            </a:xfrm>
            <a:custGeom>
              <a:avLst/>
              <a:gdLst/>
              <a:ahLst/>
              <a:cxnLst/>
              <a:rect l="l" t="t" r="r" b="b"/>
              <a:pathLst>
                <a:path w="2008504" h="1766570">
                  <a:moveTo>
                    <a:pt x="2007890" y="1766393"/>
                  </a:moveTo>
                  <a:lnTo>
                    <a:pt x="0" y="1766393"/>
                  </a:lnTo>
                  <a:lnTo>
                    <a:pt x="0" y="0"/>
                  </a:lnTo>
                  <a:lnTo>
                    <a:pt x="2007890" y="0"/>
                  </a:lnTo>
                  <a:lnTo>
                    <a:pt x="2007890" y="1766393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53612" y="4425351"/>
              <a:ext cx="2008505" cy="1766570"/>
            </a:xfrm>
            <a:custGeom>
              <a:avLst/>
              <a:gdLst/>
              <a:ahLst/>
              <a:cxnLst/>
              <a:rect l="l" t="t" r="r" b="b"/>
              <a:pathLst>
                <a:path w="2008504" h="1766570">
                  <a:moveTo>
                    <a:pt x="0" y="0"/>
                  </a:moveTo>
                  <a:lnTo>
                    <a:pt x="2007890" y="0"/>
                  </a:lnTo>
                  <a:lnTo>
                    <a:pt x="2007890" y="1766393"/>
                  </a:lnTo>
                  <a:lnTo>
                    <a:pt x="0" y="1766393"/>
                  </a:lnTo>
                  <a:lnTo>
                    <a:pt x="0" y="0"/>
                  </a:lnTo>
                  <a:close/>
                </a:path>
              </a:pathLst>
            </a:custGeom>
            <a:ln w="114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53767" y="4426444"/>
              <a:ext cx="1062990" cy="1059180"/>
            </a:xfrm>
            <a:custGeom>
              <a:avLst/>
              <a:gdLst/>
              <a:ahLst/>
              <a:cxnLst/>
              <a:rect l="l" t="t" r="r" b="b"/>
              <a:pathLst>
                <a:path w="1062989" h="1059179">
                  <a:moveTo>
                    <a:pt x="356679" y="0"/>
                  </a:moveTo>
                  <a:lnTo>
                    <a:pt x="0" y="0"/>
                  </a:lnTo>
                  <a:lnTo>
                    <a:pt x="0" y="352450"/>
                  </a:lnTo>
                  <a:lnTo>
                    <a:pt x="356679" y="352450"/>
                  </a:lnTo>
                  <a:lnTo>
                    <a:pt x="356679" y="0"/>
                  </a:lnTo>
                  <a:close/>
                </a:path>
                <a:path w="1062989" h="1059179">
                  <a:moveTo>
                    <a:pt x="1062786" y="706056"/>
                  </a:moveTo>
                  <a:lnTo>
                    <a:pt x="708533" y="706056"/>
                  </a:lnTo>
                  <a:lnTo>
                    <a:pt x="708533" y="1059078"/>
                  </a:lnTo>
                  <a:lnTo>
                    <a:pt x="1062786" y="1059078"/>
                  </a:lnTo>
                  <a:lnTo>
                    <a:pt x="1062786" y="706056"/>
                  </a:lnTo>
                  <a:close/>
                </a:path>
              </a:pathLst>
            </a:custGeom>
            <a:solidFill>
              <a:srgbClr val="0D56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54527" y="4425689"/>
              <a:ext cx="2007870" cy="1767205"/>
            </a:xfrm>
            <a:custGeom>
              <a:avLst/>
              <a:gdLst/>
              <a:ahLst/>
              <a:cxnLst/>
              <a:rect l="l" t="t" r="r" b="b"/>
              <a:pathLst>
                <a:path w="2007870" h="1767204">
                  <a:moveTo>
                    <a:pt x="0" y="353025"/>
                  </a:moveTo>
                  <a:lnTo>
                    <a:pt x="2007491" y="353025"/>
                  </a:lnTo>
                </a:path>
                <a:path w="2007870" h="1767204">
                  <a:moveTo>
                    <a:pt x="0" y="472201"/>
                  </a:moveTo>
                  <a:lnTo>
                    <a:pt x="2007491" y="472201"/>
                  </a:lnTo>
                </a:path>
                <a:path w="2007870" h="1767204">
                  <a:moveTo>
                    <a:pt x="0" y="589876"/>
                  </a:moveTo>
                  <a:lnTo>
                    <a:pt x="2007491" y="589876"/>
                  </a:lnTo>
                </a:path>
                <a:path w="2007870" h="1767204">
                  <a:moveTo>
                    <a:pt x="0" y="236850"/>
                  </a:moveTo>
                  <a:lnTo>
                    <a:pt x="2007491" y="236850"/>
                  </a:lnTo>
                </a:path>
                <a:path w="2007870" h="1767204">
                  <a:moveTo>
                    <a:pt x="0" y="119175"/>
                  </a:moveTo>
                  <a:lnTo>
                    <a:pt x="2007491" y="119175"/>
                  </a:lnTo>
                </a:path>
                <a:path w="2007870" h="1767204">
                  <a:moveTo>
                    <a:pt x="0" y="707551"/>
                  </a:moveTo>
                  <a:lnTo>
                    <a:pt x="2007491" y="707551"/>
                  </a:lnTo>
                </a:path>
                <a:path w="2007870" h="1767204">
                  <a:moveTo>
                    <a:pt x="0" y="825227"/>
                  </a:moveTo>
                  <a:lnTo>
                    <a:pt x="2007491" y="825227"/>
                  </a:lnTo>
                </a:path>
                <a:path w="2007870" h="1767204">
                  <a:moveTo>
                    <a:pt x="0" y="942902"/>
                  </a:moveTo>
                  <a:lnTo>
                    <a:pt x="2007491" y="942902"/>
                  </a:lnTo>
                </a:path>
                <a:path w="2007870" h="1767204">
                  <a:moveTo>
                    <a:pt x="0" y="1059077"/>
                  </a:moveTo>
                  <a:lnTo>
                    <a:pt x="2007491" y="1059077"/>
                  </a:lnTo>
                </a:path>
                <a:path w="2007870" h="1767204">
                  <a:moveTo>
                    <a:pt x="0" y="1178252"/>
                  </a:moveTo>
                  <a:lnTo>
                    <a:pt x="2007491" y="1178252"/>
                  </a:lnTo>
                </a:path>
                <a:path w="2007870" h="1767204">
                  <a:moveTo>
                    <a:pt x="0" y="1295928"/>
                  </a:moveTo>
                  <a:lnTo>
                    <a:pt x="2007491" y="1295928"/>
                  </a:lnTo>
                </a:path>
                <a:path w="2007870" h="1767204">
                  <a:moveTo>
                    <a:pt x="0" y="1413603"/>
                  </a:moveTo>
                  <a:lnTo>
                    <a:pt x="2007491" y="1413603"/>
                  </a:lnTo>
                </a:path>
                <a:path w="2007870" h="1767204">
                  <a:moveTo>
                    <a:pt x="0" y="1531278"/>
                  </a:moveTo>
                  <a:lnTo>
                    <a:pt x="2007491" y="1531278"/>
                  </a:lnTo>
                </a:path>
                <a:path w="2007870" h="1767204">
                  <a:moveTo>
                    <a:pt x="0" y="1648953"/>
                  </a:moveTo>
                  <a:lnTo>
                    <a:pt x="2007491" y="1648953"/>
                  </a:lnTo>
                </a:path>
                <a:path w="2007870" h="1767204">
                  <a:moveTo>
                    <a:pt x="116655" y="1500"/>
                  </a:moveTo>
                  <a:lnTo>
                    <a:pt x="116655" y="1766629"/>
                  </a:lnTo>
                </a:path>
                <a:path w="2007870" h="1767204">
                  <a:moveTo>
                    <a:pt x="234743" y="0"/>
                  </a:moveTo>
                  <a:lnTo>
                    <a:pt x="234743" y="1765128"/>
                  </a:lnTo>
                  <a:lnTo>
                    <a:pt x="234743" y="1588615"/>
                  </a:lnTo>
                </a:path>
                <a:path w="2007870" h="1767204">
                  <a:moveTo>
                    <a:pt x="354263" y="0"/>
                  </a:moveTo>
                  <a:lnTo>
                    <a:pt x="354263" y="1765128"/>
                  </a:lnTo>
                  <a:lnTo>
                    <a:pt x="354263" y="1588615"/>
                  </a:lnTo>
                </a:path>
                <a:path w="2007870" h="1767204">
                  <a:moveTo>
                    <a:pt x="472351" y="0"/>
                  </a:moveTo>
                  <a:lnTo>
                    <a:pt x="472351" y="1765128"/>
                  </a:lnTo>
                  <a:lnTo>
                    <a:pt x="472351" y="1588615"/>
                  </a:lnTo>
                </a:path>
                <a:path w="2007870" h="1767204">
                  <a:moveTo>
                    <a:pt x="590438" y="0"/>
                  </a:moveTo>
                  <a:lnTo>
                    <a:pt x="590438" y="1765128"/>
                  </a:lnTo>
                  <a:lnTo>
                    <a:pt x="590438" y="1588615"/>
                  </a:lnTo>
                </a:path>
                <a:path w="2007870" h="1767204">
                  <a:moveTo>
                    <a:pt x="708526" y="0"/>
                  </a:moveTo>
                  <a:lnTo>
                    <a:pt x="708526" y="1765128"/>
                  </a:lnTo>
                  <a:lnTo>
                    <a:pt x="708526" y="1588615"/>
                  </a:lnTo>
                </a:path>
                <a:path w="2007870" h="1767204">
                  <a:moveTo>
                    <a:pt x="826614" y="0"/>
                  </a:moveTo>
                  <a:lnTo>
                    <a:pt x="826614" y="1765128"/>
                  </a:lnTo>
                  <a:lnTo>
                    <a:pt x="826614" y="1588615"/>
                  </a:lnTo>
                </a:path>
                <a:path w="2007870" h="1767204">
                  <a:moveTo>
                    <a:pt x="943270" y="0"/>
                  </a:moveTo>
                  <a:lnTo>
                    <a:pt x="943270" y="1765128"/>
                  </a:lnTo>
                  <a:lnTo>
                    <a:pt x="943270" y="1588615"/>
                  </a:lnTo>
                </a:path>
                <a:path w="2007870" h="1767204">
                  <a:moveTo>
                    <a:pt x="1062789" y="0"/>
                  </a:moveTo>
                  <a:lnTo>
                    <a:pt x="1062789" y="1765128"/>
                  </a:lnTo>
                  <a:lnTo>
                    <a:pt x="1062789" y="1588615"/>
                  </a:lnTo>
                </a:path>
                <a:path w="2007870" h="1767204">
                  <a:moveTo>
                    <a:pt x="1180877" y="0"/>
                  </a:moveTo>
                  <a:lnTo>
                    <a:pt x="1180877" y="1765128"/>
                  </a:lnTo>
                  <a:lnTo>
                    <a:pt x="1180877" y="1588615"/>
                  </a:lnTo>
                </a:path>
                <a:path w="2007870" h="1767204">
                  <a:moveTo>
                    <a:pt x="1298965" y="0"/>
                  </a:moveTo>
                  <a:lnTo>
                    <a:pt x="1298965" y="1765128"/>
                  </a:lnTo>
                  <a:lnTo>
                    <a:pt x="1298965" y="1588615"/>
                  </a:lnTo>
                </a:path>
                <a:path w="2007870" h="1767204">
                  <a:moveTo>
                    <a:pt x="1415621" y="0"/>
                  </a:moveTo>
                  <a:lnTo>
                    <a:pt x="1415621" y="1765128"/>
                  </a:lnTo>
                  <a:lnTo>
                    <a:pt x="1415621" y="1588615"/>
                  </a:lnTo>
                </a:path>
                <a:path w="2007870" h="1767204">
                  <a:moveTo>
                    <a:pt x="1533708" y="0"/>
                  </a:moveTo>
                  <a:lnTo>
                    <a:pt x="1533708" y="1765128"/>
                  </a:lnTo>
                  <a:lnTo>
                    <a:pt x="1533708" y="1588615"/>
                  </a:lnTo>
                </a:path>
                <a:path w="2007870" h="1767204">
                  <a:moveTo>
                    <a:pt x="1651796" y="0"/>
                  </a:moveTo>
                  <a:lnTo>
                    <a:pt x="1651796" y="1765128"/>
                  </a:lnTo>
                  <a:lnTo>
                    <a:pt x="1651796" y="1588615"/>
                  </a:lnTo>
                </a:path>
                <a:path w="2007870" h="1767204">
                  <a:moveTo>
                    <a:pt x="1769884" y="0"/>
                  </a:moveTo>
                  <a:lnTo>
                    <a:pt x="1769884" y="1765128"/>
                  </a:lnTo>
                  <a:lnTo>
                    <a:pt x="1769884" y="1588615"/>
                  </a:lnTo>
                </a:path>
                <a:path w="2007870" h="1767204">
                  <a:moveTo>
                    <a:pt x="1887972" y="0"/>
                  </a:moveTo>
                  <a:lnTo>
                    <a:pt x="1887972" y="1765128"/>
                  </a:lnTo>
                  <a:lnTo>
                    <a:pt x="1887972" y="15886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387759" y="3872707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9633" y="3825876"/>
            <a:ext cx="80772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310" indent="-308610">
              <a:lnSpc>
                <a:spcPct val="100000"/>
              </a:lnSpc>
              <a:spcBef>
                <a:spcPts val="100"/>
              </a:spcBef>
              <a:buSzPct val="74000"/>
              <a:buChar char="•"/>
              <a:tabLst>
                <a:tab pos="321310" algn="l"/>
                <a:tab pos="5899150" algn="l"/>
              </a:tabLst>
            </a:pPr>
            <a:r>
              <a:rPr sz="2500" dirty="0">
                <a:latin typeface="Microsoft Sans Serif"/>
                <a:cs typeface="Microsoft Sans Serif"/>
              </a:rPr>
              <a:t>local</a:t>
            </a:r>
            <a:r>
              <a:rPr sz="2500" spc="13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connections</a:t>
            </a:r>
            <a:r>
              <a:rPr sz="2500" dirty="0">
                <a:latin typeface="Microsoft Sans Serif"/>
                <a:cs typeface="Microsoft Sans Serif"/>
              </a:rPr>
              <a:t>	shared</a:t>
            </a:r>
            <a:r>
              <a:rPr sz="2500" spc="12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weights</a:t>
            </a:r>
            <a:endParaRPr sz="25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810503" y="4419643"/>
            <a:ext cx="2019935" cy="1778000"/>
            <a:chOff x="7810503" y="4419643"/>
            <a:chExt cx="2019935" cy="1778000"/>
          </a:xfrm>
        </p:grpSpPr>
        <p:sp>
          <p:nvSpPr>
            <p:cNvPr id="12" name="object 12"/>
            <p:cNvSpPr/>
            <p:nvPr/>
          </p:nvSpPr>
          <p:spPr>
            <a:xfrm>
              <a:off x="7816212" y="4425351"/>
              <a:ext cx="2008505" cy="1766570"/>
            </a:xfrm>
            <a:custGeom>
              <a:avLst/>
              <a:gdLst/>
              <a:ahLst/>
              <a:cxnLst/>
              <a:rect l="l" t="t" r="r" b="b"/>
              <a:pathLst>
                <a:path w="2008504" h="1766570">
                  <a:moveTo>
                    <a:pt x="2007890" y="1766393"/>
                  </a:moveTo>
                  <a:lnTo>
                    <a:pt x="0" y="1766393"/>
                  </a:lnTo>
                  <a:lnTo>
                    <a:pt x="0" y="0"/>
                  </a:lnTo>
                  <a:lnTo>
                    <a:pt x="2007890" y="0"/>
                  </a:lnTo>
                  <a:lnTo>
                    <a:pt x="2007890" y="1766393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16212" y="4425351"/>
              <a:ext cx="2008505" cy="1766570"/>
            </a:xfrm>
            <a:custGeom>
              <a:avLst/>
              <a:gdLst/>
              <a:ahLst/>
              <a:cxnLst/>
              <a:rect l="l" t="t" r="r" b="b"/>
              <a:pathLst>
                <a:path w="2008504" h="1766570">
                  <a:moveTo>
                    <a:pt x="0" y="0"/>
                  </a:moveTo>
                  <a:lnTo>
                    <a:pt x="2007890" y="0"/>
                  </a:lnTo>
                  <a:lnTo>
                    <a:pt x="2007890" y="1766393"/>
                  </a:lnTo>
                  <a:lnTo>
                    <a:pt x="0" y="1766393"/>
                  </a:lnTo>
                  <a:lnTo>
                    <a:pt x="0" y="0"/>
                  </a:lnTo>
                  <a:close/>
                </a:path>
              </a:pathLst>
            </a:custGeom>
            <a:ln w="114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70637" y="4778715"/>
              <a:ext cx="1654175" cy="0"/>
            </a:xfrm>
            <a:custGeom>
              <a:avLst/>
              <a:gdLst/>
              <a:ahLst/>
              <a:cxnLst/>
              <a:rect l="l" t="t" r="r" b="b"/>
              <a:pathLst>
                <a:path w="1654175">
                  <a:moveTo>
                    <a:pt x="0" y="0"/>
                  </a:moveTo>
                  <a:lnTo>
                    <a:pt x="1653981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17127" y="4897890"/>
              <a:ext cx="2007870" cy="118110"/>
            </a:xfrm>
            <a:custGeom>
              <a:avLst/>
              <a:gdLst/>
              <a:ahLst/>
              <a:cxnLst/>
              <a:rect l="l" t="t" r="r" b="b"/>
              <a:pathLst>
                <a:path w="2007870" h="118110">
                  <a:moveTo>
                    <a:pt x="0" y="0"/>
                  </a:moveTo>
                  <a:lnTo>
                    <a:pt x="2007491" y="0"/>
                  </a:lnTo>
                </a:path>
                <a:path w="2007870" h="118110">
                  <a:moveTo>
                    <a:pt x="0" y="117675"/>
                  </a:moveTo>
                  <a:lnTo>
                    <a:pt x="2007491" y="1176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817127" y="4544865"/>
              <a:ext cx="2007870" cy="940435"/>
            </a:xfrm>
            <a:custGeom>
              <a:avLst/>
              <a:gdLst/>
              <a:ahLst/>
              <a:cxnLst/>
              <a:rect l="l" t="t" r="r" b="b"/>
              <a:pathLst>
                <a:path w="2007870" h="940435">
                  <a:moveTo>
                    <a:pt x="353510" y="117675"/>
                  </a:moveTo>
                  <a:lnTo>
                    <a:pt x="2007491" y="117675"/>
                  </a:lnTo>
                </a:path>
                <a:path w="2007870" h="940435">
                  <a:moveTo>
                    <a:pt x="353510" y="0"/>
                  </a:moveTo>
                  <a:lnTo>
                    <a:pt x="2007491" y="0"/>
                  </a:lnTo>
                </a:path>
                <a:path w="2007870" h="940435">
                  <a:moveTo>
                    <a:pt x="0" y="588376"/>
                  </a:moveTo>
                  <a:lnTo>
                    <a:pt x="707773" y="588376"/>
                  </a:lnTo>
                </a:path>
                <a:path w="2007870" h="940435">
                  <a:moveTo>
                    <a:pt x="1062036" y="588376"/>
                  </a:moveTo>
                  <a:lnTo>
                    <a:pt x="2007491" y="588376"/>
                  </a:lnTo>
                </a:path>
                <a:path w="2007870" h="940435">
                  <a:moveTo>
                    <a:pt x="0" y="706051"/>
                  </a:moveTo>
                  <a:lnTo>
                    <a:pt x="707773" y="706051"/>
                  </a:lnTo>
                </a:path>
                <a:path w="2007870" h="940435">
                  <a:moveTo>
                    <a:pt x="1062036" y="706051"/>
                  </a:moveTo>
                  <a:lnTo>
                    <a:pt x="2007491" y="706051"/>
                  </a:lnTo>
                </a:path>
                <a:path w="2007870" h="940435">
                  <a:moveTo>
                    <a:pt x="0" y="823726"/>
                  </a:moveTo>
                  <a:lnTo>
                    <a:pt x="707773" y="823726"/>
                  </a:lnTo>
                </a:path>
                <a:path w="2007870" h="940435">
                  <a:moveTo>
                    <a:pt x="1062036" y="823726"/>
                  </a:moveTo>
                  <a:lnTo>
                    <a:pt x="2007491" y="823726"/>
                  </a:lnTo>
                </a:path>
                <a:path w="2007870" h="940435">
                  <a:moveTo>
                    <a:pt x="0" y="939901"/>
                  </a:moveTo>
                  <a:lnTo>
                    <a:pt x="707773" y="939901"/>
                  </a:lnTo>
                </a:path>
                <a:path w="2007870" h="940435">
                  <a:moveTo>
                    <a:pt x="1062036" y="939901"/>
                  </a:moveTo>
                  <a:lnTo>
                    <a:pt x="2007491" y="9399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17127" y="5603942"/>
              <a:ext cx="2007870" cy="471170"/>
            </a:xfrm>
            <a:custGeom>
              <a:avLst/>
              <a:gdLst/>
              <a:ahLst/>
              <a:cxnLst/>
              <a:rect l="l" t="t" r="r" b="b"/>
              <a:pathLst>
                <a:path w="2007870" h="471170">
                  <a:moveTo>
                    <a:pt x="0" y="0"/>
                  </a:moveTo>
                  <a:lnTo>
                    <a:pt x="2007491" y="0"/>
                  </a:lnTo>
                </a:path>
                <a:path w="2007870" h="471170">
                  <a:moveTo>
                    <a:pt x="0" y="117675"/>
                  </a:moveTo>
                  <a:lnTo>
                    <a:pt x="2007491" y="117675"/>
                  </a:lnTo>
                </a:path>
                <a:path w="2007870" h="471170">
                  <a:moveTo>
                    <a:pt x="0" y="235350"/>
                  </a:moveTo>
                  <a:lnTo>
                    <a:pt x="2007491" y="235350"/>
                  </a:lnTo>
                </a:path>
                <a:path w="2007870" h="471170">
                  <a:moveTo>
                    <a:pt x="0" y="353025"/>
                  </a:moveTo>
                  <a:lnTo>
                    <a:pt x="2007491" y="353025"/>
                  </a:lnTo>
                </a:path>
                <a:path w="2007870" h="471170">
                  <a:moveTo>
                    <a:pt x="0" y="470701"/>
                  </a:moveTo>
                  <a:lnTo>
                    <a:pt x="2007491" y="4707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933783" y="4779465"/>
              <a:ext cx="118110" cy="1412875"/>
            </a:xfrm>
            <a:custGeom>
              <a:avLst/>
              <a:gdLst/>
              <a:ahLst/>
              <a:cxnLst/>
              <a:rect l="l" t="t" r="r" b="b"/>
              <a:pathLst>
                <a:path w="118109" h="1412875">
                  <a:moveTo>
                    <a:pt x="0" y="0"/>
                  </a:moveTo>
                  <a:lnTo>
                    <a:pt x="0" y="1412852"/>
                  </a:lnTo>
                </a:path>
                <a:path w="118109" h="1412875">
                  <a:moveTo>
                    <a:pt x="118087" y="0"/>
                  </a:moveTo>
                  <a:lnTo>
                    <a:pt x="118087" y="14113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51280" y="4426064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70">
                  <a:moveTo>
                    <a:pt x="0" y="0"/>
                  </a:moveTo>
                  <a:lnTo>
                    <a:pt x="118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171390" y="4425689"/>
              <a:ext cx="236220" cy="1765300"/>
            </a:xfrm>
            <a:custGeom>
              <a:avLst/>
              <a:gdLst/>
              <a:ahLst/>
              <a:cxnLst/>
              <a:rect l="l" t="t" r="r" b="b"/>
              <a:pathLst>
                <a:path w="236220" h="1765300">
                  <a:moveTo>
                    <a:pt x="0" y="0"/>
                  </a:moveTo>
                  <a:lnTo>
                    <a:pt x="0" y="1765128"/>
                  </a:lnTo>
                  <a:lnTo>
                    <a:pt x="0" y="1588615"/>
                  </a:lnTo>
                </a:path>
                <a:path w="236220" h="1765300">
                  <a:moveTo>
                    <a:pt x="118087" y="0"/>
                  </a:moveTo>
                  <a:lnTo>
                    <a:pt x="118087" y="1765128"/>
                  </a:lnTo>
                  <a:lnTo>
                    <a:pt x="118087" y="1588615"/>
                  </a:lnTo>
                </a:path>
                <a:path w="236220" h="1765300">
                  <a:moveTo>
                    <a:pt x="236175" y="0"/>
                  </a:moveTo>
                  <a:lnTo>
                    <a:pt x="236175" y="1765128"/>
                  </a:lnTo>
                  <a:lnTo>
                    <a:pt x="236175" y="15886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525653" y="4425689"/>
              <a:ext cx="234950" cy="1765300"/>
            </a:xfrm>
            <a:custGeom>
              <a:avLst/>
              <a:gdLst/>
              <a:ahLst/>
              <a:cxnLst/>
              <a:rect l="l" t="t" r="r" b="b"/>
              <a:pathLst>
                <a:path w="234950" h="1765300">
                  <a:moveTo>
                    <a:pt x="0" y="1059827"/>
                  </a:moveTo>
                  <a:lnTo>
                    <a:pt x="0" y="1765128"/>
                  </a:lnTo>
                </a:path>
                <a:path w="234950" h="1765300">
                  <a:moveTo>
                    <a:pt x="0" y="0"/>
                  </a:moveTo>
                  <a:lnTo>
                    <a:pt x="0" y="706801"/>
                  </a:lnTo>
                </a:path>
                <a:path w="234950" h="1765300">
                  <a:moveTo>
                    <a:pt x="118087" y="1059827"/>
                  </a:moveTo>
                  <a:lnTo>
                    <a:pt x="118087" y="1765128"/>
                  </a:lnTo>
                </a:path>
                <a:path w="234950" h="1765300">
                  <a:moveTo>
                    <a:pt x="118087" y="0"/>
                  </a:moveTo>
                  <a:lnTo>
                    <a:pt x="118087" y="706801"/>
                  </a:lnTo>
                </a:path>
                <a:path w="234950" h="1765300">
                  <a:moveTo>
                    <a:pt x="234743" y="1059827"/>
                  </a:moveTo>
                  <a:lnTo>
                    <a:pt x="234743" y="1765128"/>
                  </a:lnTo>
                </a:path>
                <a:path w="234950" h="1765300">
                  <a:moveTo>
                    <a:pt x="234743" y="0"/>
                  </a:moveTo>
                  <a:lnTo>
                    <a:pt x="234743" y="706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879917" y="4425689"/>
              <a:ext cx="825500" cy="1765300"/>
            </a:xfrm>
            <a:custGeom>
              <a:avLst/>
              <a:gdLst/>
              <a:ahLst/>
              <a:cxnLst/>
              <a:rect l="l" t="t" r="r" b="b"/>
              <a:pathLst>
                <a:path w="825500" h="1765300">
                  <a:moveTo>
                    <a:pt x="0" y="0"/>
                  </a:moveTo>
                  <a:lnTo>
                    <a:pt x="0" y="1765128"/>
                  </a:lnTo>
                  <a:lnTo>
                    <a:pt x="0" y="1588615"/>
                  </a:lnTo>
                </a:path>
                <a:path w="825500" h="1765300">
                  <a:moveTo>
                    <a:pt x="118087" y="0"/>
                  </a:moveTo>
                  <a:lnTo>
                    <a:pt x="118087" y="1765128"/>
                  </a:lnTo>
                  <a:lnTo>
                    <a:pt x="118087" y="1588615"/>
                  </a:lnTo>
                </a:path>
                <a:path w="825500" h="1765300">
                  <a:moveTo>
                    <a:pt x="236175" y="0"/>
                  </a:moveTo>
                  <a:lnTo>
                    <a:pt x="236175" y="1765128"/>
                  </a:lnTo>
                  <a:lnTo>
                    <a:pt x="236175" y="1588615"/>
                  </a:lnTo>
                </a:path>
                <a:path w="825500" h="1765300">
                  <a:moveTo>
                    <a:pt x="352831" y="0"/>
                  </a:moveTo>
                  <a:lnTo>
                    <a:pt x="352831" y="1765128"/>
                  </a:lnTo>
                  <a:lnTo>
                    <a:pt x="352831" y="1588615"/>
                  </a:lnTo>
                </a:path>
                <a:path w="825500" h="1765300">
                  <a:moveTo>
                    <a:pt x="470919" y="0"/>
                  </a:moveTo>
                  <a:lnTo>
                    <a:pt x="470919" y="1765128"/>
                  </a:lnTo>
                  <a:lnTo>
                    <a:pt x="470919" y="1588615"/>
                  </a:lnTo>
                </a:path>
                <a:path w="825500" h="1765300">
                  <a:moveTo>
                    <a:pt x="589006" y="0"/>
                  </a:moveTo>
                  <a:lnTo>
                    <a:pt x="589006" y="1765128"/>
                  </a:lnTo>
                  <a:lnTo>
                    <a:pt x="589006" y="1588615"/>
                  </a:lnTo>
                </a:path>
                <a:path w="825500" h="1765300">
                  <a:moveTo>
                    <a:pt x="707094" y="0"/>
                  </a:moveTo>
                  <a:lnTo>
                    <a:pt x="707094" y="1765128"/>
                  </a:lnTo>
                  <a:lnTo>
                    <a:pt x="707094" y="1588615"/>
                  </a:lnTo>
                </a:path>
                <a:path w="825500" h="1765300">
                  <a:moveTo>
                    <a:pt x="825182" y="0"/>
                  </a:moveTo>
                  <a:lnTo>
                    <a:pt x="825182" y="1765128"/>
                  </a:lnTo>
                  <a:lnTo>
                    <a:pt x="825182" y="15886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16374" y="442644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7" y="0"/>
                  </a:moveTo>
                  <a:lnTo>
                    <a:pt x="0" y="0"/>
                  </a:lnTo>
                  <a:lnTo>
                    <a:pt x="0" y="117674"/>
                  </a:lnTo>
                  <a:lnTo>
                    <a:pt x="118087" y="117674"/>
                  </a:lnTo>
                  <a:lnTo>
                    <a:pt x="118087" y="0"/>
                  </a:lnTo>
                  <a:close/>
                </a:path>
              </a:pathLst>
            </a:custGeom>
            <a:solidFill>
              <a:srgbClr val="C36C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934461" y="442644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8" y="0"/>
                  </a:moveTo>
                  <a:lnTo>
                    <a:pt x="0" y="0"/>
                  </a:lnTo>
                  <a:lnTo>
                    <a:pt x="0" y="117674"/>
                  </a:lnTo>
                  <a:lnTo>
                    <a:pt x="118088" y="117674"/>
                  </a:lnTo>
                  <a:lnTo>
                    <a:pt x="118088" y="0"/>
                  </a:lnTo>
                  <a:close/>
                </a:path>
              </a:pathLst>
            </a:custGeom>
            <a:solidFill>
              <a:srgbClr val="DFB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052550" y="442644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7" y="0"/>
                  </a:moveTo>
                  <a:lnTo>
                    <a:pt x="0" y="0"/>
                  </a:lnTo>
                  <a:lnTo>
                    <a:pt x="0" y="117674"/>
                  </a:lnTo>
                  <a:lnTo>
                    <a:pt x="118087" y="117674"/>
                  </a:lnTo>
                  <a:lnTo>
                    <a:pt x="118087" y="0"/>
                  </a:lnTo>
                  <a:close/>
                </a:path>
              </a:pathLst>
            </a:custGeom>
            <a:solidFill>
              <a:srgbClr val="6ED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816374" y="4544114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7" y="0"/>
                  </a:moveTo>
                  <a:lnTo>
                    <a:pt x="0" y="0"/>
                  </a:lnTo>
                  <a:lnTo>
                    <a:pt x="0" y="117675"/>
                  </a:lnTo>
                  <a:lnTo>
                    <a:pt x="118087" y="117675"/>
                  </a:lnTo>
                  <a:lnTo>
                    <a:pt x="118087" y="0"/>
                  </a:lnTo>
                  <a:close/>
                </a:path>
              </a:pathLst>
            </a:custGeom>
            <a:solidFill>
              <a:srgbClr val="36BD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934461" y="4544114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8" y="0"/>
                  </a:moveTo>
                  <a:lnTo>
                    <a:pt x="0" y="0"/>
                  </a:lnTo>
                  <a:lnTo>
                    <a:pt x="0" y="117675"/>
                  </a:lnTo>
                  <a:lnTo>
                    <a:pt x="118088" y="117675"/>
                  </a:lnTo>
                  <a:lnTo>
                    <a:pt x="118088" y="0"/>
                  </a:lnTo>
                  <a:close/>
                </a:path>
              </a:pathLst>
            </a:custGeom>
            <a:solidFill>
              <a:srgbClr val="2C70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52550" y="4544114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7" y="0"/>
                  </a:moveTo>
                  <a:lnTo>
                    <a:pt x="0" y="0"/>
                  </a:lnTo>
                  <a:lnTo>
                    <a:pt x="0" y="117675"/>
                  </a:lnTo>
                  <a:lnTo>
                    <a:pt x="118087" y="117675"/>
                  </a:lnTo>
                  <a:lnTo>
                    <a:pt x="118087" y="0"/>
                  </a:lnTo>
                  <a:close/>
                </a:path>
              </a:pathLst>
            </a:custGeom>
            <a:solidFill>
              <a:srgbClr val="B42C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816374" y="466179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7" y="0"/>
                  </a:moveTo>
                  <a:lnTo>
                    <a:pt x="0" y="0"/>
                  </a:lnTo>
                  <a:lnTo>
                    <a:pt x="0" y="117675"/>
                  </a:lnTo>
                  <a:lnTo>
                    <a:pt x="118087" y="117675"/>
                  </a:lnTo>
                  <a:lnTo>
                    <a:pt x="118087" y="0"/>
                  </a:lnTo>
                  <a:close/>
                </a:path>
              </a:pathLst>
            </a:custGeom>
            <a:solidFill>
              <a:srgbClr val="D82C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934461" y="466179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8" y="0"/>
                  </a:moveTo>
                  <a:lnTo>
                    <a:pt x="0" y="0"/>
                  </a:lnTo>
                  <a:lnTo>
                    <a:pt x="0" y="117675"/>
                  </a:lnTo>
                  <a:lnTo>
                    <a:pt x="118088" y="117675"/>
                  </a:lnTo>
                  <a:lnTo>
                    <a:pt x="118088" y="0"/>
                  </a:lnTo>
                  <a:close/>
                </a:path>
              </a:pathLst>
            </a:custGeom>
            <a:solidFill>
              <a:srgbClr val="663B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052550" y="4661790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7" y="0"/>
                  </a:moveTo>
                  <a:lnTo>
                    <a:pt x="0" y="0"/>
                  </a:lnTo>
                  <a:lnTo>
                    <a:pt x="0" y="117675"/>
                  </a:lnTo>
                  <a:lnTo>
                    <a:pt x="118087" y="117675"/>
                  </a:lnTo>
                  <a:lnTo>
                    <a:pt x="118087" y="0"/>
                  </a:lnTo>
                  <a:close/>
                </a:path>
              </a:pathLst>
            </a:custGeom>
            <a:solidFill>
              <a:srgbClr val="6F49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524901" y="5132491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7" y="0"/>
                  </a:moveTo>
                  <a:lnTo>
                    <a:pt x="0" y="0"/>
                  </a:lnTo>
                  <a:lnTo>
                    <a:pt x="0" y="117675"/>
                  </a:lnTo>
                  <a:lnTo>
                    <a:pt x="118087" y="117675"/>
                  </a:lnTo>
                  <a:lnTo>
                    <a:pt x="118087" y="0"/>
                  </a:lnTo>
                  <a:close/>
                </a:path>
              </a:pathLst>
            </a:custGeom>
            <a:solidFill>
              <a:srgbClr val="C36C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642988" y="5132491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8" y="0"/>
                  </a:moveTo>
                  <a:lnTo>
                    <a:pt x="0" y="0"/>
                  </a:lnTo>
                  <a:lnTo>
                    <a:pt x="0" y="117675"/>
                  </a:lnTo>
                  <a:lnTo>
                    <a:pt x="118088" y="117675"/>
                  </a:lnTo>
                  <a:lnTo>
                    <a:pt x="118088" y="0"/>
                  </a:lnTo>
                  <a:close/>
                </a:path>
              </a:pathLst>
            </a:custGeom>
            <a:solidFill>
              <a:srgbClr val="DFB9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761076" y="5132491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7" y="0"/>
                  </a:moveTo>
                  <a:lnTo>
                    <a:pt x="0" y="0"/>
                  </a:lnTo>
                  <a:lnTo>
                    <a:pt x="0" y="117675"/>
                  </a:lnTo>
                  <a:lnTo>
                    <a:pt x="118087" y="117675"/>
                  </a:lnTo>
                  <a:lnTo>
                    <a:pt x="118087" y="0"/>
                  </a:lnTo>
                  <a:close/>
                </a:path>
              </a:pathLst>
            </a:custGeom>
            <a:solidFill>
              <a:srgbClr val="6ED8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524901" y="5250167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7" y="0"/>
                  </a:moveTo>
                  <a:lnTo>
                    <a:pt x="0" y="0"/>
                  </a:lnTo>
                  <a:lnTo>
                    <a:pt x="0" y="117674"/>
                  </a:lnTo>
                  <a:lnTo>
                    <a:pt x="118087" y="117674"/>
                  </a:lnTo>
                  <a:lnTo>
                    <a:pt x="118087" y="0"/>
                  </a:lnTo>
                  <a:close/>
                </a:path>
              </a:pathLst>
            </a:custGeom>
            <a:solidFill>
              <a:srgbClr val="36BD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642988" y="5250167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8" y="0"/>
                  </a:moveTo>
                  <a:lnTo>
                    <a:pt x="0" y="0"/>
                  </a:lnTo>
                  <a:lnTo>
                    <a:pt x="0" y="117674"/>
                  </a:lnTo>
                  <a:lnTo>
                    <a:pt x="118088" y="117674"/>
                  </a:lnTo>
                  <a:lnTo>
                    <a:pt x="118088" y="0"/>
                  </a:lnTo>
                  <a:close/>
                </a:path>
              </a:pathLst>
            </a:custGeom>
            <a:solidFill>
              <a:srgbClr val="2C70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761076" y="5250167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7" y="0"/>
                  </a:moveTo>
                  <a:lnTo>
                    <a:pt x="0" y="0"/>
                  </a:lnTo>
                  <a:lnTo>
                    <a:pt x="0" y="117674"/>
                  </a:lnTo>
                  <a:lnTo>
                    <a:pt x="118087" y="117674"/>
                  </a:lnTo>
                  <a:lnTo>
                    <a:pt x="118087" y="0"/>
                  </a:lnTo>
                  <a:close/>
                </a:path>
              </a:pathLst>
            </a:custGeom>
            <a:solidFill>
              <a:srgbClr val="B42C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524901" y="5367841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7" y="0"/>
                  </a:moveTo>
                  <a:lnTo>
                    <a:pt x="0" y="0"/>
                  </a:lnTo>
                  <a:lnTo>
                    <a:pt x="0" y="117675"/>
                  </a:lnTo>
                  <a:lnTo>
                    <a:pt x="118087" y="117675"/>
                  </a:lnTo>
                  <a:lnTo>
                    <a:pt x="118087" y="0"/>
                  </a:lnTo>
                  <a:close/>
                </a:path>
              </a:pathLst>
            </a:custGeom>
            <a:solidFill>
              <a:srgbClr val="D82C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642988" y="5367841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8" y="0"/>
                  </a:moveTo>
                  <a:lnTo>
                    <a:pt x="0" y="0"/>
                  </a:lnTo>
                  <a:lnTo>
                    <a:pt x="0" y="117675"/>
                  </a:lnTo>
                  <a:lnTo>
                    <a:pt x="118088" y="117675"/>
                  </a:lnTo>
                  <a:lnTo>
                    <a:pt x="118088" y="0"/>
                  </a:lnTo>
                  <a:close/>
                </a:path>
              </a:pathLst>
            </a:custGeom>
            <a:solidFill>
              <a:srgbClr val="663B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761076" y="5367841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09" h="118110">
                  <a:moveTo>
                    <a:pt x="118087" y="0"/>
                  </a:moveTo>
                  <a:lnTo>
                    <a:pt x="0" y="0"/>
                  </a:lnTo>
                  <a:lnTo>
                    <a:pt x="0" y="117675"/>
                  </a:lnTo>
                  <a:lnTo>
                    <a:pt x="118087" y="117675"/>
                  </a:lnTo>
                  <a:lnTo>
                    <a:pt x="118087" y="0"/>
                  </a:lnTo>
                  <a:close/>
                </a:path>
              </a:pathLst>
            </a:custGeom>
            <a:solidFill>
              <a:srgbClr val="6F49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809633" y="6286559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18314" y="6239728"/>
            <a:ext cx="10839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latin typeface="Microsoft Sans Serif"/>
                <a:cs typeface="Microsoft Sans Serif"/>
              </a:rPr>
              <a:t>pooling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87759" y="6286559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696441" y="6239728"/>
            <a:ext cx="32194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the</a:t>
            </a:r>
            <a:r>
              <a:rPr sz="2500" spc="2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use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of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many</a:t>
            </a:r>
            <a:r>
              <a:rPr sz="2500" spc="2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layers</a:t>
            </a:r>
            <a:endParaRPr sz="2500">
              <a:latin typeface="Microsoft Sans Serif"/>
              <a:cs typeface="Microsoft Sans Serif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2222501" y="6832644"/>
            <a:ext cx="3493135" cy="1778000"/>
            <a:chOff x="2222501" y="6832644"/>
            <a:chExt cx="3493135" cy="1778000"/>
          </a:xfrm>
        </p:grpSpPr>
        <p:sp>
          <p:nvSpPr>
            <p:cNvPr id="46" name="object 46"/>
            <p:cNvSpPr/>
            <p:nvPr/>
          </p:nvSpPr>
          <p:spPr>
            <a:xfrm>
              <a:off x="2228207" y="6838351"/>
              <a:ext cx="2006600" cy="1766570"/>
            </a:xfrm>
            <a:custGeom>
              <a:avLst/>
              <a:gdLst/>
              <a:ahLst/>
              <a:cxnLst/>
              <a:rect l="l" t="t" r="r" b="b"/>
              <a:pathLst>
                <a:path w="2006600" h="1766570">
                  <a:moveTo>
                    <a:pt x="2006226" y="1766393"/>
                  </a:moveTo>
                  <a:lnTo>
                    <a:pt x="0" y="1766393"/>
                  </a:lnTo>
                  <a:lnTo>
                    <a:pt x="0" y="0"/>
                  </a:lnTo>
                  <a:lnTo>
                    <a:pt x="2006226" y="0"/>
                  </a:lnTo>
                  <a:lnTo>
                    <a:pt x="2006226" y="1766393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228207" y="6838351"/>
              <a:ext cx="2006600" cy="1766570"/>
            </a:xfrm>
            <a:custGeom>
              <a:avLst/>
              <a:gdLst/>
              <a:ahLst/>
              <a:cxnLst/>
              <a:rect l="l" t="t" r="r" b="b"/>
              <a:pathLst>
                <a:path w="2006600" h="1766570">
                  <a:moveTo>
                    <a:pt x="0" y="0"/>
                  </a:moveTo>
                  <a:lnTo>
                    <a:pt x="2006226" y="0"/>
                  </a:lnTo>
                  <a:lnTo>
                    <a:pt x="2006226" y="1766393"/>
                  </a:lnTo>
                  <a:lnTo>
                    <a:pt x="0" y="1766393"/>
                  </a:lnTo>
                  <a:lnTo>
                    <a:pt x="0" y="0"/>
                  </a:lnTo>
                  <a:close/>
                </a:path>
              </a:pathLst>
            </a:custGeom>
            <a:ln w="114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229122" y="7075540"/>
              <a:ext cx="2005964" cy="353060"/>
            </a:xfrm>
            <a:custGeom>
              <a:avLst/>
              <a:gdLst/>
              <a:ahLst/>
              <a:cxnLst/>
              <a:rect l="l" t="t" r="r" b="b"/>
              <a:pathLst>
                <a:path w="2005964" h="353059">
                  <a:moveTo>
                    <a:pt x="0" y="116174"/>
                  </a:moveTo>
                  <a:lnTo>
                    <a:pt x="2005828" y="116174"/>
                  </a:lnTo>
                </a:path>
                <a:path w="2005964" h="353059">
                  <a:moveTo>
                    <a:pt x="0" y="235350"/>
                  </a:moveTo>
                  <a:lnTo>
                    <a:pt x="2005828" y="235350"/>
                  </a:lnTo>
                </a:path>
                <a:path w="2005964" h="353059">
                  <a:moveTo>
                    <a:pt x="0" y="353025"/>
                  </a:moveTo>
                  <a:lnTo>
                    <a:pt x="2005828" y="353025"/>
                  </a:lnTo>
                </a:path>
                <a:path w="2005964" h="353059">
                  <a:moveTo>
                    <a:pt x="0" y="0"/>
                  </a:moveTo>
                  <a:lnTo>
                    <a:pt x="2005828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229122" y="6957865"/>
              <a:ext cx="2005964" cy="706120"/>
            </a:xfrm>
            <a:custGeom>
              <a:avLst/>
              <a:gdLst/>
              <a:ahLst/>
              <a:cxnLst/>
              <a:rect l="l" t="t" r="r" b="b"/>
              <a:pathLst>
                <a:path w="2005964" h="706120">
                  <a:moveTo>
                    <a:pt x="235227" y="0"/>
                  </a:moveTo>
                  <a:lnTo>
                    <a:pt x="2005828" y="0"/>
                  </a:lnTo>
                </a:path>
                <a:path w="2005964" h="706120">
                  <a:moveTo>
                    <a:pt x="0" y="588376"/>
                  </a:moveTo>
                  <a:lnTo>
                    <a:pt x="825177" y="588376"/>
                  </a:lnTo>
                </a:path>
                <a:path w="2005964" h="706120">
                  <a:moveTo>
                    <a:pt x="1061156" y="588376"/>
                  </a:moveTo>
                  <a:lnTo>
                    <a:pt x="2005828" y="588376"/>
                  </a:lnTo>
                </a:path>
                <a:path w="2005964" h="706120">
                  <a:moveTo>
                    <a:pt x="0" y="706051"/>
                  </a:moveTo>
                  <a:lnTo>
                    <a:pt x="825177" y="706051"/>
                  </a:lnTo>
                </a:path>
                <a:path w="2005964" h="706120">
                  <a:moveTo>
                    <a:pt x="1061156" y="706051"/>
                  </a:moveTo>
                  <a:lnTo>
                    <a:pt x="2005828" y="7060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229122" y="7781591"/>
              <a:ext cx="2005964" cy="706120"/>
            </a:xfrm>
            <a:custGeom>
              <a:avLst/>
              <a:gdLst/>
              <a:ahLst/>
              <a:cxnLst/>
              <a:rect l="l" t="t" r="r" b="b"/>
              <a:pathLst>
                <a:path w="2005964" h="706120">
                  <a:moveTo>
                    <a:pt x="0" y="0"/>
                  </a:moveTo>
                  <a:lnTo>
                    <a:pt x="2005828" y="0"/>
                  </a:lnTo>
                </a:path>
                <a:path w="2005964" h="706120">
                  <a:moveTo>
                    <a:pt x="0" y="116174"/>
                  </a:moveTo>
                  <a:lnTo>
                    <a:pt x="2005828" y="116174"/>
                  </a:lnTo>
                </a:path>
                <a:path w="2005964" h="706120">
                  <a:moveTo>
                    <a:pt x="0" y="235350"/>
                  </a:moveTo>
                  <a:lnTo>
                    <a:pt x="2005828" y="235350"/>
                  </a:lnTo>
                </a:path>
                <a:path w="2005964" h="706120">
                  <a:moveTo>
                    <a:pt x="0" y="353025"/>
                  </a:moveTo>
                  <a:lnTo>
                    <a:pt x="2005828" y="353025"/>
                  </a:lnTo>
                </a:path>
                <a:path w="2005964" h="706120">
                  <a:moveTo>
                    <a:pt x="0" y="470701"/>
                  </a:moveTo>
                  <a:lnTo>
                    <a:pt x="2005828" y="470701"/>
                  </a:lnTo>
                </a:path>
                <a:path w="2005964" h="706120">
                  <a:moveTo>
                    <a:pt x="0" y="588376"/>
                  </a:moveTo>
                  <a:lnTo>
                    <a:pt x="2005828" y="588376"/>
                  </a:lnTo>
                </a:path>
                <a:path w="2005964" h="706120">
                  <a:moveTo>
                    <a:pt x="0" y="706051"/>
                  </a:moveTo>
                  <a:lnTo>
                    <a:pt x="2005828" y="70605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345681" y="7074790"/>
              <a:ext cx="118110" cy="1530985"/>
            </a:xfrm>
            <a:custGeom>
              <a:avLst/>
              <a:gdLst/>
              <a:ahLst/>
              <a:cxnLst/>
              <a:rect l="l" t="t" r="r" b="b"/>
              <a:pathLst>
                <a:path w="118110" h="1530984">
                  <a:moveTo>
                    <a:pt x="0" y="0"/>
                  </a:moveTo>
                  <a:lnTo>
                    <a:pt x="0" y="1530528"/>
                  </a:lnTo>
                </a:path>
                <a:path w="118110" h="1530984">
                  <a:moveTo>
                    <a:pt x="117989" y="0"/>
                  </a:moveTo>
                  <a:lnTo>
                    <a:pt x="117989" y="152902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463081" y="6839064"/>
              <a:ext cx="1270" cy="0"/>
            </a:xfrm>
            <a:custGeom>
              <a:avLst/>
              <a:gdLst/>
              <a:ahLst/>
              <a:cxnLst/>
              <a:rect l="l" t="t" r="r" b="b"/>
              <a:pathLst>
                <a:path w="1269">
                  <a:moveTo>
                    <a:pt x="0" y="0"/>
                  </a:moveTo>
                  <a:lnTo>
                    <a:pt x="117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583091" y="6838689"/>
              <a:ext cx="354330" cy="1765300"/>
            </a:xfrm>
            <a:custGeom>
              <a:avLst/>
              <a:gdLst/>
              <a:ahLst/>
              <a:cxnLst/>
              <a:rect l="l" t="t" r="r" b="b"/>
              <a:pathLst>
                <a:path w="354330" h="1765300">
                  <a:moveTo>
                    <a:pt x="0" y="0"/>
                  </a:moveTo>
                  <a:lnTo>
                    <a:pt x="0" y="1765128"/>
                  </a:lnTo>
                  <a:lnTo>
                    <a:pt x="0" y="1588615"/>
                  </a:lnTo>
                </a:path>
                <a:path w="354330" h="1765300">
                  <a:moveTo>
                    <a:pt x="117989" y="0"/>
                  </a:moveTo>
                  <a:lnTo>
                    <a:pt x="117989" y="1765128"/>
                  </a:lnTo>
                  <a:lnTo>
                    <a:pt x="117989" y="1588615"/>
                  </a:lnTo>
                </a:path>
                <a:path w="354330" h="1765300">
                  <a:moveTo>
                    <a:pt x="235979" y="0"/>
                  </a:moveTo>
                  <a:lnTo>
                    <a:pt x="235979" y="1765128"/>
                  </a:lnTo>
                  <a:lnTo>
                    <a:pt x="235979" y="1588615"/>
                  </a:lnTo>
                </a:path>
                <a:path w="354330" h="1765300">
                  <a:moveTo>
                    <a:pt x="353969" y="0"/>
                  </a:moveTo>
                  <a:lnTo>
                    <a:pt x="353969" y="1765128"/>
                  </a:lnTo>
                  <a:lnTo>
                    <a:pt x="353969" y="15886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055051" y="6838689"/>
              <a:ext cx="116839" cy="1765300"/>
            </a:xfrm>
            <a:custGeom>
              <a:avLst/>
              <a:gdLst/>
              <a:ahLst/>
              <a:cxnLst/>
              <a:rect l="l" t="t" r="r" b="b"/>
              <a:pathLst>
                <a:path w="116839" h="1765300">
                  <a:moveTo>
                    <a:pt x="0" y="942151"/>
                  </a:moveTo>
                  <a:lnTo>
                    <a:pt x="0" y="1765128"/>
                  </a:lnTo>
                </a:path>
                <a:path w="116839" h="1765300">
                  <a:moveTo>
                    <a:pt x="0" y="0"/>
                  </a:moveTo>
                  <a:lnTo>
                    <a:pt x="0" y="706801"/>
                  </a:lnTo>
                </a:path>
                <a:path w="116839" h="1765300">
                  <a:moveTo>
                    <a:pt x="116559" y="942151"/>
                  </a:moveTo>
                  <a:lnTo>
                    <a:pt x="116559" y="1765128"/>
                  </a:lnTo>
                </a:path>
                <a:path w="116839" h="1765300">
                  <a:moveTo>
                    <a:pt x="116559" y="0"/>
                  </a:moveTo>
                  <a:lnTo>
                    <a:pt x="116559" y="70680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291031" y="6838689"/>
              <a:ext cx="824865" cy="1765300"/>
            </a:xfrm>
            <a:custGeom>
              <a:avLst/>
              <a:gdLst/>
              <a:ahLst/>
              <a:cxnLst/>
              <a:rect l="l" t="t" r="r" b="b"/>
              <a:pathLst>
                <a:path w="824864" h="1765300">
                  <a:moveTo>
                    <a:pt x="0" y="0"/>
                  </a:moveTo>
                  <a:lnTo>
                    <a:pt x="0" y="1765128"/>
                  </a:lnTo>
                  <a:lnTo>
                    <a:pt x="0" y="1588615"/>
                  </a:lnTo>
                </a:path>
                <a:path w="824864" h="1765300">
                  <a:moveTo>
                    <a:pt x="117989" y="0"/>
                  </a:moveTo>
                  <a:lnTo>
                    <a:pt x="117989" y="1765128"/>
                  </a:lnTo>
                  <a:lnTo>
                    <a:pt x="117989" y="1588615"/>
                  </a:lnTo>
                </a:path>
                <a:path w="824864" h="1765300">
                  <a:moveTo>
                    <a:pt x="235979" y="0"/>
                  </a:moveTo>
                  <a:lnTo>
                    <a:pt x="235979" y="1765128"/>
                  </a:lnTo>
                  <a:lnTo>
                    <a:pt x="235979" y="1588615"/>
                  </a:lnTo>
                </a:path>
                <a:path w="824864" h="1765300">
                  <a:moveTo>
                    <a:pt x="352539" y="0"/>
                  </a:moveTo>
                  <a:lnTo>
                    <a:pt x="352539" y="1765128"/>
                  </a:lnTo>
                  <a:lnTo>
                    <a:pt x="352539" y="1588615"/>
                  </a:lnTo>
                </a:path>
                <a:path w="824864" h="1765300">
                  <a:moveTo>
                    <a:pt x="470528" y="0"/>
                  </a:moveTo>
                  <a:lnTo>
                    <a:pt x="470528" y="1765128"/>
                  </a:lnTo>
                  <a:lnTo>
                    <a:pt x="470528" y="1588615"/>
                  </a:lnTo>
                </a:path>
                <a:path w="824864" h="1765300">
                  <a:moveTo>
                    <a:pt x="588518" y="0"/>
                  </a:moveTo>
                  <a:lnTo>
                    <a:pt x="588518" y="1765128"/>
                  </a:lnTo>
                  <a:lnTo>
                    <a:pt x="588518" y="1588615"/>
                  </a:lnTo>
                </a:path>
                <a:path w="824864" h="1765300">
                  <a:moveTo>
                    <a:pt x="706508" y="0"/>
                  </a:moveTo>
                  <a:lnTo>
                    <a:pt x="706508" y="1765128"/>
                  </a:lnTo>
                  <a:lnTo>
                    <a:pt x="706508" y="1588615"/>
                  </a:lnTo>
                </a:path>
                <a:path w="824864" h="1765300">
                  <a:moveTo>
                    <a:pt x="824498" y="0"/>
                  </a:moveTo>
                  <a:lnTo>
                    <a:pt x="824498" y="1765128"/>
                  </a:lnTo>
                  <a:lnTo>
                    <a:pt x="824498" y="158861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228369" y="6839439"/>
              <a:ext cx="118110" cy="118110"/>
            </a:xfrm>
            <a:custGeom>
              <a:avLst/>
              <a:gdLst/>
              <a:ahLst/>
              <a:cxnLst/>
              <a:rect l="l" t="t" r="r" b="b"/>
              <a:pathLst>
                <a:path w="118110" h="118109">
                  <a:moveTo>
                    <a:pt x="117989" y="0"/>
                  </a:moveTo>
                  <a:lnTo>
                    <a:pt x="0" y="0"/>
                  </a:lnTo>
                  <a:lnTo>
                    <a:pt x="0" y="117674"/>
                  </a:lnTo>
                  <a:lnTo>
                    <a:pt x="117989" y="117674"/>
                  </a:lnTo>
                  <a:lnTo>
                    <a:pt x="117989" y="0"/>
                  </a:lnTo>
                  <a:close/>
                </a:path>
              </a:pathLst>
            </a:custGeom>
            <a:solidFill>
              <a:srgbClr val="006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228367" y="6839444"/>
              <a:ext cx="236220" cy="235585"/>
            </a:xfrm>
            <a:custGeom>
              <a:avLst/>
              <a:gdLst/>
              <a:ahLst/>
              <a:cxnLst/>
              <a:rect l="l" t="t" r="r" b="b"/>
              <a:pathLst>
                <a:path w="236219" h="235584">
                  <a:moveTo>
                    <a:pt x="235978" y="0"/>
                  </a:moveTo>
                  <a:lnTo>
                    <a:pt x="117983" y="0"/>
                  </a:lnTo>
                  <a:lnTo>
                    <a:pt x="117983" y="117678"/>
                  </a:lnTo>
                  <a:lnTo>
                    <a:pt x="0" y="117678"/>
                  </a:lnTo>
                  <a:lnTo>
                    <a:pt x="0" y="235356"/>
                  </a:lnTo>
                  <a:lnTo>
                    <a:pt x="117983" y="235356"/>
                  </a:lnTo>
                  <a:lnTo>
                    <a:pt x="235978" y="235356"/>
                  </a:lnTo>
                  <a:lnTo>
                    <a:pt x="235978" y="117678"/>
                  </a:lnTo>
                  <a:lnTo>
                    <a:pt x="235978" y="0"/>
                  </a:lnTo>
                  <a:close/>
                </a:path>
              </a:pathLst>
            </a:custGeom>
            <a:solidFill>
              <a:srgbClr val="006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650392" y="7252847"/>
              <a:ext cx="1062355" cy="935990"/>
            </a:xfrm>
            <a:custGeom>
              <a:avLst/>
              <a:gdLst/>
              <a:ahLst/>
              <a:cxnLst/>
              <a:rect l="l" t="t" r="r" b="b"/>
              <a:pathLst>
                <a:path w="1062354" h="935990">
                  <a:moveTo>
                    <a:pt x="1061732" y="935371"/>
                  </a:moveTo>
                  <a:lnTo>
                    <a:pt x="0" y="935371"/>
                  </a:lnTo>
                  <a:lnTo>
                    <a:pt x="0" y="0"/>
                  </a:lnTo>
                  <a:lnTo>
                    <a:pt x="1061732" y="0"/>
                  </a:lnTo>
                  <a:lnTo>
                    <a:pt x="1061732" y="935371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650392" y="7252847"/>
              <a:ext cx="1062355" cy="935990"/>
            </a:xfrm>
            <a:custGeom>
              <a:avLst/>
              <a:gdLst/>
              <a:ahLst/>
              <a:cxnLst/>
              <a:rect l="l" t="t" r="r" b="b"/>
              <a:pathLst>
                <a:path w="1062354" h="935990">
                  <a:moveTo>
                    <a:pt x="0" y="0"/>
                  </a:moveTo>
                  <a:lnTo>
                    <a:pt x="1061732" y="0"/>
                  </a:lnTo>
                  <a:lnTo>
                    <a:pt x="1061732" y="935371"/>
                  </a:lnTo>
                  <a:lnTo>
                    <a:pt x="0" y="935371"/>
                  </a:lnTo>
                  <a:lnTo>
                    <a:pt x="0" y="0"/>
                  </a:lnTo>
                  <a:close/>
                </a:path>
              </a:pathLst>
            </a:custGeom>
            <a:ln w="6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765151" y="7368228"/>
              <a:ext cx="943610" cy="0"/>
            </a:xfrm>
            <a:custGeom>
              <a:avLst/>
              <a:gdLst/>
              <a:ahLst/>
              <a:cxnLst/>
              <a:rect l="l" t="t" r="r" b="b"/>
              <a:pathLst>
                <a:path w="943610">
                  <a:moveTo>
                    <a:pt x="0" y="0"/>
                  </a:moveTo>
                  <a:lnTo>
                    <a:pt x="94352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647915" y="7485903"/>
              <a:ext cx="1061085" cy="235585"/>
            </a:xfrm>
            <a:custGeom>
              <a:avLst/>
              <a:gdLst/>
              <a:ahLst/>
              <a:cxnLst/>
              <a:rect l="l" t="t" r="r" b="b"/>
              <a:pathLst>
                <a:path w="1061085" h="235584">
                  <a:moveTo>
                    <a:pt x="0" y="0"/>
                  </a:moveTo>
                  <a:lnTo>
                    <a:pt x="1060699" y="0"/>
                  </a:lnTo>
                </a:path>
                <a:path w="1061085" h="235584">
                  <a:moveTo>
                    <a:pt x="0" y="117675"/>
                  </a:moveTo>
                  <a:lnTo>
                    <a:pt x="1060699" y="117675"/>
                  </a:lnTo>
                </a:path>
                <a:path w="1061085" h="235584">
                  <a:moveTo>
                    <a:pt x="0" y="235350"/>
                  </a:moveTo>
                  <a:lnTo>
                    <a:pt x="1060699" y="2353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47915" y="7837487"/>
              <a:ext cx="1061085" cy="0"/>
            </a:xfrm>
            <a:custGeom>
              <a:avLst/>
              <a:gdLst/>
              <a:ahLst/>
              <a:cxnLst/>
              <a:rect l="l" t="t" r="r" b="b"/>
              <a:pathLst>
                <a:path w="1061085">
                  <a:moveTo>
                    <a:pt x="0" y="0"/>
                  </a:moveTo>
                  <a:lnTo>
                    <a:pt x="353216" y="0"/>
                  </a:lnTo>
                </a:path>
                <a:path w="1061085">
                  <a:moveTo>
                    <a:pt x="471205" y="0"/>
                  </a:moveTo>
                  <a:lnTo>
                    <a:pt x="106069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47915" y="7956604"/>
              <a:ext cx="1061085" cy="118110"/>
            </a:xfrm>
            <a:custGeom>
              <a:avLst/>
              <a:gdLst/>
              <a:ahLst/>
              <a:cxnLst/>
              <a:rect l="l" t="t" r="r" b="b"/>
              <a:pathLst>
                <a:path w="1061085" h="118109">
                  <a:moveTo>
                    <a:pt x="0" y="0"/>
                  </a:moveTo>
                  <a:lnTo>
                    <a:pt x="1060699" y="0"/>
                  </a:lnTo>
                </a:path>
                <a:path w="1061085" h="118109">
                  <a:moveTo>
                    <a:pt x="58" y="117675"/>
                  </a:moveTo>
                  <a:lnTo>
                    <a:pt x="1060758" y="11767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66081" y="7250435"/>
              <a:ext cx="118110" cy="940435"/>
            </a:xfrm>
            <a:custGeom>
              <a:avLst/>
              <a:gdLst/>
              <a:ahLst/>
              <a:cxnLst/>
              <a:rect l="l" t="t" r="r" b="b"/>
              <a:pathLst>
                <a:path w="118110" h="940434">
                  <a:moveTo>
                    <a:pt x="0" y="0"/>
                  </a:moveTo>
                  <a:lnTo>
                    <a:pt x="0" y="940195"/>
                  </a:lnTo>
                  <a:lnTo>
                    <a:pt x="0" y="846202"/>
                  </a:lnTo>
                </a:path>
                <a:path w="118110" h="940434">
                  <a:moveTo>
                    <a:pt x="117989" y="0"/>
                  </a:moveTo>
                  <a:lnTo>
                    <a:pt x="117989" y="940195"/>
                  </a:lnTo>
                  <a:lnTo>
                    <a:pt x="117989" y="8462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002061" y="7250435"/>
              <a:ext cx="116839" cy="940435"/>
            </a:xfrm>
            <a:custGeom>
              <a:avLst/>
              <a:gdLst/>
              <a:ahLst/>
              <a:cxnLst/>
              <a:rect l="l" t="t" r="r" b="b"/>
              <a:pathLst>
                <a:path w="116839" h="940434">
                  <a:moveTo>
                    <a:pt x="0" y="589244"/>
                  </a:moveTo>
                  <a:lnTo>
                    <a:pt x="0" y="940195"/>
                  </a:lnTo>
                </a:path>
                <a:path w="116839" h="940434">
                  <a:moveTo>
                    <a:pt x="0" y="0"/>
                  </a:moveTo>
                  <a:lnTo>
                    <a:pt x="0" y="471569"/>
                  </a:lnTo>
                </a:path>
                <a:path w="116839" h="940434">
                  <a:moveTo>
                    <a:pt x="116485" y="0"/>
                  </a:moveTo>
                  <a:lnTo>
                    <a:pt x="116485" y="471569"/>
                  </a:lnTo>
                </a:path>
                <a:path w="116839" h="940434">
                  <a:moveTo>
                    <a:pt x="116485" y="589244"/>
                  </a:moveTo>
                  <a:lnTo>
                    <a:pt x="116485" y="940195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238041" y="7250435"/>
              <a:ext cx="353060" cy="940435"/>
            </a:xfrm>
            <a:custGeom>
              <a:avLst/>
              <a:gdLst/>
              <a:ahLst/>
              <a:cxnLst/>
              <a:rect l="l" t="t" r="r" b="b"/>
              <a:pathLst>
                <a:path w="353060" h="940434">
                  <a:moveTo>
                    <a:pt x="0" y="0"/>
                  </a:moveTo>
                  <a:lnTo>
                    <a:pt x="0" y="940195"/>
                  </a:lnTo>
                  <a:lnTo>
                    <a:pt x="0" y="846202"/>
                  </a:lnTo>
                </a:path>
                <a:path w="353060" h="940434">
                  <a:moveTo>
                    <a:pt x="117989" y="0"/>
                  </a:moveTo>
                  <a:lnTo>
                    <a:pt x="117989" y="940195"/>
                  </a:lnTo>
                  <a:lnTo>
                    <a:pt x="117989" y="846202"/>
                  </a:lnTo>
                </a:path>
                <a:path w="353060" h="940434">
                  <a:moveTo>
                    <a:pt x="235979" y="0"/>
                  </a:moveTo>
                  <a:lnTo>
                    <a:pt x="235979" y="940195"/>
                  </a:lnTo>
                  <a:lnTo>
                    <a:pt x="235979" y="846202"/>
                  </a:lnTo>
                </a:path>
                <a:path w="353060" h="940434">
                  <a:moveTo>
                    <a:pt x="352465" y="0"/>
                  </a:moveTo>
                  <a:lnTo>
                    <a:pt x="352465" y="940195"/>
                  </a:lnTo>
                  <a:lnTo>
                    <a:pt x="352465" y="84620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172282" y="7251305"/>
              <a:ext cx="1593215" cy="412115"/>
            </a:xfrm>
            <a:custGeom>
              <a:avLst/>
              <a:gdLst/>
              <a:ahLst/>
              <a:cxnLst/>
              <a:rect l="l" t="t" r="r" b="b"/>
              <a:pathLst>
                <a:path w="1593214" h="412115">
                  <a:moveTo>
                    <a:pt x="117995" y="294195"/>
                  </a:moveTo>
                  <a:lnTo>
                    <a:pt x="0" y="294195"/>
                  </a:lnTo>
                  <a:lnTo>
                    <a:pt x="0" y="411861"/>
                  </a:lnTo>
                  <a:lnTo>
                    <a:pt x="117995" y="411861"/>
                  </a:lnTo>
                  <a:lnTo>
                    <a:pt x="117995" y="294195"/>
                  </a:lnTo>
                  <a:close/>
                </a:path>
                <a:path w="1593214" h="412115">
                  <a:moveTo>
                    <a:pt x="1592859" y="0"/>
                  </a:moveTo>
                  <a:lnTo>
                    <a:pt x="1474876" y="0"/>
                  </a:lnTo>
                  <a:lnTo>
                    <a:pt x="1474876" y="117678"/>
                  </a:lnTo>
                  <a:lnTo>
                    <a:pt x="1592859" y="117678"/>
                  </a:lnTo>
                  <a:lnTo>
                    <a:pt x="1592859" y="0"/>
                  </a:lnTo>
                  <a:close/>
                </a:path>
              </a:pathLst>
            </a:custGeom>
            <a:solidFill>
              <a:srgbClr val="006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054299" y="7545501"/>
              <a:ext cx="2065020" cy="294640"/>
            </a:xfrm>
            <a:custGeom>
              <a:avLst/>
              <a:gdLst/>
              <a:ahLst/>
              <a:cxnLst/>
              <a:rect l="l" t="t" r="r" b="b"/>
              <a:pathLst>
                <a:path w="2065020" h="294640">
                  <a:moveTo>
                    <a:pt x="235978" y="117665"/>
                  </a:moveTo>
                  <a:lnTo>
                    <a:pt x="117983" y="117665"/>
                  </a:lnTo>
                  <a:lnTo>
                    <a:pt x="117983" y="0"/>
                  </a:lnTo>
                  <a:lnTo>
                    <a:pt x="0" y="0"/>
                  </a:lnTo>
                  <a:lnTo>
                    <a:pt x="0" y="117665"/>
                  </a:lnTo>
                  <a:lnTo>
                    <a:pt x="0" y="235343"/>
                  </a:lnTo>
                  <a:lnTo>
                    <a:pt x="117983" y="235343"/>
                  </a:lnTo>
                  <a:lnTo>
                    <a:pt x="235978" y="235343"/>
                  </a:lnTo>
                  <a:lnTo>
                    <a:pt x="235978" y="117665"/>
                  </a:lnTo>
                  <a:close/>
                </a:path>
                <a:path w="2065020" h="294640">
                  <a:moveTo>
                    <a:pt x="2064816" y="176504"/>
                  </a:moveTo>
                  <a:lnTo>
                    <a:pt x="1946821" y="176504"/>
                  </a:lnTo>
                  <a:lnTo>
                    <a:pt x="1946821" y="294182"/>
                  </a:lnTo>
                  <a:lnTo>
                    <a:pt x="2064816" y="294182"/>
                  </a:lnTo>
                  <a:lnTo>
                    <a:pt x="2064816" y="176504"/>
                  </a:lnTo>
                  <a:close/>
                </a:path>
              </a:pathLst>
            </a:custGeom>
            <a:solidFill>
              <a:srgbClr val="006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228369" y="6839439"/>
              <a:ext cx="236220" cy="235585"/>
            </a:xfrm>
            <a:custGeom>
              <a:avLst/>
              <a:gdLst/>
              <a:ahLst/>
              <a:cxnLst/>
              <a:rect l="l" t="t" r="r" b="b"/>
              <a:pathLst>
                <a:path w="236219" h="235584">
                  <a:moveTo>
                    <a:pt x="0" y="0"/>
                  </a:moveTo>
                  <a:lnTo>
                    <a:pt x="235979" y="0"/>
                  </a:lnTo>
                  <a:lnTo>
                    <a:pt x="235979" y="235350"/>
                  </a:lnTo>
                  <a:lnTo>
                    <a:pt x="0" y="235350"/>
                  </a:lnTo>
                  <a:lnTo>
                    <a:pt x="0" y="0"/>
                  </a:lnTo>
                  <a:close/>
                </a:path>
              </a:pathLst>
            </a:custGeom>
            <a:ln w="70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057883" y="7548991"/>
              <a:ext cx="236220" cy="235585"/>
            </a:xfrm>
            <a:custGeom>
              <a:avLst/>
              <a:gdLst/>
              <a:ahLst/>
              <a:cxnLst/>
              <a:rect l="l" t="t" r="r" b="b"/>
              <a:pathLst>
                <a:path w="236220" h="235584">
                  <a:moveTo>
                    <a:pt x="0" y="0"/>
                  </a:moveTo>
                  <a:lnTo>
                    <a:pt x="235979" y="0"/>
                  </a:lnTo>
                  <a:lnTo>
                    <a:pt x="235979" y="235350"/>
                  </a:lnTo>
                  <a:lnTo>
                    <a:pt x="0" y="235350"/>
                  </a:lnTo>
                  <a:lnTo>
                    <a:pt x="0" y="0"/>
                  </a:lnTo>
                  <a:close/>
                </a:path>
              </a:pathLst>
            </a:custGeom>
            <a:ln w="70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230906" y="6839439"/>
              <a:ext cx="2883535" cy="997585"/>
            </a:xfrm>
            <a:custGeom>
              <a:avLst/>
              <a:gdLst/>
              <a:ahLst/>
              <a:cxnLst/>
              <a:rect l="l" t="t" r="r" b="b"/>
              <a:pathLst>
                <a:path w="2883535" h="997584">
                  <a:moveTo>
                    <a:pt x="233443" y="0"/>
                  </a:moveTo>
                  <a:lnTo>
                    <a:pt x="2534246" y="411863"/>
                  </a:lnTo>
                </a:path>
                <a:path w="2883535" h="997584">
                  <a:moveTo>
                    <a:pt x="0" y="237880"/>
                  </a:moveTo>
                  <a:lnTo>
                    <a:pt x="2413734" y="527008"/>
                  </a:lnTo>
                </a:path>
                <a:path w="2883535" h="997584">
                  <a:moveTo>
                    <a:pt x="1061451" y="708110"/>
                  </a:moveTo>
                  <a:lnTo>
                    <a:pt x="2883260" y="877563"/>
                  </a:lnTo>
                </a:path>
                <a:path w="2883535" h="997584">
                  <a:moveTo>
                    <a:pt x="823230" y="947094"/>
                  </a:moveTo>
                  <a:lnTo>
                    <a:pt x="2767526" y="997533"/>
                  </a:lnTo>
                </a:path>
              </a:pathLst>
            </a:custGeom>
            <a:ln w="589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6095992" y="6832645"/>
            <a:ext cx="5735955" cy="1536700"/>
            <a:chOff x="6095992" y="6832645"/>
            <a:chExt cx="5735955" cy="1536700"/>
          </a:xfrm>
        </p:grpSpPr>
        <p:pic>
          <p:nvPicPr>
            <p:cNvPr id="73" name="object 7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98708" y="7481720"/>
              <a:ext cx="332973" cy="292549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31600" y="7494420"/>
              <a:ext cx="261981" cy="216349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8136633" y="7100465"/>
              <a:ext cx="915035" cy="808990"/>
            </a:xfrm>
            <a:custGeom>
              <a:avLst/>
              <a:gdLst/>
              <a:ahLst/>
              <a:cxnLst/>
              <a:rect l="l" t="t" r="r" b="b"/>
              <a:pathLst>
                <a:path w="915034" h="808990">
                  <a:moveTo>
                    <a:pt x="914673" y="808428"/>
                  </a:moveTo>
                  <a:lnTo>
                    <a:pt x="0" y="808428"/>
                  </a:lnTo>
                  <a:lnTo>
                    <a:pt x="0" y="0"/>
                  </a:lnTo>
                  <a:lnTo>
                    <a:pt x="914673" y="0"/>
                  </a:lnTo>
                  <a:lnTo>
                    <a:pt x="914673" y="808428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136633" y="7100465"/>
              <a:ext cx="915035" cy="808990"/>
            </a:xfrm>
            <a:custGeom>
              <a:avLst/>
              <a:gdLst/>
              <a:ahLst/>
              <a:cxnLst/>
              <a:rect l="l" t="t" r="r" b="b"/>
              <a:pathLst>
                <a:path w="915034" h="808990">
                  <a:moveTo>
                    <a:pt x="0" y="0"/>
                  </a:moveTo>
                  <a:lnTo>
                    <a:pt x="914673" y="0"/>
                  </a:lnTo>
                  <a:lnTo>
                    <a:pt x="914673" y="808428"/>
                  </a:lnTo>
                  <a:lnTo>
                    <a:pt x="0" y="808428"/>
                  </a:lnTo>
                  <a:lnTo>
                    <a:pt x="0" y="0"/>
                  </a:lnTo>
                  <a:close/>
                </a:path>
              </a:pathLst>
            </a:custGeom>
            <a:ln w="52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238281" y="7202170"/>
              <a:ext cx="915035" cy="808990"/>
            </a:xfrm>
            <a:custGeom>
              <a:avLst/>
              <a:gdLst/>
              <a:ahLst/>
              <a:cxnLst/>
              <a:rect l="l" t="t" r="r" b="b"/>
              <a:pathLst>
                <a:path w="915034" h="808990">
                  <a:moveTo>
                    <a:pt x="914673" y="808428"/>
                  </a:moveTo>
                  <a:lnTo>
                    <a:pt x="0" y="808428"/>
                  </a:lnTo>
                  <a:lnTo>
                    <a:pt x="0" y="0"/>
                  </a:lnTo>
                  <a:lnTo>
                    <a:pt x="914673" y="0"/>
                  </a:lnTo>
                  <a:lnTo>
                    <a:pt x="914673" y="808428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238281" y="7202170"/>
              <a:ext cx="915035" cy="808990"/>
            </a:xfrm>
            <a:custGeom>
              <a:avLst/>
              <a:gdLst/>
              <a:ahLst/>
              <a:cxnLst/>
              <a:rect l="l" t="t" r="r" b="b"/>
              <a:pathLst>
                <a:path w="915034" h="808990">
                  <a:moveTo>
                    <a:pt x="0" y="0"/>
                  </a:moveTo>
                  <a:lnTo>
                    <a:pt x="914673" y="0"/>
                  </a:lnTo>
                  <a:lnTo>
                    <a:pt x="914673" y="808428"/>
                  </a:lnTo>
                  <a:lnTo>
                    <a:pt x="0" y="808428"/>
                  </a:lnTo>
                  <a:lnTo>
                    <a:pt x="0" y="0"/>
                  </a:lnTo>
                  <a:close/>
                </a:path>
              </a:pathLst>
            </a:custGeom>
            <a:ln w="52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339928" y="7303875"/>
              <a:ext cx="915035" cy="808990"/>
            </a:xfrm>
            <a:custGeom>
              <a:avLst/>
              <a:gdLst/>
              <a:ahLst/>
              <a:cxnLst/>
              <a:rect l="l" t="t" r="r" b="b"/>
              <a:pathLst>
                <a:path w="915034" h="808990">
                  <a:moveTo>
                    <a:pt x="914673" y="808428"/>
                  </a:moveTo>
                  <a:lnTo>
                    <a:pt x="0" y="808428"/>
                  </a:lnTo>
                  <a:lnTo>
                    <a:pt x="0" y="0"/>
                  </a:lnTo>
                  <a:lnTo>
                    <a:pt x="914673" y="0"/>
                  </a:lnTo>
                  <a:lnTo>
                    <a:pt x="914673" y="808428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339928" y="7303875"/>
              <a:ext cx="915035" cy="808990"/>
            </a:xfrm>
            <a:custGeom>
              <a:avLst/>
              <a:gdLst/>
              <a:ahLst/>
              <a:cxnLst/>
              <a:rect l="l" t="t" r="r" b="b"/>
              <a:pathLst>
                <a:path w="915034" h="808990">
                  <a:moveTo>
                    <a:pt x="0" y="0"/>
                  </a:moveTo>
                  <a:lnTo>
                    <a:pt x="914673" y="0"/>
                  </a:lnTo>
                  <a:lnTo>
                    <a:pt x="914673" y="808428"/>
                  </a:lnTo>
                  <a:lnTo>
                    <a:pt x="0" y="808428"/>
                  </a:lnTo>
                  <a:lnTo>
                    <a:pt x="0" y="0"/>
                  </a:lnTo>
                  <a:close/>
                </a:path>
              </a:pathLst>
            </a:custGeom>
            <a:ln w="52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9665117" y="7353443"/>
              <a:ext cx="455295" cy="404495"/>
            </a:xfrm>
            <a:custGeom>
              <a:avLst/>
              <a:gdLst/>
              <a:ahLst/>
              <a:cxnLst/>
              <a:rect l="l" t="t" r="r" b="b"/>
              <a:pathLst>
                <a:path w="455295" h="404495">
                  <a:moveTo>
                    <a:pt x="454833" y="404188"/>
                  </a:moveTo>
                  <a:lnTo>
                    <a:pt x="0" y="404188"/>
                  </a:lnTo>
                  <a:lnTo>
                    <a:pt x="0" y="0"/>
                  </a:lnTo>
                  <a:lnTo>
                    <a:pt x="454833" y="0"/>
                  </a:lnTo>
                  <a:lnTo>
                    <a:pt x="454833" y="404188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9665117" y="7353443"/>
              <a:ext cx="455295" cy="404495"/>
            </a:xfrm>
            <a:custGeom>
              <a:avLst/>
              <a:gdLst/>
              <a:ahLst/>
              <a:cxnLst/>
              <a:rect l="l" t="t" r="r" b="b"/>
              <a:pathLst>
                <a:path w="455295" h="404495">
                  <a:moveTo>
                    <a:pt x="0" y="0"/>
                  </a:moveTo>
                  <a:lnTo>
                    <a:pt x="454833" y="0"/>
                  </a:lnTo>
                  <a:lnTo>
                    <a:pt x="454833" y="404188"/>
                  </a:lnTo>
                  <a:lnTo>
                    <a:pt x="0" y="40418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9715941" y="7404296"/>
              <a:ext cx="455295" cy="404495"/>
            </a:xfrm>
            <a:custGeom>
              <a:avLst/>
              <a:gdLst/>
              <a:ahLst/>
              <a:cxnLst/>
              <a:rect l="l" t="t" r="r" b="b"/>
              <a:pathLst>
                <a:path w="455295" h="404495">
                  <a:moveTo>
                    <a:pt x="454833" y="404188"/>
                  </a:moveTo>
                  <a:lnTo>
                    <a:pt x="0" y="404188"/>
                  </a:lnTo>
                  <a:lnTo>
                    <a:pt x="0" y="0"/>
                  </a:lnTo>
                  <a:lnTo>
                    <a:pt x="454833" y="0"/>
                  </a:lnTo>
                  <a:lnTo>
                    <a:pt x="454833" y="404188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715941" y="7404296"/>
              <a:ext cx="455295" cy="404495"/>
            </a:xfrm>
            <a:custGeom>
              <a:avLst/>
              <a:gdLst/>
              <a:ahLst/>
              <a:cxnLst/>
              <a:rect l="l" t="t" r="r" b="b"/>
              <a:pathLst>
                <a:path w="455295" h="404495">
                  <a:moveTo>
                    <a:pt x="0" y="0"/>
                  </a:moveTo>
                  <a:lnTo>
                    <a:pt x="454833" y="0"/>
                  </a:lnTo>
                  <a:lnTo>
                    <a:pt x="454833" y="404188"/>
                  </a:lnTo>
                  <a:lnTo>
                    <a:pt x="0" y="40418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9766765" y="7455149"/>
              <a:ext cx="455295" cy="404495"/>
            </a:xfrm>
            <a:custGeom>
              <a:avLst/>
              <a:gdLst/>
              <a:ahLst/>
              <a:cxnLst/>
              <a:rect l="l" t="t" r="r" b="b"/>
              <a:pathLst>
                <a:path w="455295" h="404495">
                  <a:moveTo>
                    <a:pt x="454833" y="404188"/>
                  </a:moveTo>
                  <a:lnTo>
                    <a:pt x="0" y="404188"/>
                  </a:lnTo>
                  <a:lnTo>
                    <a:pt x="0" y="0"/>
                  </a:lnTo>
                  <a:lnTo>
                    <a:pt x="454833" y="0"/>
                  </a:lnTo>
                  <a:lnTo>
                    <a:pt x="454833" y="404188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9766765" y="7455149"/>
              <a:ext cx="455295" cy="404495"/>
            </a:xfrm>
            <a:custGeom>
              <a:avLst/>
              <a:gdLst/>
              <a:ahLst/>
              <a:cxnLst/>
              <a:rect l="l" t="t" r="r" b="b"/>
              <a:pathLst>
                <a:path w="455295" h="404495">
                  <a:moveTo>
                    <a:pt x="0" y="0"/>
                  </a:moveTo>
                  <a:lnTo>
                    <a:pt x="454833" y="0"/>
                  </a:lnTo>
                  <a:lnTo>
                    <a:pt x="454833" y="404188"/>
                  </a:lnTo>
                  <a:lnTo>
                    <a:pt x="0" y="40418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5992" y="6832645"/>
              <a:ext cx="1738197" cy="1536518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9817588" y="7506001"/>
              <a:ext cx="455295" cy="404495"/>
            </a:xfrm>
            <a:custGeom>
              <a:avLst/>
              <a:gdLst/>
              <a:ahLst/>
              <a:cxnLst/>
              <a:rect l="l" t="t" r="r" b="b"/>
              <a:pathLst>
                <a:path w="455295" h="404495">
                  <a:moveTo>
                    <a:pt x="454833" y="404188"/>
                  </a:moveTo>
                  <a:lnTo>
                    <a:pt x="0" y="404188"/>
                  </a:lnTo>
                  <a:lnTo>
                    <a:pt x="0" y="0"/>
                  </a:lnTo>
                  <a:lnTo>
                    <a:pt x="454833" y="0"/>
                  </a:lnTo>
                  <a:lnTo>
                    <a:pt x="454833" y="404188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9817588" y="7506001"/>
              <a:ext cx="455295" cy="404495"/>
            </a:xfrm>
            <a:custGeom>
              <a:avLst/>
              <a:gdLst/>
              <a:ahLst/>
              <a:cxnLst/>
              <a:rect l="l" t="t" r="r" b="b"/>
              <a:pathLst>
                <a:path w="455295" h="404495">
                  <a:moveTo>
                    <a:pt x="0" y="0"/>
                  </a:moveTo>
                  <a:lnTo>
                    <a:pt x="454833" y="0"/>
                  </a:lnTo>
                  <a:lnTo>
                    <a:pt x="454833" y="404188"/>
                  </a:lnTo>
                  <a:lnTo>
                    <a:pt x="0" y="40418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9868412" y="7556854"/>
              <a:ext cx="455295" cy="404495"/>
            </a:xfrm>
            <a:custGeom>
              <a:avLst/>
              <a:gdLst/>
              <a:ahLst/>
              <a:cxnLst/>
              <a:rect l="l" t="t" r="r" b="b"/>
              <a:pathLst>
                <a:path w="455295" h="404495">
                  <a:moveTo>
                    <a:pt x="454833" y="404188"/>
                  </a:moveTo>
                  <a:lnTo>
                    <a:pt x="0" y="404188"/>
                  </a:lnTo>
                  <a:lnTo>
                    <a:pt x="0" y="0"/>
                  </a:lnTo>
                  <a:lnTo>
                    <a:pt x="454833" y="0"/>
                  </a:lnTo>
                  <a:lnTo>
                    <a:pt x="454833" y="404188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9868412" y="7556854"/>
              <a:ext cx="455295" cy="404495"/>
            </a:xfrm>
            <a:custGeom>
              <a:avLst/>
              <a:gdLst/>
              <a:ahLst/>
              <a:cxnLst/>
              <a:rect l="l" t="t" r="r" b="b"/>
              <a:pathLst>
                <a:path w="455295" h="404495">
                  <a:moveTo>
                    <a:pt x="0" y="0"/>
                  </a:moveTo>
                  <a:lnTo>
                    <a:pt x="454833" y="0"/>
                  </a:lnTo>
                  <a:lnTo>
                    <a:pt x="454833" y="404188"/>
                  </a:lnTo>
                  <a:lnTo>
                    <a:pt x="0" y="40418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9919236" y="7607706"/>
              <a:ext cx="455295" cy="404495"/>
            </a:xfrm>
            <a:custGeom>
              <a:avLst/>
              <a:gdLst/>
              <a:ahLst/>
              <a:cxnLst/>
              <a:rect l="l" t="t" r="r" b="b"/>
              <a:pathLst>
                <a:path w="455295" h="404495">
                  <a:moveTo>
                    <a:pt x="454833" y="404188"/>
                  </a:moveTo>
                  <a:lnTo>
                    <a:pt x="0" y="404188"/>
                  </a:lnTo>
                  <a:lnTo>
                    <a:pt x="0" y="0"/>
                  </a:lnTo>
                  <a:lnTo>
                    <a:pt x="454833" y="0"/>
                  </a:lnTo>
                  <a:lnTo>
                    <a:pt x="454833" y="404188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9919236" y="7607706"/>
              <a:ext cx="455295" cy="404495"/>
            </a:xfrm>
            <a:custGeom>
              <a:avLst/>
              <a:gdLst/>
              <a:ahLst/>
              <a:cxnLst/>
              <a:rect l="l" t="t" r="r" b="b"/>
              <a:pathLst>
                <a:path w="455295" h="404495">
                  <a:moveTo>
                    <a:pt x="0" y="0"/>
                  </a:moveTo>
                  <a:lnTo>
                    <a:pt x="454833" y="0"/>
                  </a:lnTo>
                  <a:lnTo>
                    <a:pt x="454833" y="404188"/>
                  </a:lnTo>
                  <a:lnTo>
                    <a:pt x="0" y="404188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0630132" y="7403648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5" h="202565">
                  <a:moveTo>
                    <a:pt x="202049" y="202164"/>
                  </a:moveTo>
                  <a:lnTo>
                    <a:pt x="0" y="202164"/>
                  </a:lnTo>
                  <a:lnTo>
                    <a:pt x="0" y="0"/>
                  </a:lnTo>
                  <a:lnTo>
                    <a:pt x="202049" y="0"/>
                  </a:lnTo>
                  <a:lnTo>
                    <a:pt x="202049" y="202164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0630132" y="7403648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5" h="202565">
                  <a:moveTo>
                    <a:pt x="0" y="0"/>
                  </a:moveTo>
                  <a:lnTo>
                    <a:pt x="202049" y="0"/>
                  </a:lnTo>
                  <a:lnTo>
                    <a:pt x="202049" y="202164"/>
                  </a:lnTo>
                  <a:lnTo>
                    <a:pt x="0" y="20216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0680955" y="7454500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5" h="202565">
                  <a:moveTo>
                    <a:pt x="202049" y="202164"/>
                  </a:moveTo>
                  <a:lnTo>
                    <a:pt x="0" y="202164"/>
                  </a:lnTo>
                  <a:lnTo>
                    <a:pt x="0" y="0"/>
                  </a:lnTo>
                  <a:lnTo>
                    <a:pt x="202049" y="0"/>
                  </a:lnTo>
                  <a:lnTo>
                    <a:pt x="202049" y="202164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0680955" y="7454500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5" h="202565">
                  <a:moveTo>
                    <a:pt x="0" y="0"/>
                  </a:moveTo>
                  <a:lnTo>
                    <a:pt x="202049" y="0"/>
                  </a:lnTo>
                  <a:lnTo>
                    <a:pt x="202049" y="202164"/>
                  </a:lnTo>
                  <a:lnTo>
                    <a:pt x="0" y="20216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0731779" y="7505302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5" h="202565">
                  <a:moveTo>
                    <a:pt x="202049" y="202164"/>
                  </a:moveTo>
                  <a:lnTo>
                    <a:pt x="0" y="202164"/>
                  </a:lnTo>
                  <a:lnTo>
                    <a:pt x="0" y="0"/>
                  </a:lnTo>
                  <a:lnTo>
                    <a:pt x="202049" y="0"/>
                  </a:lnTo>
                  <a:lnTo>
                    <a:pt x="202049" y="202164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0731779" y="7505302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5" h="202565">
                  <a:moveTo>
                    <a:pt x="0" y="0"/>
                  </a:moveTo>
                  <a:lnTo>
                    <a:pt x="202049" y="0"/>
                  </a:lnTo>
                  <a:lnTo>
                    <a:pt x="202049" y="202164"/>
                  </a:lnTo>
                  <a:lnTo>
                    <a:pt x="0" y="20216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0782603" y="7556154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5" h="202565">
                  <a:moveTo>
                    <a:pt x="202049" y="202164"/>
                  </a:moveTo>
                  <a:lnTo>
                    <a:pt x="0" y="202164"/>
                  </a:lnTo>
                  <a:lnTo>
                    <a:pt x="0" y="0"/>
                  </a:lnTo>
                  <a:lnTo>
                    <a:pt x="202049" y="0"/>
                  </a:lnTo>
                  <a:lnTo>
                    <a:pt x="202049" y="202164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0782603" y="7556154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5" h="202565">
                  <a:moveTo>
                    <a:pt x="0" y="0"/>
                  </a:moveTo>
                  <a:lnTo>
                    <a:pt x="202049" y="0"/>
                  </a:lnTo>
                  <a:lnTo>
                    <a:pt x="202049" y="202164"/>
                  </a:lnTo>
                  <a:lnTo>
                    <a:pt x="0" y="20216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0833426" y="7607007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5" h="202565">
                  <a:moveTo>
                    <a:pt x="202049" y="202164"/>
                  </a:moveTo>
                  <a:lnTo>
                    <a:pt x="0" y="202164"/>
                  </a:lnTo>
                  <a:lnTo>
                    <a:pt x="0" y="0"/>
                  </a:lnTo>
                  <a:lnTo>
                    <a:pt x="202049" y="0"/>
                  </a:lnTo>
                  <a:lnTo>
                    <a:pt x="202049" y="202164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0833426" y="7607007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5" h="202565">
                  <a:moveTo>
                    <a:pt x="0" y="0"/>
                  </a:moveTo>
                  <a:lnTo>
                    <a:pt x="202049" y="0"/>
                  </a:lnTo>
                  <a:lnTo>
                    <a:pt x="202049" y="202164"/>
                  </a:lnTo>
                  <a:lnTo>
                    <a:pt x="0" y="20216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0884250" y="7657859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5" h="202565">
                  <a:moveTo>
                    <a:pt x="202049" y="202164"/>
                  </a:moveTo>
                  <a:lnTo>
                    <a:pt x="0" y="202164"/>
                  </a:lnTo>
                  <a:lnTo>
                    <a:pt x="0" y="0"/>
                  </a:lnTo>
                  <a:lnTo>
                    <a:pt x="202049" y="0"/>
                  </a:lnTo>
                  <a:lnTo>
                    <a:pt x="202049" y="202164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0884250" y="7657859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5" h="202565">
                  <a:moveTo>
                    <a:pt x="0" y="0"/>
                  </a:moveTo>
                  <a:lnTo>
                    <a:pt x="202049" y="0"/>
                  </a:lnTo>
                  <a:lnTo>
                    <a:pt x="202049" y="202164"/>
                  </a:lnTo>
                  <a:lnTo>
                    <a:pt x="0" y="20216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0935074" y="7708712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5" h="202565">
                  <a:moveTo>
                    <a:pt x="202049" y="202164"/>
                  </a:moveTo>
                  <a:lnTo>
                    <a:pt x="0" y="202164"/>
                  </a:lnTo>
                  <a:lnTo>
                    <a:pt x="0" y="0"/>
                  </a:lnTo>
                  <a:lnTo>
                    <a:pt x="202049" y="0"/>
                  </a:lnTo>
                  <a:lnTo>
                    <a:pt x="202049" y="202164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0935074" y="7708712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5" h="202565">
                  <a:moveTo>
                    <a:pt x="0" y="0"/>
                  </a:moveTo>
                  <a:lnTo>
                    <a:pt x="202049" y="0"/>
                  </a:lnTo>
                  <a:lnTo>
                    <a:pt x="202049" y="202164"/>
                  </a:lnTo>
                  <a:lnTo>
                    <a:pt x="0" y="20216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0985897" y="7759564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5" h="202565">
                  <a:moveTo>
                    <a:pt x="202049" y="202164"/>
                  </a:moveTo>
                  <a:lnTo>
                    <a:pt x="0" y="202164"/>
                  </a:lnTo>
                  <a:lnTo>
                    <a:pt x="0" y="0"/>
                  </a:lnTo>
                  <a:lnTo>
                    <a:pt x="202049" y="0"/>
                  </a:lnTo>
                  <a:lnTo>
                    <a:pt x="202049" y="202164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0985897" y="7759564"/>
              <a:ext cx="202565" cy="202565"/>
            </a:xfrm>
            <a:custGeom>
              <a:avLst/>
              <a:gdLst/>
              <a:ahLst/>
              <a:cxnLst/>
              <a:rect l="l" t="t" r="r" b="b"/>
              <a:pathLst>
                <a:path w="202565" h="202565">
                  <a:moveTo>
                    <a:pt x="0" y="0"/>
                  </a:moveTo>
                  <a:lnTo>
                    <a:pt x="202049" y="0"/>
                  </a:lnTo>
                  <a:lnTo>
                    <a:pt x="202049" y="202164"/>
                  </a:lnTo>
                  <a:lnTo>
                    <a:pt x="0" y="20216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1494134" y="7301993"/>
              <a:ext cx="50165" cy="762000"/>
            </a:xfrm>
            <a:custGeom>
              <a:avLst/>
              <a:gdLst/>
              <a:ahLst/>
              <a:cxnLst/>
              <a:rect l="l" t="t" r="r" b="b"/>
              <a:pathLst>
                <a:path w="50165" h="762000">
                  <a:moveTo>
                    <a:pt x="49629" y="761453"/>
                  </a:moveTo>
                  <a:lnTo>
                    <a:pt x="0" y="761453"/>
                  </a:lnTo>
                  <a:lnTo>
                    <a:pt x="0" y="0"/>
                  </a:lnTo>
                  <a:lnTo>
                    <a:pt x="49629" y="0"/>
                  </a:lnTo>
                  <a:lnTo>
                    <a:pt x="49629" y="761453"/>
                  </a:lnTo>
                  <a:close/>
                </a:path>
              </a:pathLst>
            </a:custGeom>
            <a:solidFill>
              <a:srgbClr val="CAD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1494134" y="7301993"/>
              <a:ext cx="50165" cy="762000"/>
            </a:xfrm>
            <a:custGeom>
              <a:avLst/>
              <a:gdLst/>
              <a:ahLst/>
              <a:cxnLst/>
              <a:rect l="l" t="t" r="r" b="b"/>
              <a:pathLst>
                <a:path w="50165" h="762000">
                  <a:moveTo>
                    <a:pt x="0" y="0"/>
                  </a:moveTo>
                  <a:lnTo>
                    <a:pt x="49629" y="0"/>
                  </a:lnTo>
                  <a:lnTo>
                    <a:pt x="49629" y="761453"/>
                  </a:lnTo>
                  <a:lnTo>
                    <a:pt x="0" y="761453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360295" y="6996128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4">
                  <a:moveTo>
                    <a:pt x="203294" y="203410"/>
                  </a:moveTo>
                  <a:lnTo>
                    <a:pt x="0" y="203410"/>
                  </a:lnTo>
                  <a:lnTo>
                    <a:pt x="0" y="0"/>
                  </a:lnTo>
                  <a:lnTo>
                    <a:pt x="203294" y="0"/>
                  </a:lnTo>
                  <a:lnTo>
                    <a:pt x="203294" y="2034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360295" y="6996128"/>
              <a:ext cx="203835" cy="203835"/>
            </a:xfrm>
            <a:custGeom>
              <a:avLst/>
              <a:gdLst/>
              <a:ahLst/>
              <a:cxnLst/>
              <a:rect l="l" t="t" r="r" b="b"/>
              <a:pathLst>
                <a:path w="203834" h="203834">
                  <a:moveTo>
                    <a:pt x="0" y="0"/>
                  </a:moveTo>
                  <a:lnTo>
                    <a:pt x="203294" y="0"/>
                  </a:lnTo>
                  <a:lnTo>
                    <a:pt x="203294" y="203410"/>
                  </a:lnTo>
                  <a:lnTo>
                    <a:pt x="0" y="203410"/>
                  </a:lnTo>
                  <a:lnTo>
                    <a:pt x="0" y="0"/>
                  </a:lnTo>
                  <a:close/>
                </a:path>
              </a:pathLst>
            </a:custGeom>
            <a:ln w="5083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8495487" y="7454449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5" h="50165">
                  <a:moveTo>
                    <a:pt x="49578" y="49606"/>
                  </a:moveTo>
                  <a:lnTo>
                    <a:pt x="0" y="49606"/>
                  </a:lnTo>
                  <a:lnTo>
                    <a:pt x="0" y="0"/>
                  </a:lnTo>
                  <a:lnTo>
                    <a:pt x="49578" y="0"/>
                  </a:lnTo>
                  <a:lnTo>
                    <a:pt x="49578" y="496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8495487" y="7454449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5" h="50165">
                  <a:moveTo>
                    <a:pt x="0" y="0"/>
                  </a:moveTo>
                  <a:lnTo>
                    <a:pt x="49578" y="0"/>
                  </a:lnTo>
                  <a:lnTo>
                    <a:pt x="49578" y="49606"/>
                  </a:lnTo>
                  <a:lnTo>
                    <a:pt x="0" y="4960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796058" y="7704288"/>
              <a:ext cx="104139" cy="104775"/>
            </a:xfrm>
            <a:custGeom>
              <a:avLst/>
              <a:gdLst/>
              <a:ahLst/>
              <a:cxnLst/>
              <a:rect l="l" t="t" r="r" b="b"/>
              <a:pathLst>
                <a:path w="104140" h="104775">
                  <a:moveTo>
                    <a:pt x="104124" y="104184"/>
                  </a:moveTo>
                  <a:lnTo>
                    <a:pt x="0" y="104184"/>
                  </a:lnTo>
                  <a:lnTo>
                    <a:pt x="0" y="0"/>
                  </a:lnTo>
                  <a:lnTo>
                    <a:pt x="104124" y="0"/>
                  </a:lnTo>
                  <a:lnTo>
                    <a:pt x="104124" y="104184"/>
                  </a:lnTo>
                  <a:close/>
                </a:path>
              </a:pathLst>
            </a:custGeom>
            <a:solidFill>
              <a:srgbClr val="2C59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796058" y="7704288"/>
              <a:ext cx="104139" cy="104775"/>
            </a:xfrm>
            <a:custGeom>
              <a:avLst/>
              <a:gdLst/>
              <a:ahLst/>
              <a:cxnLst/>
              <a:rect l="l" t="t" r="r" b="b"/>
              <a:pathLst>
                <a:path w="104140" h="104775">
                  <a:moveTo>
                    <a:pt x="0" y="0"/>
                  </a:moveTo>
                  <a:lnTo>
                    <a:pt x="104124" y="0"/>
                  </a:lnTo>
                  <a:lnTo>
                    <a:pt x="104124" y="104184"/>
                  </a:lnTo>
                  <a:lnTo>
                    <a:pt x="0" y="10418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0223491" y="7861270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5" h="50165">
                  <a:moveTo>
                    <a:pt x="49578" y="49606"/>
                  </a:moveTo>
                  <a:lnTo>
                    <a:pt x="0" y="49606"/>
                  </a:lnTo>
                  <a:lnTo>
                    <a:pt x="0" y="0"/>
                  </a:lnTo>
                  <a:lnTo>
                    <a:pt x="49578" y="0"/>
                  </a:lnTo>
                  <a:lnTo>
                    <a:pt x="49578" y="49606"/>
                  </a:lnTo>
                  <a:close/>
                </a:path>
              </a:pathLst>
            </a:custGeom>
            <a:solidFill>
              <a:srgbClr val="2C59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0223491" y="7861270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5" h="50165">
                  <a:moveTo>
                    <a:pt x="0" y="0"/>
                  </a:moveTo>
                  <a:lnTo>
                    <a:pt x="49578" y="0"/>
                  </a:lnTo>
                  <a:lnTo>
                    <a:pt x="49578" y="49606"/>
                  </a:lnTo>
                  <a:lnTo>
                    <a:pt x="0" y="4960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360295" y="6996128"/>
              <a:ext cx="3913504" cy="915669"/>
            </a:xfrm>
            <a:custGeom>
              <a:avLst/>
              <a:gdLst/>
              <a:ahLst/>
              <a:cxnLst/>
              <a:rect l="l" t="t" r="r" b="b"/>
              <a:pathLst>
                <a:path w="3913504" h="915670">
                  <a:moveTo>
                    <a:pt x="203294" y="0"/>
                  </a:moveTo>
                  <a:lnTo>
                    <a:pt x="2185417" y="457672"/>
                  </a:lnTo>
                </a:path>
                <a:path w="3913504" h="915670">
                  <a:moveTo>
                    <a:pt x="0" y="203410"/>
                  </a:moveTo>
                  <a:lnTo>
                    <a:pt x="2134594" y="508525"/>
                  </a:lnTo>
                </a:path>
                <a:path w="3913504" h="915670">
                  <a:moveTo>
                    <a:pt x="2541183" y="711935"/>
                  </a:moveTo>
                  <a:lnTo>
                    <a:pt x="3913422" y="864492"/>
                  </a:lnTo>
                </a:path>
                <a:path w="3913504" h="915670">
                  <a:moveTo>
                    <a:pt x="2439536" y="813640"/>
                  </a:moveTo>
                  <a:lnTo>
                    <a:pt x="3862599" y="915345"/>
                  </a:lnTo>
                </a:path>
              </a:pathLst>
            </a:custGeom>
            <a:ln w="5083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0173303" y="7658457"/>
              <a:ext cx="99695" cy="99695"/>
            </a:xfrm>
            <a:custGeom>
              <a:avLst/>
              <a:gdLst/>
              <a:ahLst/>
              <a:cxnLst/>
              <a:rect l="l" t="t" r="r" b="b"/>
              <a:pathLst>
                <a:path w="99695" h="99695">
                  <a:moveTo>
                    <a:pt x="99169" y="99225"/>
                  </a:moveTo>
                  <a:lnTo>
                    <a:pt x="0" y="99225"/>
                  </a:lnTo>
                  <a:lnTo>
                    <a:pt x="0" y="0"/>
                  </a:lnTo>
                  <a:lnTo>
                    <a:pt x="99169" y="0"/>
                  </a:lnTo>
                  <a:lnTo>
                    <a:pt x="99169" y="992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0173303" y="7658457"/>
              <a:ext cx="99695" cy="99695"/>
            </a:xfrm>
            <a:custGeom>
              <a:avLst/>
              <a:gdLst/>
              <a:ahLst/>
              <a:cxnLst/>
              <a:rect l="l" t="t" r="r" b="b"/>
              <a:pathLst>
                <a:path w="99695" h="99695">
                  <a:moveTo>
                    <a:pt x="0" y="0"/>
                  </a:moveTo>
                  <a:lnTo>
                    <a:pt x="99169" y="0"/>
                  </a:lnTo>
                  <a:lnTo>
                    <a:pt x="99169" y="99225"/>
                  </a:lnTo>
                  <a:lnTo>
                    <a:pt x="0" y="9922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1087494" y="7810417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5" h="50165">
                  <a:moveTo>
                    <a:pt x="49578" y="49606"/>
                  </a:moveTo>
                  <a:lnTo>
                    <a:pt x="0" y="49606"/>
                  </a:lnTo>
                  <a:lnTo>
                    <a:pt x="0" y="0"/>
                  </a:lnTo>
                  <a:lnTo>
                    <a:pt x="49578" y="0"/>
                  </a:lnTo>
                  <a:lnTo>
                    <a:pt x="49578" y="496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1087494" y="7810417"/>
              <a:ext cx="50165" cy="50165"/>
            </a:xfrm>
            <a:custGeom>
              <a:avLst/>
              <a:gdLst/>
              <a:ahLst/>
              <a:cxnLst/>
              <a:rect l="l" t="t" r="r" b="b"/>
              <a:pathLst>
                <a:path w="50165" h="50165">
                  <a:moveTo>
                    <a:pt x="0" y="0"/>
                  </a:moveTo>
                  <a:lnTo>
                    <a:pt x="49578" y="0"/>
                  </a:lnTo>
                  <a:lnTo>
                    <a:pt x="49578" y="49606"/>
                  </a:lnTo>
                  <a:lnTo>
                    <a:pt x="0" y="4960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0172070" y="7303926"/>
              <a:ext cx="1319530" cy="758190"/>
            </a:xfrm>
            <a:custGeom>
              <a:avLst/>
              <a:gdLst/>
              <a:ahLst/>
              <a:cxnLst/>
              <a:rect l="l" t="t" r="r" b="b"/>
              <a:pathLst>
                <a:path w="1319529" h="758190">
                  <a:moveTo>
                    <a:pt x="101647" y="353285"/>
                  </a:moveTo>
                  <a:lnTo>
                    <a:pt x="965649" y="505842"/>
                  </a:lnTo>
                </a:path>
                <a:path w="1319529" h="758190">
                  <a:moveTo>
                    <a:pt x="0" y="454990"/>
                  </a:moveTo>
                  <a:lnTo>
                    <a:pt x="914826" y="556695"/>
                  </a:lnTo>
                </a:path>
                <a:path w="1319529" h="758190">
                  <a:moveTo>
                    <a:pt x="1016575" y="658298"/>
                  </a:moveTo>
                  <a:lnTo>
                    <a:pt x="1318734" y="0"/>
                  </a:lnTo>
                </a:path>
                <a:path w="1319529" h="758190">
                  <a:moveTo>
                    <a:pt x="1018506" y="457075"/>
                  </a:moveTo>
                  <a:lnTo>
                    <a:pt x="1319382" y="758071"/>
                  </a:lnTo>
                </a:path>
              </a:pathLst>
            </a:custGeom>
            <a:ln w="5083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11832441" y="7429876"/>
            <a:ext cx="8159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Microsoft Sans Serif"/>
                <a:cs typeface="Microsoft Sans Serif"/>
              </a:rPr>
              <a:t>Person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990600" y="2584450"/>
            <a:ext cx="11023600" cy="0"/>
          </a:xfrm>
          <a:custGeom>
            <a:avLst/>
            <a:gdLst/>
            <a:ahLst/>
            <a:cxnLst/>
            <a:rect l="l" t="t" r="r" b="b"/>
            <a:pathLst>
              <a:path w="11023600">
                <a:moveTo>
                  <a:pt x="0" y="0"/>
                </a:moveTo>
                <a:lnTo>
                  <a:pt x="11023600" y="0"/>
                </a:lnTo>
              </a:path>
            </a:pathLst>
          </a:custGeom>
          <a:ln w="38100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130" name="object 1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900" rIns="0" bIns="0" rtlCol="0">
            <a:spAutoFit/>
          </a:bodyPr>
          <a:lstStyle/>
          <a:p>
            <a:pPr marL="341376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00882B"/>
                </a:solidFill>
              </a:rPr>
              <a:t>Pros</a:t>
            </a:r>
            <a:r>
              <a:rPr spc="-155" dirty="0">
                <a:solidFill>
                  <a:srgbClr val="00882B"/>
                </a:solidFill>
              </a:rPr>
              <a:t> </a:t>
            </a:r>
            <a:r>
              <a:rPr dirty="0"/>
              <a:t>&amp;</a:t>
            </a:r>
            <a:r>
              <a:rPr spc="-150" dirty="0"/>
              <a:t> </a:t>
            </a:r>
            <a:r>
              <a:rPr spc="-20" dirty="0">
                <a:solidFill>
                  <a:srgbClr val="C82506"/>
                </a:solidFill>
              </a:rPr>
              <a:t>Cons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678907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100" y="2632076"/>
            <a:ext cx="46774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Best</a:t>
            </a:r>
            <a:r>
              <a:rPr sz="2500" spc="114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performing</a:t>
            </a:r>
            <a:r>
              <a:rPr sz="2500" spc="114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method</a:t>
            </a:r>
            <a:r>
              <a:rPr sz="2500" spc="114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in</a:t>
            </a:r>
            <a:r>
              <a:rPr sz="2500" spc="114" dirty="0">
                <a:latin typeface="Microsoft Sans Serif"/>
                <a:cs typeface="Microsoft Sans Serif"/>
              </a:rPr>
              <a:t> </a:t>
            </a:r>
            <a:r>
              <a:rPr sz="2500" spc="-20" dirty="0">
                <a:latin typeface="Microsoft Sans Serif"/>
                <a:cs typeface="Microsoft Sans Serif"/>
              </a:rPr>
              <a:t>many </a:t>
            </a:r>
            <a:r>
              <a:rPr sz="2500" dirty="0">
                <a:latin typeface="Microsoft Sans Serif"/>
                <a:cs typeface="Microsoft Sans Serif"/>
              </a:rPr>
              <a:t>Computer</a:t>
            </a:r>
            <a:r>
              <a:rPr sz="2500" spc="20" dirty="0">
                <a:latin typeface="Microsoft Sans Serif"/>
                <a:cs typeface="Microsoft Sans Serif"/>
              </a:rPr>
              <a:t> </a:t>
            </a:r>
            <a:r>
              <a:rPr sz="2500" spc="-20" dirty="0">
                <a:latin typeface="Microsoft Sans Serif"/>
                <a:cs typeface="Microsoft Sans Serif"/>
              </a:rPr>
              <a:t>Vision</a:t>
            </a:r>
            <a:r>
              <a:rPr sz="2500" spc="20" dirty="0">
                <a:latin typeface="Microsoft Sans Serif"/>
                <a:cs typeface="Microsoft Sans Serif"/>
              </a:rPr>
              <a:t> </a:t>
            </a:r>
            <a:r>
              <a:rPr sz="2500" spc="-20" dirty="0">
                <a:latin typeface="Microsoft Sans Serif"/>
                <a:cs typeface="Microsoft Sans Serif"/>
              </a:rPr>
              <a:t>tasks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0" y="3974307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5100" y="3927476"/>
            <a:ext cx="47491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No</a:t>
            </a:r>
            <a:r>
              <a:rPr sz="2500" spc="12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need</a:t>
            </a:r>
            <a:r>
              <a:rPr sz="2500" spc="12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of</a:t>
            </a:r>
            <a:r>
              <a:rPr sz="2500" spc="125" dirty="0">
                <a:latin typeface="Microsoft Sans Serif"/>
                <a:cs typeface="Microsoft Sans Serif"/>
              </a:rPr>
              <a:t> </a:t>
            </a:r>
            <a:r>
              <a:rPr sz="2500" i="1" dirty="0">
                <a:latin typeface="Arial"/>
                <a:cs typeface="Arial"/>
              </a:rPr>
              <a:t>hand-crafted</a:t>
            </a:r>
            <a:r>
              <a:rPr sz="2500" i="1" spc="95" dirty="0">
                <a:latin typeface="Arial"/>
                <a:cs typeface="Arial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features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0600" y="4888707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5100" y="4841876"/>
            <a:ext cx="485457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Most</a:t>
            </a:r>
            <a:r>
              <a:rPr sz="2500" spc="14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applicable</a:t>
            </a:r>
            <a:r>
              <a:rPr sz="2500" spc="14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method</a:t>
            </a:r>
            <a:r>
              <a:rPr sz="2500" spc="14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for</a:t>
            </a:r>
            <a:r>
              <a:rPr sz="2500" spc="14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large- </a:t>
            </a:r>
            <a:r>
              <a:rPr sz="2500" dirty="0">
                <a:latin typeface="Microsoft Sans Serif"/>
                <a:cs typeface="Microsoft Sans Serif"/>
              </a:rPr>
              <a:t>scale</a:t>
            </a:r>
            <a:r>
              <a:rPr sz="2500" spc="16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problems,</a:t>
            </a:r>
            <a:r>
              <a:rPr sz="2500" spc="17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e.g.</a:t>
            </a:r>
            <a:r>
              <a:rPr sz="2500" spc="17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classification </a:t>
            </a:r>
            <a:r>
              <a:rPr sz="2500" dirty="0">
                <a:latin typeface="Microsoft Sans Serif"/>
                <a:cs typeface="Microsoft Sans Serif"/>
              </a:rPr>
              <a:t>of</a:t>
            </a:r>
            <a:r>
              <a:rPr sz="2500" spc="1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1000</a:t>
            </a:r>
            <a:r>
              <a:rPr sz="2500" spc="2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classes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600" y="6565107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5100" y="6518276"/>
            <a:ext cx="411861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Easy</a:t>
            </a:r>
            <a:r>
              <a:rPr sz="2500" spc="-3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parallelization</a:t>
            </a:r>
            <a:r>
              <a:rPr sz="2500" spc="-2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on</a:t>
            </a:r>
            <a:r>
              <a:rPr sz="2500" spc="-25" dirty="0">
                <a:latin typeface="Microsoft Sans Serif"/>
                <a:cs typeface="Microsoft Sans Serif"/>
              </a:rPr>
              <a:t> </a:t>
            </a:r>
            <a:r>
              <a:rPr sz="2500" spc="-20" dirty="0">
                <a:latin typeface="Microsoft Sans Serif"/>
                <a:cs typeface="Microsoft Sans Serif"/>
              </a:rPr>
              <a:t>GPUs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63455" y="2678907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07955" y="2632076"/>
            <a:ext cx="461391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Need</a:t>
            </a:r>
            <a:r>
              <a:rPr sz="2500" spc="6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of</a:t>
            </a:r>
            <a:r>
              <a:rPr sz="2500" spc="7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huge</a:t>
            </a:r>
            <a:r>
              <a:rPr sz="2500" spc="6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amount</a:t>
            </a:r>
            <a:r>
              <a:rPr sz="2500" spc="7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of</a:t>
            </a:r>
            <a:r>
              <a:rPr sz="2500" spc="6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training </a:t>
            </a:r>
            <a:r>
              <a:rPr sz="2500" spc="-20" dirty="0">
                <a:latin typeface="Microsoft Sans Serif"/>
                <a:cs typeface="Microsoft Sans Serif"/>
              </a:rPr>
              <a:t>data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63455" y="3974307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07955" y="3927476"/>
            <a:ext cx="511238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Hard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to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train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(local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minima</a:t>
            </a:r>
            <a:r>
              <a:rPr sz="2500" spc="30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problem, </a:t>
            </a:r>
            <a:r>
              <a:rPr sz="2500" dirty="0">
                <a:latin typeface="Microsoft Sans Serif"/>
                <a:cs typeface="Microsoft Sans Serif"/>
              </a:rPr>
              <a:t>tuning</a:t>
            </a:r>
            <a:r>
              <a:rPr sz="2500" spc="105" dirty="0">
                <a:latin typeface="Microsoft Sans Serif"/>
                <a:cs typeface="Microsoft Sans Serif"/>
              </a:rPr>
              <a:t> </a:t>
            </a:r>
            <a:r>
              <a:rPr sz="2500" spc="-10" dirty="0">
                <a:latin typeface="Microsoft Sans Serif"/>
                <a:cs typeface="Microsoft Sans Serif"/>
              </a:rPr>
              <a:t>hyper-parameters)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63455" y="5269707"/>
            <a:ext cx="1447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235" dirty="0">
                <a:latin typeface="Microsoft Sans Serif"/>
                <a:cs typeface="Microsoft Sans Serif"/>
              </a:rPr>
              <a:t>•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07955" y="5222876"/>
            <a:ext cx="46602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Microsoft Sans Serif"/>
                <a:cs typeface="Microsoft Sans Serif"/>
              </a:rPr>
              <a:t>Difficult</a:t>
            </a:r>
            <a:r>
              <a:rPr sz="2500" spc="-5" dirty="0">
                <a:latin typeface="Microsoft Sans Serif"/>
                <a:cs typeface="Microsoft Sans Serif"/>
              </a:rPr>
              <a:t> </a:t>
            </a:r>
            <a:r>
              <a:rPr sz="2500" dirty="0">
                <a:latin typeface="Microsoft Sans Serif"/>
                <a:cs typeface="Microsoft Sans Serif"/>
              </a:rPr>
              <a:t>to analyse (</a:t>
            </a:r>
            <a:r>
              <a:rPr sz="2500" i="1" dirty="0">
                <a:latin typeface="Arial"/>
                <a:cs typeface="Arial"/>
              </a:rPr>
              <a:t>to</a:t>
            </a:r>
            <a:r>
              <a:rPr sz="2500" i="1" spc="-30" dirty="0">
                <a:latin typeface="Arial"/>
                <a:cs typeface="Arial"/>
              </a:rPr>
              <a:t> </a:t>
            </a:r>
            <a:r>
              <a:rPr sz="2500" i="1" spc="65" dirty="0">
                <a:latin typeface="Arial"/>
                <a:cs typeface="Arial"/>
              </a:rPr>
              <a:t>be</a:t>
            </a:r>
            <a:r>
              <a:rPr sz="2500" i="1" spc="-30" dirty="0">
                <a:latin typeface="Arial"/>
                <a:cs typeface="Arial"/>
              </a:rPr>
              <a:t> </a:t>
            </a:r>
            <a:r>
              <a:rPr sz="2500" i="1" spc="-10" dirty="0">
                <a:latin typeface="Arial"/>
                <a:cs typeface="Arial"/>
              </a:rPr>
              <a:t>solved</a:t>
            </a:r>
            <a:r>
              <a:rPr sz="2500" spc="-10" dirty="0">
                <a:latin typeface="Microsoft Sans Serif"/>
                <a:cs typeface="Microsoft Sans Serif"/>
              </a:rPr>
              <a:t>)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90600" y="2063749"/>
            <a:ext cx="11023600" cy="0"/>
          </a:xfrm>
          <a:custGeom>
            <a:avLst/>
            <a:gdLst/>
            <a:ahLst/>
            <a:cxnLst/>
            <a:rect l="l" t="t" r="r" b="b"/>
            <a:pathLst>
              <a:path w="11023600">
                <a:moveTo>
                  <a:pt x="0" y="0"/>
                </a:moveTo>
                <a:lnTo>
                  <a:pt x="11023600" y="0"/>
                </a:lnTo>
              </a:path>
            </a:pathLst>
          </a:custGeom>
          <a:ln w="38100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8817" y="3926843"/>
            <a:ext cx="9567545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2260" marR="5080" indent="-1560195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Deep</a:t>
            </a:r>
            <a:r>
              <a:rPr spc="175" dirty="0"/>
              <a:t> </a:t>
            </a:r>
            <a:r>
              <a:rPr dirty="0"/>
              <a:t>Learning</a:t>
            </a:r>
            <a:r>
              <a:rPr spc="180" dirty="0"/>
              <a:t> </a:t>
            </a:r>
            <a:r>
              <a:rPr spc="40" dirty="0"/>
              <a:t>Applications </a:t>
            </a:r>
            <a:r>
              <a:rPr dirty="0"/>
              <a:t>in</a:t>
            </a:r>
            <a:r>
              <a:rPr spc="175" dirty="0"/>
              <a:t> </a:t>
            </a:r>
            <a:r>
              <a:rPr dirty="0"/>
              <a:t>Computer</a:t>
            </a:r>
            <a:r>
              <a:rPr spc="180" dirty="0"/>
              <a:t> </a:t>
            </a:r>
            <a:r>
              <a:rPr spc="-10" dirty="0"/>
              <a:t>Vision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3018" rIns="0" bIns="0" rtlCol="0">
            <a:spAutoFit/>
          </a:bodyPr>
          <a:lstStyle/>
          <a:p>
            <a:pPr marL="54610" marR="5080" indent="835660">
              <a:lnSpc>
                <a:spcPts val="5600"/>
              </a:lnSpc>
              <a:spcBef>
                <a:spcPts val="285"/>
              </a:spcBef>
            </a:pPr>
            <a:r>
              <a:rPr sz="4750" dirty="0"/>
              <a:t>ImageNet</a:t>
            </a:r>
            <a:r>
              <a:rPr sz="4750" spc="95" dirty="0"/>
              <a:t> </a:t>
            </a:r>
            <a:r>
              <a:rPr sz="4750" dirty="0"/>
              <a:t>Classification</a:t>
            </a:r>
            <a:r>
              <a:rPr sz="4750" spc="95" dirty="0"/>
              <a:t> </a:t>
            </a:r>
            <a:r>
              <a:rPr sz="4750" dirty="0"/>
              <a:t>with</a:t>
            </a:r>
            <a:r>
              <a:rPr sz="4750" spc="95" dirty="0"/>
              <a:t> </a:t>
            </a:r>
            <a:r>
              <a:rPr sz="4750" spc="35" dirty="0"/>
              <a:t>Deep </a:t>
            </a:r>
            <a:r>
              <a:rPr sz="4750" dirty="0"/>
              <a:t>Convolutional</a:t>
            </a:r>
            <a:r>
              <a:rPr sz="4750" spc="-155" dirty="0"/>
              <a:t> </a:t>
            </a:r>
            <a:r>
              <a:rPr sz="4750" dirty="0"/>
              <a:t>Neural</a:t>
            </a:r>
            <a:r>
              <a:rPr sz="4750" spc="-155" dirty="0"/>
              <a:t> </a:t>
            </a:r>
            <a:r>
              <a:rPr sz="4750" dirty="0"/>
              <a:t>Networks</a:t>
            </a:r>
            <a:r>
              <a:rPr sz="4750" spc="-155" dirty="0"/>
              <a:t> </a:t>
            </a:r>
            <a:r>
              <a:rPr sz="4750" spc="-10" dirty="0"/>
              <a:t>(AlexNet)</a:t>
            </a:r>
            <a:endParaRPr sz="4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8403" y="3176120"/>
            <a:ext cx="6308460" cy="516229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90600" y="2419350"/>
            <a:ext cx="11023600" cy="0"/>
          </a:xfrm>
          <a:custGeom>
            <a:avLst/>
            <a:gdLst/>
            <a:ahLst/>
            <a:cxnLst/>
            <a:rect l="l" t="t" r="r" b="b"/>
            <a:pathLst>
              <a:path w="11023600">
                <a:moveTo>
                  <a:pt x="0" y="0"/>
                </a:moveTo>
                <a:lnTo>
                  <a:pt x="11023600" y="0"/>
                </a:lnTo>
              </a:path>
            </a:pathLst>
          </a:custGeom>
          <a:ln w="38100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FlowNet:</a:t>
            </a:r>
            <a:r>
              <a:rPr spc="10" dirty="0"/>
              <a:t> </a:t>
            </a:r>
            <a:r>
              <a:rPr dirty="0"/>
              <a:t>Learning</a:t>
            </a:r>
            <a:r>
              <a:rPr spc="10" dirty="0"/>
              <a:t> </a:t>
            </a:r>
            <a:r>
              <a:rPr spc="80" dirty="0"/>
              <a:t>Optical</a:t>
            </a:r>
            <a:r>
              <a:rPr spc="10" dirty="0"/>
              <a:t> </a:t>
            </a:r>
            <a:r>
              <a:rPr spc="-20" dirty="0"/>
              <a:t>Flow</a:t>
            </a:r>
          </a:p>
          <a:p>
            <a:pPr marL="12700">
              <a:lnSpc>
                <a:spcPct val="100000"/>
              </a:lnSpc>
              <a:tabLst>
                <a:tab pos="739140" algn="l"/>
                <a:tab pos="11035665" algn="l"/>
              </a:tabLst>
            </a:pPr>
            <a:r>
              <a:rPr u="sng" dirty="0">
                <a:uFill>
                  <a:solidFill>
                    <a:srgbClr val="A6AAA9"/>
                  </a:solidFill>
                </a:uFill>
              </a:rPr>
              <a:t>	with</a:t>
            </a:r>
            <a:r>
              <a:rPr u="sng" spc="-180" dirty="0">
                <a:uFill>
                  <a:solidFill>
                    <a:srgbClr val="A6AAA9"/>
                  </a:solidFill>
                </a:uFill>
              </a:rPr>
              <a:t> </a:t>
            </a:r>
            <a:r>
              <a:rPr u="sng" dirty="0">
                <a:uFill>
                  <a:solidFill>
                    <a:srgbClr val="A6AAA9"/>
                  </a:solidFill>
                </a:uFill>
              </a:rPr>
              <a:t>Convolutional</a:t>
            </a:r>
            <a:r>
              <a:rPr u="sng" spc="-180" dirty="0">
                <a:uFill>
                  <a:solidFill>
                    <a:srgbClr val="A6AAA9"/>
                  </a:solidFill>
                </a:uFill>
              </a:rPr>
              <a:t> </a:t>
            </a:r>
            <a:r>
              <a:rPr u="sng" spc="-10" dirty="0">
                <a:uFill>
                  <a:solidFill>
                    <a:srgbClr val="A6AAA9"/>
                  </a:solidFill>
                </a:uFill>
              </a:rPr>
              <a:t>Networks</a:t>
            </a:r>
            <a:r>
              <a:rPr u="sng" dirty="0">
                <a:uFill>
                  <a:solidFill>
                    <a:srgbClr val="A6AAA9"/>
                  </a:solidFill>
                </a:uFill>
              </a:rPr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7200" y="2654300"/>
            <a:ext cx="7010400" cy="44450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FlowNet:</a:t>
            </a:r>
            <a:r>
              <a:rPr spc="10" dirty="0"/>
              <a:t> </a:t>
            </a:r>
            <a:r>
              <a:rPr dirty="0"/>
              <a:t>Learning</a:t>
            </a:r>
            <a:r>
              <a:rPr spc="10" dirty="0"/>
              <a:t> </a:t>
            </a:r>
            <a:r>
              <a:rPr spc="80" dirty="0"/>
              <a:t>Optical</a:t>
            </a:r>
            <a:r>
              <a:rPr spc="10" dirty="0"/>
              <a:t> </a:t>
            </a:r>
            <a:r>
              <a:rPr spc="-20" dirty="0"/>
              <a:t>Flow</a:t>
            </a:r>
          </a:p>
          <a:p>
            <a:pPr marL="12700">
              <a:lnSpc>
                <a:spcPct val="100000"/>
              </a:lnSpc>
              <a:tabLst>
                <a:tab pos="739140" algn="l"/>
                <a:tab pos="11035665" algn="l"/>
              </a:tabLst>
            </a:pPr>
            <a:r>
              <a:rPr u="sng" dirty="0">
                <a:uFill>
                  <a:solidFill>
                    <a:srgbClr val="A6AAA9"/>
                  </a:solidFill>
                </a:uFill>
              </a:rPr>
              <a:t>	with</a:t>
            </a:r>
            <a:r>
              <a:rPr u="sng" spc="-180" dirty="0">
                <a:uFill>
                  <a:solidFill>
                    <a:srgbClr val="A6AAA9"/>
                  </a:solidFill>
                </a:uFill>
              </a:rPr>
              <a:t> </a:t>
            </a:r>
            <a:r>
              <a:rPr u="sng" dirty="0">
                <a:uFill>
                  <a:solidFill>
                    <a:srgbClr val="A6AAA9"/>
                  </a:solidFill>
                </a:uFill>
              </a:rPr>
              <a:t>Convolutional</a:t>
            </a:r>
            <a:r>
              <a:rPr u="sng" spc="-180" dirty="0">
                <a:uFill>
                  <a:solidFill>
                    <a:srgbClr val="A6AAA9"/>
                  </a:solidFill>
                </a:uFill>
              </a:rPr>
              <a:t> </a:t>
            </a:r>
            <a:r>
              <a:rPr u="sng" spc="-10" dirty="0">
                <a:uFill>
                  <a:solidFill>
                    <a:srgbClr val="A6AAA9"/>
                  </a:solidFill>
                </a:uFill>
              </a:rPr>
              <a:t>Networks</a:t>
            </a:r>
            <a:r>
              <a:rPr u="sng" dirty="0">
                <a:uFill>
                  <a:solidFill>
                    <a:srgbClr val="A6AAA9"/>
                  </a:solidFill>
                </a:uFill>
              </a:rPr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6300" y="5930900"/>
            <a:ext cx="3721100" cy="27940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146300" y="2806700"/>
            <a:ext cx="3708400" cy="2781300"/>
            <a:chOff x="2146300" y="2806700"/>
            <a:chExt cx="3708400" cy="27813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6300" y="2806700"/>
              <a:ext cx="3708400" cy="2781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89080" y="37851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500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1000"/>
                  </a:lnTo>
                  <a:lnTo>
                    <a:pt x="146820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CDDC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84280" y="3975698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600" y="1"/>
                  </a:lnTo>
                </a:path>
              </a:pathLst>
            </a:custGeom>
            <a:ln w="12700">
              <a:solidFill>
                <a:srgbClr val="CDDC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79580" y="3480398"/>
              <a:ext cx="0" cy="990600"/>
            </a:xfrm>
            <a:custGeom>
              <a:avLst/>
              <a:gdLst/>
              <a:ahLst/>
              <a:cxnLst/>
              <a:rect l="l" t="t" r="r" b="b"/>
              <a:pathLst>
                <a:path h="990600">
                  <a:moveTo>
                    <a:pt x="0" y="0"/>
                  </a:moveTo>
                  <a:lnTo>
                    <a:pt x="1" y="990600"/>
                  </a:lnTo>
                </a:path>
              </a:pathLst>
            </a:custGeom>
            <a:ln w="12700">
              <a:solidFill>
                <a:srgbClr val="CDDC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086600" y="2743798"/>
            <a:ext cx="3708400" cy="2844800"/>
            <a:chOff x="7086600" y="2743798"/>
            <a:chExt cx="3708400" cy="284480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6600" y="2806700"/>
              <a:ext cx="3708400" cy="27813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826180" y="304859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500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1000"/>
                  </a:lnTo>
                  <a:lnTo>
                    <a:pt x="146820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500"/>
                  </a:lnTo>
                  <a:close/>
                </a:path>
              </a:pathLst>
            </a:custGeom>
            <a:ln w="12700">
              <a:solidFill>
                <a:srgbClr val="CDDC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21380" y="3239098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600" y="1"/>
                  </a:lnTo>
                </a:path>
              </a:pathLst>
            </a:custGeom>
            <a:ln w="12700">
              <a:solidFill>
                <a:srgbClr val="CDDC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016680" y="2743798"/>
              <a:ext cx="0" cy="990600"/>
            </a:xfrm>
            <a:custGeom>
              <a:avLst/>
              <a:gdLst/>
              <a:ahLst/>
              <a:cxnLst/>
              <a:rect l="l" t="t" r="r" b="b"/>
              <a:pathLst>
                <a:path h="990600">
                  <a:moveTo>
                    <a:pt x="0" y="0"/>
                  </a:moveTo>
                  <a:lnTo>
                    <a:pt x="1" y="990600"/>
                  </a:lnTo>
                </a:path>
              </a:pathLst>
            </a:custGeom>
            <a:ln w="12700">
              <a:solidFill>
                <a:srgbClr val="CDDC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058400" y="3786153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499"/>
                  </a:move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500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1000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500" y="380999"/>
                  </a:lnTo>
                  <a:lnTo>
                    <a:pt x="146820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close/>
                </a:path>
              </a:pathLst>
            </a:custGeom>
            <a:ln w="12700">
              <a:solidFill>
                <a:srgbClr val="CDDC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53600" y="3976653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0" y="0"/>
                  </a:moveTo>
                  <a:lnTo>
                    <a:pt x="990600" y="1"/>
                  </a:lnTo>
                </a:path>
              </a:pathLst>
            </a:custGeom>
            <a:ln w="12700">
              <a:solidFill>
                <a:srgbClr val="CDDC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248900" y="3481353"/>
              <a:ext cx="0" cy="990600"/>
            </a:xfrm>
            <a:custGeom>
              <a:avLst/>
              <a:gdLst/>
              <a:ahLst/>
              <a:cxnLst/>
              <a:rect l="l" t="t" r="r" b="b"/>
              <a:pathLst>
                <a:path h="990600">
                  <a:moveTo>
                    <a:pt x="0" y="0"/>
                  </a:moveTo>
                  <a:lnTo>
                    <a:pt x="1" y="990600"/>
                  </a:lnTo>
                </a:path>
              </a:pathLst>
            </a:custGeom>
            <a:ln w="12700">
              <a:solidFill>
                <a:srgbClr val="CDDC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045481" y="3324634"/>
              <a:ext cx="201930" cy="643255"/>
            </a:xfrm>
            <a:custGeom>
              <a:avLst/>
              <a:gdLst/>
              <a:ahLst/>
              <a:cxnLst/>
              <a:rect l="l" t="t" r="r" b="b"/>
              <a:pathLst>
                <a:path w="201929" h="643254">
                  <a:moveTo>
                    <a:pt x="201716" y="643183"/>
                  </a:moveTo>
                  <a:lnTo>
                    <a:pt x="3800" y="12118"/>
                  </a:lnTo>
                  <a:lnTo>
                    <a:pt x="0" y="0"/>
                  </a:lnTo>
                </a:path>
              </a:pathLst>
            </a:custGeom>
            <a:ln w="25399">
              <a:solidFill>
                <a:srgbClr val="C825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991115" y="3220419"/>
              <a:ext cx="116839" cy="134620"/>
            </a:xfrm>
            <a:custGeom>
              <a:avLst/>
              <a:gdLst/>
              <a:ahLst/>
              <a:cxnLst/>
              <a:rect l="l" t="t" r="r" b="b"/>
              <a:pathLst>
                <a:path w="116840" h="134620">
                  <a:moveTo>
                    <a:pt x="21681" y="0"/>
                  </a:moveTo>
                  <a:lnTo>
                    <a:pt x="0" y="134575"/>
                  </a:lnTo>
                  <a:lnTo>
                    <a:pt x="116333" y="98090"/>
                  </a:lnTo>
                  <a:lnTo>
                    <a:pt x="21681" y="0"/>
                  </a:lnTo>
                  <a:close/>
                </a:path>
              </a:pathLst>
            </a:custGeom>
            <a:solidFill>
              <a:srgbClr val="C825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679" y="6707220"/>
            <a:ext cx="2653619" cy="1255087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FlowNet:</a:t>
            </a:r>
            <a:r>
              <a:rPr spc="10" dirty="0"/>
              <a:t> </a:t>
            </a:r>
            <a:r>
              <a:rPr dirty="0"/>
              <a:t>Learning</a:t>
            </a:r>
            <a:r>
              <a:rPr spc="10" dirty="0"/>
              <a:t> </a:t>
            </a:r>
            <a:r>
              <a:rPr spc="80" dirty="0"/>
              <a:t>Optical</a:t>
            </a:r>
            <a:r>
              <a:rPr spc="10" dirty="0"/>
              <a:t> </a:t>
            </a:r>
            <a:r>
              <a:rPr spc="-20" dirty="0"/>
              <a:t>Flow</a:t>
            </a:r>
          </a:p>
          <a:p>
            <a:pPr marL="12700">
              <a:lnSpc>
                <a:spcPct val="100000"/>
              </a:lnSpc>
              <a:tabLst>
                <a:tab pos="739140" algn="l"/>
                <a:tab pos="11035665" algn="l"/>
              </a:tabLst>
            </a:pPr>
            <a:r>
              <a:rPr u="sng" dirty="0">
                <a:uFill>
                  <a:solidFill>
                    <a:srgbClr val="A6AAA9"/>
                  </a:solidFill>
                </a:uFill>
              </a:rPr>
              <a:t>	with</a:t>
            </a:r>
            <a:r>
              <a:rPr u="sng" spc="-180" dirty="0">
                <a:uFill>
                  <a:solidFill>
                    <a:srgbClr val="A6AAA9"/>
                  </a:solidFill>
                </a:uFill>
              </a:rPr>
              <a:t> </a:t>
            </a:r>
            <a:r>
              <a:rPr u="sng" dirty="0">
                <a:uFill>
                  <a:solidFill>
                    <a:srgbClr val="A6AAA9"/>
                  </a:solidFill>
                </a:uFill>
              </a:rPr>
              <a:t>Convolutional</a:t>
            </a:r>
            <a:r>
              <a:rPr u="sng" spc="-180" dirty="0">
                <a:uFill>
                  <a:solidFill>
                    <a:srgbClr val="A6AAA9"/>
                  </a:solidFill>
                </a:uFill>
              </a:rPr>
              <a:t> </a:t>
            </a:r>
            <a:r>
              <a:rPr u="sng" spc="-10" dirty="0">
                <a:uFill>
                  <a:solidFill>
                    <a:srgbClr val="A6AAA9"/>
                  </a:solidFill>
                </a:uFill>
              </a:rPr>
              <a:t>Networks</a:t>
            </a:r>
            <a:r>
              <a:rPr u="sng" dirty="0">
                <a:uFill>
                  <a:solidFill>
                    <a:srgbClr val="A6AAA9"/>
                  </a:solidFill>
                </a:uFill>
              </a:rPr>
              <a:t>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24611" y="3473636"/>
            <a:ext cx="5469255" cy="1024890"/>
            <a:chOff x="2524611" y="3473636"/>
            <a:chExt cx="5469255" cy="1024890"/>
          </a:xfrm>
        </p:grpSpPr>
        <p:sp>
          <p:nvSpPr>
            <p:cNvPr id="4" name="object 4"/>
            <p:cNvSpPr/>
            <p:nvPr/>
          </p:nvSpPr>
          <p:spPr>
            <a:xfrm>
              <a:off x="7820736" y="3728376"/>
              <a:ext cx="168910" cy="458470"/>
            </a:xfrm>
            <a:custGeom>
              <a:avLst/>
              <a:gdLst/>
              <a:ahLst/>
              <a:cxnLst/>
              <a:rect l="l" t="t" r="r" b="b"/>
              <a:pathLst>
                <a:path w="168909" h="458470">
                  <a:moveTo>
                    <a:pt x="3403" y="2565"/>
                  </a:moveTo>
                  <a:lnTo>
                    <a:pt x="0" y="0"/>
                  </a:lnTo>
                  <a:lnTo>
                    <a:pt x="0" y="2565"/>
                  </a:lnTo>
                  <a:lnTo>
                    <a:pt x="3403" y="2565"/>
                  </a:lnTo>
                  <a:close/>
                </a:path>
                <a:path w="168909" h="458470">
                  <a:moveTo>
                    <a:pt x="5321" y="2565"/>
                  </a:moveTo>
                  <a:lnTo>
                    <a:pt x="3403" y="2565"/>
                  </a:lnTo>
                  <a:lnTo>
                    <a:pt x="5321" y="4013"/>
                  </a:lnTo>
                  <a:lnTo>
                    <a:pt x="5321" y="2565"/>
                  </a:lnTo>
                  <a:close/>
                </a:path>
                <a:path w="168909" h="458470">
                  <a:moveTo>
                    <a:pt x="168897" y="455549"/>
                  </a:moveTo>
                  <a:lnTo>
                    <a:pt x="165519" y="455549"/>
                  </a:lnTo>
                  <a:lnTo>
                    <a:pt x="168897" y="458101"/>
                  </a:lnTo>
                  <a:lnTo>
                    <a:pt x="168897" y="455549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292090" y="3736653"/>
              <a:ext cx="528955" cy="158750"/>
            </a:xfrm>
            <a:custGeom>
              <a:avLst/>
              <a:gdLst/>
              <a:ahLst/>
              <a:cxnLst/>
              <a:rect l="l" t="t" r="r" b="b"/>
              <a:pathLst>
                <a:path w="528954" h="158750">
                  <a:moveTo>
                    <a:pt x="528654" y="0"/>
                  </a:moveTo>
                  <a:lnTo>
                    <a:pt x="0" y="55764"/>
                  </a:lnTo>
                  <a:lnTo>
                    <a:pt x="134649" y="156991"/>
                  </a:lnTo>
                  <a:lnTo>
                    <a:pt x="148334" y="155630"/>
                  </a:lnTo>
                  <a:lnTo>
                    <a:pt x="148633" y="158244"/>
                  </a:lnTo>
                  <a:lnTo>
                    <a:pt x="167683" y="156226"/>
                  </a:lnTo>
                  <a:lnTo>
                    <a:pt x="167491" y="153527"/>
                  </a:lnTo>
                  <a:lnTo>
                    <a:pt x="190671" y="151234"/>
                  </a:lnTo>
                  <a:lnTo>
                    <a:pt x="190947" y="153761"/>
                  </a:lnTo>
                  <a:lnTo>
                    <a:pt x="208954" y="151871"/>
                  </a:lnTo>
                  <a:lnTo>
                    <a:pt x="208677" y="149321"/>
                  </a:lnTo>
                  <a:lnTo>
                    <a:pt x="232815" y="146645"/>
                  </a:lnTo>
                  <a:lnTo>
                    <a:pt x="233091" y="149321"/>
                  </a:lnTo>
                  <a:lnTo>
                    <a:pt x="250332" y="147495"/>
                  </a:lnTo>
                  <a:lnTo>
                    <a:pt x="250055" y="144924"/>
                  </a:lnTo>
                  <a:lnTo>
                    <a:pt x="274958" y="142247"/>
                  </a:lnTo>
                  <a:lnTo>
                    <a:pt x="275235" y="144881"/>
                  </a:lnTo>
                  <a:lnTo>
                    <a:pt x="291731" y="143140"/>
                  </a:lnTo>
                  <a:lnTo>
                    <a:pt x="291433" y="140526"/>
                  </a:lnTo>
                  <a:lnTo>
                    <a:pt x="312122" y="138233"/>
                  </a:lnTo>
                  <a:lnTo>
                    <a:pt x="317294" y="137850"/>
                  </a:lnTo>
                  <a:lnTo>
                    <a:pt x="317571" y="140421"/>
                  </a:lnTo>
                  <a:lnTo>
                    <a:pt x="333087" y="138785"/>
                  </a:lnTo>
                  <a:lnTo>
                    <a:pt x="332811" y="136130"/>
                  </a:lnTo>
                  <a:lnTo>
                    <a:pt x="359439" y="133261"/>
                  </a:lnTo>
                  <a:lnTo>
                    <a:pt x="359736" y="135959"/>
                  </a:lnTo>
                  <a:lnTo>
                    <a:pt x="374487" y="134409"/>
                  </a:lnTo>
                  <a:lnTo>
                    <a:pt x="374188" y="131732"/>
                  </a:lnTo>
                  <a:lnTo>
                    <a:pt x="401582" y="128864"/>
                  </a:lnTo>
                  <a:lnTo>
                    <a:pt x="401859" y="131519"/>
                  </a:lnTo>
                  <a:lnTo>
                    <a:pt x="415865" y="130054"/>
                  </a:lnTo>
                  <a:lnTo>
                    <a:pt x="415566" y="127335"/>
                  </a:lnTo>
                  <a:lnTo>
                    <a:pt x="443918" y="124466"/>
                  </a:lnTo>
                  <a:lnTo>
                    <a:pt x="444216" y="127058"/>
                  </a:lnTo>
                  <a:lnTo>
                    <a:pt x="457221" y="125677"/>
                  </a:lnTo>
                  <a:lnTo>
                    <a:pt x="456944" y="123129"/>
                  </a:lnTo>
                  <a:lnTo>
                    <a:pt x="486063" y="119877"/>
                  </a:lnTo>
                  <a:lnTo>
                    <a:pt x="486360" y="122618"/>
                  </a:lnTo>
                  <a:lnTo>
                    <a:pt x="498599" y="121323"/>
                  </a:lnTo>
                  <a:lnTo>
                    <a:pt x="498322" y="118731"/>
                  </a:lnTo>
                  <a:lnTo>
                    <a:pt x="528206" y="115481"/>
                  </a:lnTo>
                  <a:lnTo>
                    <a:pt x="528505" y="118156"/>
                  </a:lnTo>
                  <a:lnTo>
                    <a:pt x="528697" y="118136"/>
                  </a:lnTo>
                  <a:lnTo>
                    <a:pt x="528654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20745" y="3736340"/>
              <a:ext cx="159104" cy="12637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278086" y="3788085"/>
              <a:ext cx="716280" cy="71120"/>
            </a:xfrm>
            <a:custGeom>
              <a:avLst/>
              <a:gdLst/>
              <a:ahLst/>
              <a:cxnLst/>
              <a:rect l="l" t="t" r="r" b="b"/>
              <a:pathLst>
                <a:path w="716279" h="71120">
                  <a:moveTo>
                    <a:pt x="711426" y="67214"/>
                  </a:moveTo>
                  <a:lnTo>
                    <a:pt x="711426" y="70932"/>
                  </a:lnTo>
                  <a:lnTo>
                    <a:pt x="715747" y="70464"/>
                  </a:lnTo>
                  <a:lnTo>
                    <a:pt x="711426" y="67214"/>
                  </a:lnTo>
                  <a:close/>
                </a:path>
                <a:path w="716279" h="71120">
                  <a:moveTo>
                    <a:pt x="4298" y="0"/>
                  </a:moveTo>
                  <a:lnTo>
                    <a:pt x="0" y="445"/>
                  </a:lnTo>
                  <a:lnTo>
                    <a:pt x="4298" y="3675"/>
                  </a:lnTo>
                  <a:lnTo>
                    <a:pt x="4298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85748" y="3731322"/>
              <a:ext cx="535305" cy="61594"/>
            </a:xfrm>
            <a:custGeom>
              <a:avLst/>
              <a:gdLst/>
              <a:ahLst/>
              <a:cxnLst/>
              <a:rect l="l" t="t" r="r" b="b"/>
              <a:pathLst>
                <a:path w="535304" h="61595">
                  <a:moveTo>
                    <a:pt x="534996" y="0"/>
                  </a:moveTo>
                  <a:lnTo>
                    <a:pt x="0" y="56422"/>
                  </a:lnTo>
                  <a:lnTo>
                    <a:pt x="6236" y="61095"/>
                  </a:lnTo>
                  <a:lnTo>
                    <a:pt x="534996" y="5331"/>
                  </a:lnTo>
                  <a:lnTo>
                    <a:pt x="534996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20745" y="3730940"/>
              <a:ext cx="166852" cy="12374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374560" y="4088333"/>
              <a:ext cx="29209" cy="19050"/>
            </a:xfrm>
            <a:custGeom>
              <a:avLst/>
              <a:gdLst/>
              <a:ahLst/>
              <a:cxnLst/>
              <a:rect l="l" t="t" r="r" b="b"/>
              <a:pathLst>
                <a:path w="29209" h="19050">
                  <a:moveTo>
                    <a:pt x="28778" y="13995"/>
                  </a:moveTo>
                  <a:lnTo>
                    <a:pt x="16332" y="7366"/>
                  </a:lnTo>
                  <a:lnTo>
                    <a:pt x="16421" y="6489"/>
                  </a:lnTo>
                  <a:lnTo>
                    <a:pt x="16078" y="6464"/>
                  </a:lnTo>
                  <a:lnTo>
                    <a:pt x="16078" y="6108"/>
                  </a:lnTo>
                  <a:lnTo>
                    <a:pt x="14084" y="6184"/>
                  </a:lnTo>
                  <a:lnTo>
                    <a:pt x="3289" y="0"/>
                  </a:lnTo>
                  <a:lnTo>
                    <a:pt x="647" y="4597"/>
                  </a:lnTo>
                  <a:lnTo>
                    <a:pt x="1308" y="4991"/>
                  </a:lnTo>
                  <a:lnTo>
                    <a:pt x="533" y="4902"/>
                  </a:lnTo>
                  <a:lnTo>
                    <a:pt x="342" y="6667"/>
                  </a:lnTo>
                  <a:lnTo>
                    <a:pt x="127" y="6667"/>
                  </a:lnTo>
                  <a:lnTo>
                    <a:pt x="177" y="8369"/>
                  </a:lnTo>
                  <a:lnTo>
                    <a:pt x="0" y="10172"/>
                  </a:lnTo>
                  <a:lnTo>
                    <a:pt x="241" y="10198"/>
                  </a:lnTo>
                  <a:lnTo>
                    <a:pt x="304" y="11976"/>
                  </a:lnTo>
                  <a:lnTo>
                    <a:pt x="12776" y="11544"/>
                  </a:lnTo>
                  <a:lnTo>
                    <a:pt x="14503" y="12509"/>
                  </a:lnTo>
                  <a:lnTo>
                    <a:pt x="26276" y="18669"/>
                  </a:lnTo>
                  <a:lnTo>
                    <a:pt x="28778" y="13995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81151" y="3728376"/>
              <a:ext cx="168910" cy="458470"/>
            </a:xfrm>
            <a:custGeom>
              <a:avLst/>
              <a:gdLst/>
              <a:ahLst/>
              <a:cxnLst/>
              <a:rect l="l" t="t" r="r" b="b"/>
              <a:pathLst>
                <a:path w="168909" h="458470">
                  <a:moveTo>
                    <a:pt x="3403" y="2565"/>
                  </a:moveTo>
                  <a:lnTo>
                    <a:pt x="0" y="0"/>
                  </a:lnTo>
                  <a:lnTo>
                    <a:pt x="0" y="2565"/>
                  </a:lnTo>
                  <a:lnTo>
                    <a:pt x="3403" y="2565"/>
                  </a:lnTo>
                  <a:close/>
                </a:path>
                <a:path w="168909" h="458470">
                  <a:moveTo>
                    <a:pt x="5321" y="2565"/>
                  </a:moveTo>
                  <a:lnTo>
                    <a:pt x="3403" y="2565"/>
                  </a:lnTo>
                  <a:lnTo>
                    <a:pt x="5321" y="4013"/>
                  </a:lnTo>
                  <a:lnTo>
                    <a:pt x="5321" y="2565"/>
                  </a:lnTo>
                  <a:close/>
                </a:path>
                <a:path w="168909" h="458470">
                  <a:moveTo>
                    <a:pt x="168897" y="455523"/>
                  </a:moveTo>
                  <a:lnTo>
                    <a:pt x="165493" y="455523"/>
                  </a:lnTo>
                  <a:lnTo>
                    <a:pt x="168897" y="458101"/>
                  </a:lnTo>
                  <a:lnTo>
                    <a:pt x="168897" y="455523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52505" y="3736653"/>
              <a:ext cx="528955" cy="173990"/>
            </a:xfrm>
            <a:custGeom>
              <a:avLst/>
              <a:gdLst/>
              <a:ahLst/>
              <a:cxnLst/>
              <a:rect l="l" t="t" r="r" b="b"/>
              <a:pathLst>
                <a:path w="528954" h="173989">
                  <a:moveTo>
                    <a:pt x="528652" y="0"/>
                  </a:moveTo>
                  <a:lnTo>
                    <a:pt x="0" y="55764"/>
                  </a:lnTo>
                  <a:lnTo>
                    <a:pt x="157252" y="173986"/>
                  </a:lnTo>
                  <a:lnTo>
                    <a:pt x="528695" y="134813"/>
                  </a:lnTo>
                  <a:lnTo>
                    <a:pt x="528652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1158" y="3736340"/>
              <a:ext cx="159083" cy="13461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538499" y="3788085"/>
              <a:ext cx="716280" cy="71120"/>
            </a:xfrm>
            <a:custGeom>
              <a:avLst/>
              <a:gdLst/>
              <a:ahLst/>
              <a:cxnLst/>
              <a:rect l="l" t="t" r="r" b="b"/>
              <a:pathLst>
                <a:path w="716279" h="71120">
                  <a:moveTo>
                    <a:pt x="711426" y="67214"/>
                  </a:moveTo>
                  <a:lnTo>
                    <a:pt x="711426" y="70932"/>
                  </a:lnTo>
                  <a:lnTo>
                    <a:pt x="715747" y="70464"/>
                  </a:lnTo>
                  <a:lnTo>
                    <a:pt x="711426" y="67214"/>
                  </a:lnTo>
                  <a:close/>
                </a:path>
                <a:path w="716279" h="71120">
                  <a:moveTo>
                    <a:pt x="4257" y="0"/>
                  </a:moveTo>
                  <a:lnTo>
                    <a:pt x="0" y="445"/>
                  </a:lnTo>
                  <a:lnTo>
                    <a:pt x="4257" y="3653"/>
                  </a:lnTo>
                  <a:lnTo>
                    <a:pt x="4257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52355" y="3792439"/>
              <a:ext cx="115570" cy="86995"/>
            </a:xfrm>
            <a:custGeom>
              <a:avLst/>
              <a:gdLst/>
              <a:ahLst/>
              <a:cxnLst/>
              <a:rect l="l" t="t" r="r" b="b"/>
              <a:pathLst>
                <a:path w="115570" h="86995">
                  <a:moveTo>
                    <a:pt x="178" y="0"/>
                  </a:moveTo>
                  <a:lnTo>
                    <a:pt x="0" y="0"/>
                  </a:lnTo>
                  <a:lnTo>
                    <a:pt x="115342" y="86631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46119" y="3731322"/>
              <a:ext cx="535305" cy="61594"/>
            </a:xfrm>
            <a:custGeom>
              <a:avLst/>
              <a:gdLst/>
              <a:ahLst/>
              <a:cxnLst/>
              <a:rect l="l" t="t" r="r" b="b"/>
              <a:pathLst>
                <a:path w="535304" h="61595">
                  <a:moveTo>
                    <a:pt x="535038" y="0"/>
                  </a:moveTo>
                  <a:lnTo>
                    <a:pt x="0" y="56422"/>
                  </a:lnTo>
                  <a:lnTo>
                    <a:pt x="6235" y="61117"/>
                  </a:lnTo>
                  <a:lnTo>
                    <a:pt x="535038" y="5331"/>
                  </a:lnTo>
                  <a:lnTo>
                    <a:pt x="535038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81158" y="3730940"/>
              <a:ext cx="166852" cy="12374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589166" y="3853522"/>
              <a:ext cx="17780" cy="15875"/>
            </a:xfrm>
            <a:custGeom>
              <a:avLst/>
              <a:gdLst/>
              <a:ahLst/>
              <a:cxnLst/>
              <a:rect l="l" t="t" r="r" b="b"/>
              <a:pathLst>
                <a:path w="17779" h="15875">
                  <a:moveTo>
                    <a:pt x="17310" y="4521"/>
                  </a:moveTo>
                  <a:lnTo>
                    <a:pt x="16344" y="3556"/>
                  </a:lnTo>
                  <a:lnTo>
                    <a:pt x="16548" y="2209"/>
                  </a:lnTo>
                  <a:lnTo>
                    <a:pt x="16040" y="2146"/>
                  </a:lnTo>
                  <a:lnTo>
                    <a:pt x="16014" y="1638"/>
                  </a:lnTo>
                  <a:lnTo>
                    <a:pt x="15062" y="1714"/>
                  </a:lnTo>
                  <a:lnTo>
                    <a:pt x="14605" y="863"/>
                  </a:lnTo>
                  <a:lnTo>
                    <a:pt x="14020" y="1181"/>
                  </a:lnTo>
                  <a:lnTo>
                    <a:pt x="13589" y="723"/>
                  </a:lnTo>
                  <a:lnTo>
                    <a:pt x="12611" y="1676"/>
                  </a:lnTo>
                  <a:lnTo>
                    <a:pt x="723" y="0"/>
                  </a:lnTo>
                  <a:lnTo>
                    <a:pt x="355" y="2679"/>
                  </a:lnTo>
                  <a:lnTo>
                    <a:pt x="88" y="2692"/>
                  </a:lnTo>
                  <a:lnTo>
                    <a:pt x="165" y="4013"/>
                  </a:lnTo>
                  <a:lnTo>
                    <a:pt x="0" y="5270"/>
                  </a:lnTo>
                  <a:lnTo>
                    <a:pt x="254" y="5308"/>
                  </a:lnTo>
                  <a:lnTo>
                    <a:pt x="431" y="7988"/>
                  </a:lnTo>
                  <a:lnTo>
                    <a:pt x="1714" y="7912"/>
                  </a:lnTo>
                  <a:lnTo>
                    <a:pt x="596" y="8521"/>
                  </a:lnTo>
                  <a:lnTo>
                    <a:pt x="2349" y="11709"/>
                  </a:lnTo>
                  <a:lnTo>
                    <a:pt x="2171" y="11874"/>
                  </a:lnTo>
                  <a:lnTo>
                    <a:pt x="2794" y="12522"/>
                  </a:lnTo>
                  <a:lnTo>
                    <a:pt x="3162" y="13169"/>
                  </a:lnTo>
                  <a:lnTo>
                    <a:pt x="3340" y="13081"/>
                  </a:lnTo>
                  <a:lnTo>
                    <a:pt x="5905" y="15671"/>
                  </a:lnTo>
                  <a:lnTo>
                    <a:pt x="14465" y="7302"/>
                  </a:lnTo>
                  <a:lnTo>
                    <a:pt x="15798" y="7480"/>
                  </a:lnTo>
                  <a:lnTo>
                    <a:pt x="15862" y="6985"/>
                  </a:lnTo>
                  <a:lnTo>
                    <a:pt x="16370" y="6946"/>
                  </a:lnTo>
                  <a:lnTo>
                    <a:pt x="16294" y="5994"/>
                  </a:lnTo>
                  <a:lnTo>
                    <a:pt x="17157" y="5524"/>
                  </a:lnTo>
                  <a:lnTo>
                    <a:pt x="16840" y="4978"/>
                  </a:lnTo>
                  <a:lnTo>
                    <a:pt x="17310" y="4521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79667" y="3653751"/>
              <a:ext cx="223520" cy="607695"/>
            </a:xfrm>
            <a:custGeom>
              <a:avLst/>
              <a:gdLst/>
              <a:ahLst/>
              <a:cxnLst/>
              <a:rect l="l" t="t" r="r" b="b"/>
              <a:pathLst>
                <a:path w="223520" h="607695">
                  <a:moveTo>
                    <a:pt x="3429" y="2590"/>
                  </a:moveTo>
                  <a:lnTo>
                    <a:pt x="0" y="0"/>
                  </a:lnTo>
                  <a:lnTo>
                    <a:pt x="0" y="2590"/>
                  </a:lnTo>
                  <a:lnTo>
                    <a:pt x="3429" y="2590"/>
                  </a:lnTo>
                  <a:close/>
                </a:path>
                <a:path w="223520" h="607695">
                  <a:moveTo>
                    <a:pt x="5321" y="2374"/>
                  </a:moveTo>
                  <a:lnTo>
                    <a:pt x="3454" y="2590"/>
                  </a:lnTo>
                  <a:lnTo>
                    <a:pt x="5321" y="3987"/>
                  </a:lnTo>
                  <a:lnTo>
                    <a:pt x="5321" y="2374"/>
                  </a:lnTo>
                  <a:close/>
                </a:path>
                <a:path w="223520" h="607695">
                  <a:moveTo>
                    <a:pt x="223456" y="607326"/>
                  </a:moveTo>
                  <a:lnTo>
                    <a:pt x="223431" y="604824"/>
                  </a:lnTo>
                  <a:lnTo>
                    <a:pt x="220129" y="604824"/>
                  </a:lnTo>
                  <a:lnTo>
                    <a:pt x="223456" y="607326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83101" y="365633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46678" y="3721189"/>
              <a:ext cx="212725" cy="424815"/>
            </a:xfrm>
            <a:custGeom>
              <a:avLst/>
              <a:gdLst/>
              <a:ahLst/>
              <a:cxnLst/>
              <a:rect l="l" t="t" r="r" b="b"/>
              <a:pathLst>
                <a:path w="212725" h="424814">
                  <a:moveTo>
                    <a:pt x="0" y="0"/>
                  </a:moveTo>
                  <a:lnTo>
                    <a:pt x="170" y="424468"/>
                  </a:lnTo>
                  <a:lnTo>
                    <a:pt x="212679" y="402056"/>
                  </a:lnTo>
                  <a:lnTo>
                    <a:pt x="212636" y="315106"/>
                  </a:lnTo>
                  <a:lnTo>
                    <a:pt x="201930" y="316232"/>
                  </a:lnTo>
                  <a:lnTo>
                    <a:pt x="202228" y="318888"/>
                  </a:lnTo>
                  <a:lnTo>
                    <a:pt x="193991" y="319801"/>
                  </a:lnTo>
                  <a:lnTo>
                    <a:pt x="193991" y="322712"/>
                  </a:lnTo>
                  <a:lnTo>
                    <a:pt x="190563" y="320226"/>
                  </a:lnTo>
                  <a:lnTo>
                    <a:pt x="188626" y="320417"/>
                  </a:lnTo>
                  <a:lnTo>
                    <a:pt x="188626" y="318781"/>
                  </a:lnTo>
                  <a:lnTo>
                    <a:pt x="172919" y="306843"/>
                  </a:lnTo>
                  <a:lnTo>
                    <a:pt x="174557" y="304740"/>
                  </a:lnTo>
                  <a:lnTo>
                    <a:pt x="157657" y="292014"/>
                  </a:lnTo>
                  <a:lnTo>
                    <a:pt x="156061" y="294224"/>
                  </a:lnTo>
                  <a:lnTo>
                    <a:pt x="148398" y="288466"/>
                  </a:lnTo>
                  <a:lnTo>
                    <a:pt x="146483" y="288679"/>
                  </a:lnTo>
                  <a:lnTo>
                    <a:pt x="146483" y="287022"/>
                  </a:lnTo>
                  <a:lnTo>
                    <a:pt x="142077" y="283709"/>
                  </a:lnTo>
                  <a:lnTo>
                    <a:pt x="146483" y="283198"/>
                  </a:lnTo>
                  <a:lnTo>
                    <a:pt x="146483" y="275104"/>
                  </a:lnTo>
                  <a:lnTo>
                    <a:pt x="149143" y="275104"/>
                  </a:lnTo>
                  <a:lnTo>
                    <a:pt x="149122" y="256176"/>
                  </a:lnTo>
                  <a:lnTo>
                    <a:pt x="146483" y="256176"/>
                  </a:lnTo>
                  <a:lnTo>
                    <a:pt x="146483" y="237248"/>
                  </a:lnTo>
                  <a:lnTo>
                    <a:pt x="149080" y="237248"/>
                  </a:lnTo>
                  <a:lnTo>
                    <a:pt x="149058" y="218512"/>
                  </a:lnTo>
                  <a:lnTo>
                    <a:pt x="146483" y="218512"/>
                  </a:lnTo>
                  <a:lnTo>
                    <a:pt x="146291" y="199584"/>
                  </a:lnTo>
                  <a:lnTo>
                    <a:pt x="149015" y="199584"/>
                  </a:lnTo>
                  <a:lnTo>
                    <a:pt x="148995" y="180656"/>
                  </a:lnTo>
                  <a:lnTo>
                    <a:pt x="146291" y="180656"/>
                  </a:lnTo>
                  <a:lnTo>
                    <a:pt x="146291" y="171372"/>
                  </a:lnTo>
                  <a:lnTo>
                    <a:pt x="142077" y="168228"/>
                  </a:lnTo>
                  <a:lnTo>
                    <a:pt x="146291" y="167739"/>
                  </a:lnTo>
                  <a:lnTo>
                    <a:pt x="146291" y="164786"/>
                  </a:lnTo>
                  <a:lnTo>
                    <a:pt x="149782" y="167356"/>
                  </a:lnTo>
                  <a:lnTo>
                    <a:pt x="159317" y="166316"/>
                  </a:lnTo>
                  <a:lnTo>
                    <a:pt x="159616" y="169014"/>
                  </a:lnTo>
                  <a:lnTo>
                    <a:pt x="180304" y="166847"/>
                  </a:lnTo>
                  <a:lnTo>
                    <a:pt x="180007" y="164213"/>
                  </a:lnTo>
                  <a:lnTo>
                    <a:pt x="180411" y="164170"/>
                  </a:lnTo>
                  <a:lnTo>
                    <a:pt x="180389" y="164021"/>
                  </a:lnTo>
                  <a:lnTo>
                    <a:pt x="201461" y="161918"/>
                  </a:lnTo>
                  <a:lnTo>
                    <a:pt x="201759" y="164574"/>
                  </a:lnTo>
                  <a:lnTo>
                    <a:pt x="212572" y="163427"/>
                  </a:lnTo>
                  <a:lnTo>
                    <a:pt x="212572" y="1598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B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46678" y="3721189"/>
              <a:ext cx="212725" cy="424815"/>
            </a:xfrm>
            <a:custGeom>
              <a:avLst/>
              <a:gdLst/>
              <a:ahLst/>
              <a:cxnLst/>
              <a:rect l="l" t="t" r="r" b="b"/>
              <a:pathLst>
                <a:path w="212725" h="424814">
                  <a:moveTo>
                    <a:pt x="0" y="0"/>
                  </a:moveTo>
                  <a:lnTo>
                    <a:pt x="170" y="424553"/>
                  </a:lnTo>
                  <a:lnTo>
                    <a:pt x="212679" y="402120"/>
                  </a:lnTo>
                  <a:lnTo>
                    <a:pt x="170" y="4244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63600" y="3733913"/>
              <a:ext cx="196215" cy="147320"/>
            </a:xfrm>
            <a:custGeom>
              <a:avLst/>
              <a:gdLst/>
              <a:ahLst/>
              <a:cxnLst/>
              <a:rect l="l" t="t" r="r" b="b"/>
              <a:pathLst>
                <a:path w="196214" h="147320">
                  <a:moveTo>
                    <a:pt x="0" y="0"/>
                  </a:moveTo>
                  <a:lnTo>
                    <a:pt x="195651" y="1471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41352" y="3717289"/>
              <a:ext cx="5715" cy="429259"/>
            </a:xfrm>
            <a:custGeom>
              <a:avLst/>
              <a:gdLst/>
              <a:ahLst/>
              <a:cxnLst/>
              <a:rect l="l" t="t" r="r" b="b"/>
              <a:pathLst>
                <a:path w="5714" h="429260">
                  <a:moveTo>
                    <a:pt x="5422" y="92710"/>
                  </a:moveTo>
                  <a:lnTo>
                    <a:pt x="5359" y="91440"/>
                  </a:lnTo>
                  <a:lnTo>
                    <a:pt x="5334" y="3810"/>
                  </a:lnTo>
                  <a:lnTo>
                    <a:pt x="2667" y="3810"/>
                  </a:lnTo>
                  <a:lnTo>
                    <a:pt x="2667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25" y="91440"/>
                  </a:lnTo>
                  <a:lnTo>
                    <a:pt x="723" y="91440"/>
                  </a:lnTo>
                  <a:lnTo>
                    <a:pt x="723" y="92710"/>
                  </a:lnTo>
                  <a:lnTo>
                    <a:pt x="101" y="92710"/>
                  </a:lnTo>
                  <a:lnTo>
                    <a:pt x="101" y="427990"/>
                  </a:lnTo>
                  <a:lnTo>
                    <a:pt x="1384" y="427990"/>
                  </a:lnTo>
                  <a:lnTo>
                    <a:pt x="1384" y="429260"/>
                  </a:lnTo>
                  <a:lnTo>
                    <a:pt x="3873" y="429260"/>
                  </a:lnTo>
                  <a:lnTo>
                    <a:pt x="3873" y="427990"/>
                  </a:lnTo>
                  <a:lnTo>
                    <a:pt x="5422" y="427990"/>
                  </a:lnTo>
                  <a:lnTo>
                    <a:pt x="5422" y="9271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41357" y="3710524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0"/>
                  </a:moveTo>
                  <a:lnTo>
                    <a:pt x="0" y="2931"/>
                  </a:lnTo>
                  <a:lnTo>
                    <a:pt x="3427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51021" y="3662024"/>
              <a:ext cx="528955" cy="215265"/>
            </a:xfrm>
            <a:custGeom>
              <a:avLst/>
              <a:gdLst/>
              <a:ahLst/>
              <a:cxnLst/>
              <a:rect l="l" t="t" r="r" b="b"/>
              <a:pathLst>
                <a:path w="528954" h="215264">
                  <a:moveTo>
                    <a:pt x="528654" y="0"/>
                  </a:moveTo>
                  <a:lnTo>
                    <a:pt x="0" y="55764"/>
                  </a:lnTo>
                  <a:lnTo>
                    <a:pt x="211700" y="214985"/>
                  </a:lnTo>
                  <a:lnTo>
                    <a:pt x="528739" y="181527"/>
                  </a:lnTo>
                  <a:lnTo>
                    <a:pt x="528654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51021" y="3662024"/>
              <a:ext cx="528955" cy="55880"/>
            </a:xfrm>
            <a:custGeom>
              <a:avLst/>
              <a:gdLst/>
              <a:ahLst/>
              <a:cxnLst/>
              <a:rect l="l" t="t" r="r" b="b"/>
              <a:pathLst>
                <a:path w="528954" h="55879">
                  <a:moveTo>
                    <a:pt x="528654" y="0"/>
                  </a:moveTo>
                  <a:lnTo>
                    <a:pt x="0" y="55764"/>
                  </a:lnTo>
                  <a:lnTo>
                    <a:pt x="528654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84996" y="3664404"/>
              <a:ext cx="208279" cy="179070"/>
            </a:xfrm>
            <a:custGeom>
              <a:avLst/>
              <a:gdLst/>
              <a:ahLst/>
              <a:cxnLst/>
              <a:rect l="l" t="t" r="r" b="b"/>
              <a:pathLst>
                <a:path w="208279" h="179070">
                  <a:moveTo>
                    <a:pt x="0" y="0"/>
                  </a:moveTo>
                  <a:lnTo>
                    <a:pt x="85" y="178595"/>
                  </a:lnTo>
                  <a:lnTo>
                    <a:pt x="208250" y="156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B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84996" y="3664404"/>
              <a:ext cx="635" cy="179070"/>
            </a:xfrm>
            <a:custGeom>
              <a:avLst/>
              <a:gdLst/>
              <a:ahLst/>
              <a:cxnLst/>
              <a:rect l="l" t="t" r="r" b="b"/>
              <a:pathLst>
                <a:path w="635" h="179070">
                  <a:moveTo>
                    <a:pt x="0" y="0"/>
                  </a:moveTo>
                  <a:lnTo>
                    <a:pt x="85" y="1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A0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84996" y="3664383"/>
              <a:ext cx="208279" cy="156845"/>
            </a:xfrm>
            <a:custGeom>
              <a:avLst/>
              <a:gdLst/>
              <a:ahLst/>
              <a:cxnLst/>
              <a:rect l="l" t="t" r="r" b="b"/>
              <a:pathLst>
                <a:path w="208279" h="156845">
                  <a:moveTo>
                    <a:pt x="0" y="0"/>
                  </a:moveTo>
                  <a:lnTo>
                    <a:pt x="208250" y="156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79674" y="3662024"/>
              <a:ext cx="635" cy="181610"/>
            </a:xfrm>
            <a:custGeom>
              <a:avLst/>
              <a:gdLst/>
              <a:ahLst/>
              <a:cxnLst/>
              <a:rect l="l" t="t" r="r" b="b"/>
              <a:pathLst>
                <a:path w="635" h="181610">
                  <a:moveTo>
                    <a:pt x="0" y="0"/>
                  </a:moveTo>
                  <a:lnTo>
                    <a:pt x="85" y="181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79667" y="3661409"/>
              <a:ext cx="5715" cy="181610"/>
            </a:xfrm>
            <a:custGeom>
              <a:avLst/>
              <a:gdLst/>
              <a:ahLst/>
              <a:cxnLst/>
              <a:rect l="l" t="t" r="r" b="b"/>
              <a:pathLst>
                <a:path w="5714" h="181610">
                  <a:moveTo>
                    <a:pt x="5359" y="2540"/>
                  </a:moveTo>
                  <a:lnTo>
                    <a:pt x="3060" y="2540"/>
                  </a:lnTo>
                  <a:lnTo>
                    <a:pt x="3060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38" y="181610"/>
                  </a:lnTo>
                  <a:lnTo>
                    <a:pt x="5359" y="181610"/>
                  </a:lnTo>
                  <a:lnTo>
                    <a:pt x="5359" y="254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51021" y="3717789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4">
                  <a:moveTo>
                    <a:pt x="0" y="0"/>
                  </a:moveTo>
                  <a:lnTo>
                    <a:pt x="41229" y="310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750999" y="3717789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21" y="0"/>
                  </a:moveTo>
                  <a:lnTo>
                    <a:pt x="0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502953" y="3821693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10">
                  <a:moveTo>
                    <a:pt x="0" y="0"/>
                  </a:moveTo>
                  <a:lnTo>
                    <a:pt x="0" y="3717"/>
                  </a:lnTo>
                  <a:lnTo>
                    <a:pt x="4342" y="3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792250" y="3748805"/>
              <a:ext cx="170815" cy="128270"/>
            </a:xfrm>
            <a:custGeom>
              <a:avLst/>
              <a:gdLst/>
              <a:ahLst/>
              <a:cxnLst/>
              <a:rect l="l" t="t" r="r" b="b"/>
              <a:pathLst>
                <a:path w="170814" h="128270">
                  <a:moveTo>
                    <a:pt x="0" y="0"/>
                  </a:moveTo>
                  <a:lnTo>
                    <a:pt x="170449" y="1282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44781" y="3656698"/>
              <a:ext cx="756285" cy="164465"/>
            </a:xfrm>
            <a:custGeom>
              <a:avLst/>
              <a:gdLst/>
              <a:ahLst/>
              <a:cxnLst/>
              <a:rect l="l" t="t" r="r" b="b"/>
              <a:pathLst>
                <a:path w="756285" h="164464">
                  <a:moveTo>
                    <a:pt x="534885" y="0"/>
                  </a:moveTo>
                  <a:lnTo>
                    <a:pt x="0" y="56426"/>
                  </a:lnTo>
                  <a:lnTo>
                    <a:pt x="6210" y="61099"/>
                  </a:lnTo>
                  <a:lnTo>
                    <a:pt x="534885" y="5334"/>
                  </a:lnTo>
                  <a:lnTo>
                    <a:pt x="534885" y="0"/>
                  </a:lnTo>
                  <a:close/>
                </a:path>
                <a:path w="756285" h="164464">
                  <a:moveTo>
                    <a:pt x="756208" y="163512"/>
                  </a:moveTo>
                  <a:lnTo>
                    <a:pt x="540207" y="1066"/>
                  </a:lnTo>
                  <a:lnTo>
                    <a:pt x="540207" y="7696"/>
                  </a:lnTo>
                  <a:lnTo>
                    <a:pt x="748487" y="164338"/>
                  </a:lnTo>
                  <a:lnTo>
                    <a:pt x="756208" y="163512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79674" y="3656331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3426" y="0"/>
                  </a:moveTo>
                  <a:lnTo>
                    <a:pt x="0" y="361"/>
                  </a:lnTo>
                  <a:lnTo>
                    <a:pt x="0" y="5693"/>
                  </a:lnTo>
                  <a:lnTo>
                    <a:pt x="1915" y="5481"/>
                  </a:lnTo>
                  <a:lnTo>
                    <a:pt x="5321" y="8051"/>
                  </a:lnTo>
                  <a:lnTo>
                    <a:pt x="5321" y="142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37037" y="3713095"/>
              <a:ext cx="225662" cy="16797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484533" y="3653751"/>
              <a:ext cx="223520" cy="607695"/>
            </a:xfrm>
            <a:custGeom>
              <a:avLst/>
              <a:gdLst/>
              <a:ahLst/>
              <a:cxnLst/>
              <a:rect l="l" t="t" r="r" b="b"/>
              <a:pathLst>
                <a:path w="223520" h="607695">
                  <a:moveTo>
                    <a:pt x="3416" y="2590"/>
                  </a:moveTo>
                  <a:lnTo>
                    <a:pt x="0" y="0"/>
                  </a:lnTo>
                  <a:lnTo>
                    <a:pt x="0" y="2590"/>
                  </a:lnTo>
                  <a:lnTo>
                    <a:pt x="3416" y="2590"/>
                  </a:lnTo>
                  <a:close/>
                </a:path>
                <a:path w="223520" h="607695">
                  <a:moveTo>
                    <a:pt x="5321" y="2374"/>
                  </a:moveTo>
                  <a:lnTo>
                    <a:pt x="3441" y="2590"/>
                  </a:lnTo>
                  <a:lnTo>
                    <a:pt x="5321" y="3987"/>
                  </a:lnTo>
                  <a:lnTo>
                    <a:pt x="5321" y="2374"/>
                  </a:lnTo>
                  <a:close/>
                </a:path>
                <a:path w="223520" h="607695">
                  <a:moveTo>
                    <a:pt x="223443" y="607326"/>
                  </a:moveTo>
                  <a:lnTo>
                    <a:pt x="223393" y="604824"/>
                  </a:lnTo>
                  <a:lnTo>
                    <a:pt x="220129" y="604824"/>
                  </a:lnTo>
                  <a:lnTo>
                    <a:pt x="223443" y="607326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487960" y="365633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51538" y="3721189"/>
              <a:ext cx="213360" cy="424815"/>
            </a:xfrm>
            <a:custGeom>
              <a:avLst/>
              <a:gdLst/>
              <a:ahLst/>
              <a:cxnLst/>
              <a:rect l="l" t="t" r="r" b="b"/>
              <a:pathLst>
                <a:path w="213360" h="424814">
                  <a:moveTo>
                    <a:pt x="2426" y="310582"/>
                  </a:moveTo>
                  <a:lnTo>
                    <a:pt x="128" y="314957"/>
                  </a:lnTo>
                  <a:lnTo>
                    <a:pt x="148" y="341066"/>
                  </a:lnTo>
                  <a:lnTo>
                    <a:pt x="660" y="341066"/>
                  </a:lnTo>
                  <a:lnTo>
                    <a:pt x="322" y="342596"/>
                  </a:lnTo>
                  <a:lnTo>
                    <a:pt x="237" y="342978"/>
                  </a:lnTo>
                  <a:lnTo>
                    <a:pt x="170" y="424468"/>
                  </a:lnTo>
                  <a:lnTo>
                    <a:pt x="212742" y="402056"/>
                  </a:lnTo>
                  <a:lnTo>
                    <a:pt x="212728" y="365156"/>
                  </a:lnTo>
                  <a:lnTo>
                    <a:pt x="75752" y="365156"/>
                  </a:lnTo>
                  <a:lnTo>
                    <a:pt x="47976" y="361141"/>
                  </a:lnTo>
                  <a:lnTo>
                    <a:pt x="48359" y="358465"/>
                  </a:lnTo>
                  <a:lnTo>
                    <a:pt x="30735" y="358465"/>
                  </a:lnTo>
                  <a:lnTo>
                    <a:pt x="2959" y="354449"/>
                  </a:lnTo>
                  <a:lnTo>
                    <a:pt x="3642" y="349670"/>
                  </a:lnTo>
                  <a:lnTo>
                    <a:pt x="3724" y="349096"/>
                  </a:lnTo>
                  <a:lnTo>
                    <a:pt x="14154" y="349096"/>
                  </a:lnTo>
                  <a:lnTo>
                    <a:pt x="15218" y="344316"/>
                  </a:lnTo>
                  <a:lnTo>
                    <a:pt x="56875" y="344316"/>
                  </a:lnTo>
                  <a:lnTo>
                    <a:pt x="54297" y="342978"/>
                  </a:lnTo>
                  <a:lnTo>
                    <a:pt x="56149" y="339281"/>
                  </a:lnTo>
                  <a:lnTo>
                    <a:pt x="48652" y="335330"/>
                  </a:lnTo>
                  <a:lnTo>
                    <a:pt x="39356" y="335330"/>
                  </a:lnTo>
                  <a:lnTo>
                    <a:pt x="15027" y="322712"/>
                  </a:lnTo>
                  <a:lnTo>
                    <a:pt x="17134" y="318484"/>
                  </a:lnTo>
                  <a:lnTo>
                    <a:pt x="2426" y="310582"/>
                  </a:lnTo>
                  <a:close/>
                </a:path>
                <a:path w="213360" h="424814">
                  <a:moveTo>
                    <a:pt x="73465" y="352920"/>
                  </a:moveTo>
                  <a:lnTo>
                    <a:pt x="54489" y="352920"/>
                  </a:lnTo>
                  <a:lnTo>
                    <a:pt x="79392" y="358465"/>
                  </a:lnTo>
                  <a:lnTo>
                    <a:pt x="78352" y="363138"/>
                  </a:lnTo>
                  <a:lnTo>
                    <a:pt x="78243" y="363627"/>
                  </a:lnTo>
                  <a:lnTo>
                    <a:pt x="75979" y="363627"/>
                  </a:lnTo>
                  <a:lnTo>
                    <a:pt x="75752" y="365156"/>
                  </a:lnTo>
                  <a:lnTo>
                    <a:pt x="212728" y="365156"/>
                  </a:lnTo>
                  <a:lnTo>
                    <a:pt x="212727" y="363627"/>
                  </a:lnTo>
                  <a:lnTo>
                    <a:pt x="78243" y="363627"/>
                  </a:lnTo>
                  <a:lnTo>
                    <a:pt x="76051" y="363138"/>
                  </a:lnTo>
                  <a:lnTo>
                    <a:pt x="212727" y="363138"/>
                  </a:lnTo>
                  <a:lnTo>
                    <a:pt x="212726" y="359803"/>
                  </a:lnTo>
                  <a:lnTo>
                    <a:pt x="94334" y="359803"/>
                  </a:lnTo>
                  <a:lnTo>
                    <a:pt x="86492" y="355597"/>
                  </a:lnTo>
                  <a:lnTo>
                    <a:pt x="78626" y="355597"/>
                  </a:lnTo>
                  <a:lnTo>
                    <a:pt x="73465" y="352920"/>
                  </a:lnTo>
                  <a:close/>
                </a:path>
                <a:path w="213360" h="424814">
                  <a:moveTo>
                    <a:pt x="212719" y="342596"/>
                  </a:moveTo>
                  <a:lnTo>
                    <a:pt x="73646" y="342596"/>
                  </a:lnTo>
                  <a:lnTo>
                    <a:pt x="97016" y="355023"/>
                  </a:lnTo>
                  <a:lnTo>
                    <a:pt x="94334" y="359803"/>
                  </a:lnTo>
                  <a:lnTo>
                    <a:pt x="212726" y="359803"/>
                  </a:lnTo>
                  <a:lnTo>
                    <a:pt x="212719" y="342596"/>
                  </a:lnTo>
                  <a:close/>
                </a:path>
                <a:path w="213360" h="424814">
                  <a:moveTo>
                    <a:pt x="31518" y="353229"/>
                  </a:moveTo>
                  <a:lnTo>
                    <a:pt x="30735" y="358465"/>
                  </a:lnTo>
                  <a:lnTo>
                    <a:pt x="48359" y="358465"/>
                  </a:lnTo>
                  <a:lnTo>
                    <a:pt x="48636" y="356532"/>
                  </a:lnTo>
                  <a:lnTo>
                    <a:pt x="48742" y="355787"/>
                  </a:lnTo>
                  <a:lnTo>
                    <a:pt x="53847" y="355787"/>
                  </a:lnTo>
                  <a:lnTo>
                    <a:pt x="54018" y="355023"/>
                  </a:lnTo>
                  <a:lnTo>
                    <a:pt x="54061" y="354831"/>
                  </a:lnTo>
                  <a:lnTo>
                    <a:pt x="38972" y="354831"/>
                  </a:lnTo>
                  <a:lnTo>
                    <a:pt x="31518" y="353229"/>
                  </a:lnTo>
                  <a:close/>
                </a:path>
                <a:path w="213360" h="424814">
                  <a:moveTo>
                    <a:pt x="53847" y="355787"/>
                  </a:moveTo>
                  <a:lnTo>
                    <a:pt x="48742" y="355787"/>
                  </a:lnTo>
                  <a:lnTo>
                    <a:pt x="53680" y="356532"/>
                  </a:lnTo>
                  <a:lnTo>
                    <a:pt x="53847" y="355787"/>
                  </a:lnTo>
                  <a:close/>
                </a:path>
                <a:path w="213360" h="424814">
                  <a:moveTo>
                    <a:pt x="80393" y="352325"/>
                  </a:moveTo>
                  <a:lnTo>
                    <a:pt x="78626" y="355597"/>
                  </a:lnTo>
                  <a:lnTo>
                    <a:pt x="86492" y="355597"/>
                  </a:lnTo>
                  <a:lnTo>
                    <a:pt x="80393" y="352325"/>
                  </a:lnTo>
                  <a:close/>
                </a:path>
                <a:path w="213360" h="424814">
                  <a:moveTo>
                    <a:pt x="56875" y="344316"/>
                  </a:moveTo>
                  <a:lnTo>
                    <a:pt x="15218" y="344316"/>
                  </a:lnTo>
                  <a:lnTo>
                    <a:pt x="40121" y="349670"/>
                  </a:lnTo>
                  <a:lnTo>
                    <a:pt x="39057" y="354449"/>
                  </a:lnTo>
                  <a:lnTo>
                    <a:pt x="38972" y="354831"/>
                  </a:lnTo>
                  <a:lnTo>
                    <a:pt x="54061" y="354831"/>
                  </a:lnTo>
                  <a:lnTo>
                    <a:pt x="54362" y="353485"/>
                  </a:lnTo>
                  <a:lnTo>
                    <a:pt x="54489" y="352920"/>
                  </a:lnTo>
                  <a:lnTo>
                    <a:pt x="73465" y="352920"/>
                  </a:lnTo>
                  <a:lnTo>
                    <a:pt x="56875" y="344316"/>
                  </a:lnTo>
                  <a:close/>
                </a:path>
                <a:path w="213360" h="424814">
                  <a:moveTo>
                    <a:pt x="14154" y="349096"/>
                  </a:moveTo>
                  <a:lnTo>
                    <a:pt x="3724" y="349096"/>
                  </a:lnTo>
                  <a:lnTo>
                    <a:pt x="32708" y="353485"/>
                  </a:lnTo>
                  <a:lnTo>
                    <a:pt x="31479" y="353485"/>
                  </a:lnTo>
                  <a:lnTo>
                    <a:pt x="31518" y="353229"/>
                  </a:lnTo>
                  <a:lnTo>
                    <a:pt x="14069" y="349478"/>
                  </a:lnTo>
                  <a:lnTo>
                    <a:pt x="14154" y="349096"/>
                  </a:lnTo>
                  <a:close/>
                </a:path>
                <a:path w="213360" h="424814">
                  <a:moveTo>
                    <a:pt x="212711" y="322902"/>
                  </a:moveTo>
                  <a:lnTo>
                    <a:pt x="36673" y="322902"/>
                  </a:lnTo>
                  <a:lnTo>
                    <a:pt x="59853" y="335330"/>
                  </a:lnTo>
                  <a:lnTo>
                    <a:pt x="57852" y="339026"/>
                  </a:lnTo>
                  <a:lnTo>
                    <a:pt x="71772" y="346207"/>
                  </a:lnTo>
                  <a:lnTo>
                    <a:pt x="73646" y="342596"/>
                  </a:lnTo>
                  <a:lnTo>
                    <a:pt x="212719" y="342596"/>
                  </a:lnTo>
                  <a:lnTo>
                    <a:pt x="212711" y="322902"/>
                  </a:lnTo>
                  <a:close/>
                </a:path>
                <a:path w="213360" h="424814">
                  <a:moveTo>
                    <a:pt x="41356" y="331485"/>
                  </a:moveTo>
                  <a:lnTo>
                    <a:pt x="39356" y="335330"/>
                  </a:lnTo>
                  <a:lnTo>
                    <a:pt x="48652" y="335330"/>
                  </a:lnTo>
                  <a:lnTo>
                    <a:pt x="41356" y="331485"/>
                  </a:lnTo>
                  <a:close/>
                </a:path>
                <a:path w="213360" h="424814">
                  <a:moveTo>
                    <a:pt x="0" y="0"/>
                  </a:moveTo>
                  <a:lnTo>
                    <a:pt x="39" y="93472"/>
                  </a:lnTo>
                  <a:lnTo>
                    <a:pt x="128" y="303443"/>
                  </a:lnTo>
                  <a:lnTo>
                    <a:pt x="22881" y="315446"/>
                  </a:lnTo>
                  <a:lnTo>
                    <a:pt x="20624" y="319801"/>
                  </a:lnTo>
                  <a:lnTo>
                    <a:pt x="34610" y="326875"/>
                  </a:lnTo>
                  <a:lnTo>
                    <a:pt x="36673" y="322902"/>
                  </a:lnTo>
                  <a:lnTo>
                    <a:pt x="212711" y="322902"/>
                  </a:lnTo>
                  <a:lnTo>
                    <a:pt x="212685" y="257705"/>
                  </a:lnTo>
                  <a:lnTo>
                    <a:pt x="84947" y="257705"/>
                  </a:lnTo>
                  <a:lnTo>
                    <a:pt x="81967" y="255412"/>
                  </a:lnTo>
                  <a:lnTo>
                    <a:pt x="79776" y="255412"/>
                  </a:lnTo>
                  <a:lnTo>
                    <a:pt x="79776" y="253903"/>
                  </a:lnTo>
                  <a:lnTo>
                    <a:pt x="63875" y="241837"/>
                  </a:lnTo>
                  <a:lnTo>
                    <a:pt x="65515" y="239734"/>
                  </a:lnTo>
                  <a:lnTo>
                    <a:pt x="51301" y="229027"/>
                  </a:lnTo>
                  <a:lnTo>
                    <a:pt x="47019" y="229027"/>
                  </a:lnTo>
                  <a:lnTo>
                    <a:pt x="39529" y="223483"/>
                  </a:lnTo>
                  <a:lnTo>
                    <a:pt x="37440" y="223483"/>
                  </a:lnTo>
                  <a:lnTo>
                    <a:pt x="37440" y="221952"/>
                  </a:lnTo>
                  <a:lnTo>
                    <a:pt x="33033" y="218702"/>
                  </a:lnTo>
                  <a:lnTo>
                    <a:pt x="37440" y="218193"/>
                  </a:lnTo>
                  <a:lnTo>
                    <a:pt x="37440" y="209908"/>
                  </a:lnTo>
                  <a:lnTo>
                    <a:pt x="40121" y="209908"/>
                  </a:lnTo>
                  <a:lnTo>
                    <a:pt x="40121" y="191171"/>
                  </a:lnTo>
                  <a:lnTo>
                    <a:pt x="37440" y="191171"/>
                  </a:lnTo>
                  <a:lnTo>
                    <a:pt x="37440" y="172243"/>
                  </a:lnTo>
                  <a:lnTo>
                    <a:pt x="40121" y="172243"/>
                  </a:lnTo>
                  <a:lnTo>
                    <a:pt x="40121" y="153315"/>
                  </a:lnTo>
                  <a:lnTo>
                    <a:pt x="37440" y="153315"/>
                  </a:lnTo>
                  <a:lnTo>
                    <a:pt x="37440" y="134578"/>
                  </a:lnTo>
                  <a:lnTo>
                    <a:pt x="40121" y="134578"/>
                  </a:lnTo>
                  <a:lnTo>
                    <a:pt x="40121" y="115650"/>
                  </a:lnTo>
                  <a:lnTo>
                    <a:pt x="37440" y="115650"/>
                  </a:lnTo>
                  <a:lnTo>
                    <a:pt x="37440" y="106345"/>
                  </a:lnTo>
                  <a:lnTo>
                    <a:pt x="33033" y="103031"/>
                  </a:lnTo>
                  <a:lnTo>
                    <a:pt x="37440" y="102649"/>
                  </a:lnTo>
                  <a:lnTo>
                    <a:pt x="37440" y="99781"/>
                  </a:lnTo>
                  <a:lnTo>
                    <a:pt x="71043" y="99781"/>
                  </a:lnTo>
                  <a:lnTo>
                    <a:pt x="70963" y="99016"/>
                  </a:lnTo>
                  <a:lnTo>
                    <a:pt x="92610" y="96721"/>
                  </a:lnTo>
                  <a:lnTo>
                    <a:pt x="112554" y="96721"/>
                  </a:lnTo>
                  <a:lnTo>
                    <a:pt x="112341" y="94810"/>
                  </a:lnTo>
                  <a:lnTo>
                    <a:pt x="113682" y="94618"/>
                  </a:lnTo>
                  <a:lnTo>
                    <a:pt x="124282" y="93472"/>
                  </a:lnTo>
                  <a:lnTo>
                    <a:pt x="0" y="0"/>
                  </a:lnTo>
                  <a:close/>
                </a:path>
                <a:path w="213360" h="424814">
                  <a:moveTo>
                    <a:pt x="103615" y="250101"/>
                  </a:moveTo>
                  <a:lnTo>
                    <a:pt x="92909" y="251227"/>
                  </a:lnTo>
                  <a:lnTo>
                    <a:pt x="93065" y="252735"/>
                  </a:lnTo>
                  <a:lnTo>
                    <a:pt x="93187" y="253903"/>
                  </a:lnTo>
                  <a:lnTo>
                    <a:pt x="92994" y="253903"/>
                  </a:lnTo>
                  <a:lnTo>
                    <a:pt x="84947" y="254816"/>
                  </a:lnTo>
                  <a:lnTo>
                    <a:pt x="84947" y="257705"/>
                  </a:lnTo>
                  <a:lnTo>
                    <a:pt x="212685" y="257705"/>
                  </a:lnTo>
                  <a:lnTo>
                    <a:pt x="212683" y="252735"/>
                  </a:lnTo>
                  <a:lnTo>
                    <a:pt x="103912" y="252735"/>
                  </a:lnTo>
                  <a:lnTo>
                    <a:pt x="103742" y="251227"/>
                  </a:lnTo>
                  <a:lnTo>
                    <a:pt x="103675" y="250631"/>
                  </a:lnTo>
                  <a:lnTo>
                    <a:pt x="103615" y="250101"/>
                  </a:lnTo>
                  <a:close/>
                </a:path>
                <a:path w="213360" h="424814">
                  <a:moveTo>
                    <a:pt x="81691" y="255200"/>
                  </a:moveTo>
                  <a:lnTo>
                    <a:pt x="79776" y="255412"/>
                  </a:lnTo>
                  <a:lnTo>
                    <a:pt x="81967" y="255412"/>
                  </a:lnTo>
                  <a:lnTo>
                    <a:pt x="81691" y="255200"/>
                  </a:lnTo>
                  <a:close/>
                </a:path>
                <a:path w="213360" h="424814">
                  <a:moveTo>
                    <a:pt x="145759" y="245661"/>
                  </a:moveTo>
                  <a:lnTo>
                    <a:pt x="134457" y="246851"/>
                  </a:lnTo>
                  <a:lnTo>
                    <a:pt x="134754" y="249485"/>
                  </a:lnTo>
                  <a:lnTo>
                    <a:pt x="124985" y="250631"/>
                  </a:lnTo>
                  <a:lnTo>
                    <a:pt x="103912" y="252735"/>
                  </a:lnTo>
                  <a:lnTo>
                    <a:pt x="212683" y="252735"/>
                  </a:lnTo>
                  <a:lnTo>
                    <a:pt x="212682" y="248338"/>
                  </a:lnTo>
                  <a:lnTo>
                    <a:pt x="146057" y="248338"/>
                  </a:lnTo>
                  <a:lnTo>
                    <a:pt x="145759" y="245661"/>
                  </a:lnTo>
                  <a:close/>
                </a:path>
                <a:path w="213360" h="424814">
                  <a:moveTo>
                    <a:pt x="188009" y="241199"/>
                  </a:moveTo>
                  <a:lnTo>
                    <a:pt x="175239" y="242559"/>
                  </a:lnTo>
                  <a:lnTo>
                    <a:pt x="175842" y="242559"/>
                  </a:lnTo>
                  <a:lnTo>
                    <a:pt x="176132" y="245087"/>
                  </a:lnTo>
                  <a:lnTo>
                    <a:pt x="146057" y="248338"/>
                  </a:lnTo>
                  <a:lnTo>
                    <a:pt x="212682" y="248338"/>
                  </a:lnTo>
                  <a:lnTo>
                    <a:pt x="212680" y="243940"/>
                  </a:lnTo>
                  <a:lnTo>
                    <a:pt x="188201" y="243940"/>
                  </a:lnTo>
                  <a:lnTo>
                    <a:pt x="188104" y="242559"/>
                  </a:lnTo>
                  <a:lnTo>
                    <a:pt x="188009" y="241199"/>
                  </a:lnTo>
                  <a:close/>
                </a:path>
                <a:path w="213360" h="424814">
                  <a:moveTo>
                    <a:pt x="212679" y="241369"/>
                  </a:moveTo>
                  <a:lnTo>
                    <a:pt x="188201" y="243940"/>
                  </a:lnTo>
                  <a:lnTo>
                    <a:pt x="212680" y="243940"/>
                  </a:lnTo>
                  <a:lnTo>
                    <a:pt x="212679" y="241369"/>
                  </a:lnTo>
                  <a:close/>
                </a:path>
                <a:path w="213360" h="424814">
                  <a:moveTo>
                    <a:pt x="48594" y="226988"/>
                  </a:moveTo>
                  <a:lnTo>
                    <a:pt x="47019" y="229027"/>
                  </a:lnTo>
                  <a:lnTo>
                    <a:pt x="51301" y="229027"/>
                  </a:lnTo>
                  <a:lnTo>
                    <a:pt x="48594" y="226988"/>
                  </a:lnTo>
                  <a:close/>
                </a:path>
                <a:path w="213360" h="424814">
                  <a:moveTo>
                    <a:pt x="39270" y="223291"/>
                  </a:moveTo>
                  <a:lnTo>
                    <a:pt x="37440" y="223483"/>
                  </a:lnTo>
                  <a:lnTo>
                    <a:pt x="39529" y="223483"/>
                  </a:lnTo>
                  <a:lnTo>
                    <a:pt x="39270" y="223291"/>
                  </a:lnTo>
                  <a:close/>
                </a:path>
                <a:path w="213360" h="424814">
                  <a:moveTo>
                    <a:pt x="71202" y="101310"/>
                  </a:moveTo>
                  <a:lnTo>
                    <a:pt x="50275" y="101310"/>
                  </a:lnTo>
                  <a:lnTo>
                    <a:pt x="50387" y="102330"/>
                  </a:lnTo>
                  <a:lnTo>
                    <a:pt x="50463" y="103031"/>
                  </a:lnTo>
                  <a:lnTo>
                    <a:pt x="50552" y="103839"/>
                  </a:lnTo>
                  <a:lnTo>
                    <a:pt x="71240" y="101672"/>
                  </a:lnTo>
                  <a:lnTo>
                    <a:pt x="71202" y="101310"/>
                  </a:lnTo>
                  <a:close/>
                </a:path>
                <a:path w="213360" h="424814">
                  <a:moveTo>
                    <a:pt x="71043" y="99781"/>
                  </a:moveTo>
                  <a:lnTo>
                    <a:pt x="37440" y="99781"/>
                  </a:lnTo>
                  <a:lnTo>
                    <a:pt x="40952" y="102330"/>
                  </a:lnTo>
                  <a:lnTo>
                    <a:pt x="50275" y="101310"/>
                  </a:lnTo>
                  <a:lnTo>
                    <a:pt x="71202" y="101310"/>
                  </a:lnTo>
                  <a:lnTo>
                    <a:pt x="71043" y="99781"/>
                  </a:lnTo>
                  <a:close/>
                </a:path>
                <a:path w="213360" h="424814">
                  <a:moveTo>
                    <a:pt x="112554" y="96721"/>
                  </a:moveTo>
                  <a:lnTo>
                    <a:pt x="92610" y="96721"/>
                  </a:lnTo>
                  <a:lnTo>
                    <a:pt x="92670" y="97295"/>
                  </a:lnTo>
                  <a:lnTo>
                    <a:pt x="92759" y="98145"/>
                  </a:lnTo>
                  <a:lnTo>
                    <a:pt x="92850" y="99016"/>
                  </a:lnTo>
                  <a:lnTo>
                    <a:pt x="92887" y="99377"/>
                  </a:lnTo>
                  <a:lnTo>
                    <a:pt x="112618" y="97295"/>
                  </a:lnTo>
                  <a:lnTo>
                    <a:pt x="112554" y="96721"/>
                  </a:lnTo>
                  <a:close/>
                </a:path>
              </a:pathLst>
            </a:custGeom>
            <a:solidFill>
              <a:srgbClr val="88B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50901" y="4123245"/>
              <a:ext cx="213995" cy="22860"/>
            </a:xfrm>
            <a:custGeom>
              <a:avLst/>
              <a:gdLst/>
              <a:ahLst/>
              <a:cxnLst/>
              <a:rect l="l" t="t" r="r" b="b"/>
              <a:pathLst>
                <a:path w="213995" h="22860">
                  <a:moveTo>
                    <a:pt x="213379" y="0"/>
                  </a:moveTo>
                  <a:lnTo>
                    <a:pt x="0" y="22496"/>
                  </a:lnTo>
                  <a:lnTo>
                    <a:pt x="807" y="22496"/>
                  </a:lnTo>
                  <a:lnTo>
                    <a:pt x="213379" y="0"/>
                  </a:lnTo>
                  <a:close/>
                </a:path>
              </a:pathLst>
            </a:custGeom>
            <a:solidFill>
              <a:srgbClr val="98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46216" y="3717194"/>
              <a:ext cx="5715" cy="429259"/>
            </a:xfrm>
            <a:custGeom>
              <a:avLst/>
              <a:gdLst/>
              <a:ahLst/>
              <a:cxnLst/>
              <a:rect l="l" t="t" r="r" b="b"/>
              <a:pathLst>
                <a:path w="5714" h="429260">
                  <a:moveTo>
                    <a:pt x="149" y="349181"/>
                  </a:moveTo>
                  <a:lnTo>
                    <a:pt x="170" y="429099"/>
                  </a:lnTo>
                  <a:lnTo>
                    <a:pt x="5491" y="428547"/>
                  </a:lnTo>
                  <a:lnTo>
                    <a:pt x="5470" y="350222"/>
                  </a:lnTo>
                  <a:lnTo>
                    <a:pt x="4832" y="350222"/>
                  </a:lnTo>
                  <a:lnTo>
                    <a:pt x="149" y="349181"/>
                  </a:lnTo>
                  <a:close/>
                </a:path>
                <a:path w="5714" h="429260">
                  <a:moveTo>
                    <a:pt x="5469" y="347397"/>
                  </a:moveTo>
                  <a:lnTo>
                    <a:pt x="4832" y="350222"/>
                  </a:lnTo>
                  <a:lnTo>
                    <a:pt x="5470" y="350222"/>
                  </a:lnTo>
                  <a:lnTo>
                    <a:pt x="5469" y="347397"/>
                  </a:lnTo>
                  <a:close/>
                </a:path>
                <a:path w="5714" h="429260">
                  <a:moveTo>
                    <a:pt x="128" y="316317"/>
                  </a:moveTo>
                  <a:lnTo>
                    <a:pt x="149" y="343764"/>
                  </a:lnTo>
                  <a:lnTo>
                    <a:pt x="5469" y="344954"/>
                  </a:lnTo>
                  <a:lnTo>
                    <a:pt x="5406" y="319058"/>
                  </a:lnTo>
                  <a:lnTo>
                    <a:pt x="128" y="316317"/>
                  </a:lnTo>
                  <a:close/>
                </a:path>
                <a:path w="5714" h="429260">
                  <a:moveTo>
                    <a:pt x="0" y="0"/>
                  </a:moveTo>
                  <a:lnTo>
                    <a:pt x="1" y="3994"/>
                  </a:lnTo>
                  <a:lnTo>
                    <a:pt x="128" y="310285"/>
                  </a:lnTo>
                  <a:lnTo>
                    <a:pt x="2639" y="311580"/>
                  </a:lnTo>
                  <a:lnTo>
                    <a:pt x="4908" y="307416"/>
                  </a:lnTo>
                  <a:lnTo>
                    <a:pt x="5024" y="307204"/>
                  </a:lnTo>
                  <a:lnTo>
                    <a:pt x="5449" y="307204"/>
                  </a:lnTo>
                  <a:lnTo>
                    <a:pt x="5321" y="39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946216" y="3710524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0"/>
                  </a:moveTo>
                  <a:lnTo>
                    <a:pt x="0" y="2931"/>
                  </a:lnTo>
                  <a:lnTo>
                    <a:pt x="3427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955880" y="3662024"/>
              <a:ext cx="528955" cy="154305"/>
            </a:xfrm>
            <a:custGeom>
              <a:avLst/>
              <a:gdLst/>
              <a:ahLst/>
              <a:cxnLst/>
              <a:rect l="l" t="t" r="r" b="b"/>
              <a:pathLst>
                <a:path w="528954" h="154304">
                  <a:moveTo>
                    <a:pt x="528654" y="0"/>
                  </a:moveTo>
                  <a:lnTo>
                    <a:pt x="0" y="55764"/>
                  </a:lnTo>
                  <a:lnTo>
                    <a:pt x="127666" y="151786"/>
                  </a:lnTo>
                  <a:lnTo>
                    <a:pt x="130412" y="151489"/>
                  </a:lnTo>
                  <a:lnTo>
                    <a:pt x="130732" y="154080"/>
                  </a:lnTo>
                  <a:lnTo>
                    <a:pt x="149654" y="152105"/>
                  </a:lnTo>
                  <a:lnTo>
                    <a:pt x="149377" y="149576"/>
                  </a:lnTo>
                  <a:lnTo>
                    <a:pt x="172557" y="147091"/>
                  </a:lnTo>
                  <a:lnTo>
                    <a:pt x="172834" y="149640"/>
                  </a:lnTo>
                  <a:lnTo>
                    <a:pt x="191032" y="147728"/>
                  </a:lnTo>
                  <a:lnTo>
                    <a:pt x="190755" y="145180"/>
                  </a:lnTo>
                  <a:lnTo>
                    <a:pt x="211444" y="142885"/>
                  </a:lnTo>
                  <a:lnTo>
                    <a:pt x="211466" y="143033"/>
                  </a:lnTo>
                  <a:lnTo>
                    <a:pt x="214892" y="142693"/>
                  </a:lnTo>
                  <a:lnTo>
                    <a:pt x="215169" y="145180"/>
                  </a:lnTo>
                  <a:lnTo>
                    <a:pt x="232409" y="143374"/>
                  </a:lnTo>
                  <a:lnTo>
                    <a:pt x="232133" y="140782"/>
                  </a:lnTo>
                  <a:lnTo>
                    <a:pt x="257036" y="138104"/>
                  </a:lnTo>
                  <a:lnTo>
                    <a:pt x="257313" y="140740"/>
                  </a:lnTo>
                  <a:lnTo>
                    <a:pt x="273787" y="138997"/>
                  </a:lnTo>
                  <a:lnTo>
                    <a:pt x="273511" y="136384"/>
                  </a:lnTo>
                  <a:lnTo>
                    <a:pt x="299181" y="133708"/>
                  </a:lnTo>
                  <a:lnTo>
                    <a:pt x="299457" y="136300"/>
                  </a:lnTo>
                  <a:lnTo>
                    <a:pt x="315165" y="134642"/>
                  </a:lnTo>
                  <a:lnTo>
                    <a:pt x="314888" y="131987"/>
                  </a:lnTo>
                  <a:lnTo>
                    <a:pt x="341516" y="129310"/>
                  </a:lnTo>
                  <a:lnTo>
                    <a:pt x="341793" y="131838"/>
                  </a:lnTo>
                  <a:lnTo>
                    <a:pt x="356543" y="130266"/>
                  </a:lnTo>
                  <a:lnTo>
                    <a:pt x="356266" y="127781"/>
                  </a:lnTo>
                  <a:lnTo>
                    <a:pt x="383660" y="124721"/>
                  </a:lnTo>
                  <a:lnTo>
                    <a:pt x="383937" y="127377"/>
                  </a:lnTo>
                  <a:lnTo>
                    <a:pt x="397921" y="125911"/>
                  </a:lnTo>
                  <a:lnTo>
                    <a:pt x="397644" y="123383"/>
                  </a:lnTo>
                  <a:lnTo>
                    <a:pt x="425804" y="120324"/>
                  </a:lnTo>
                  <a:lnTo>
                    <a:pt x="426081" y="122937"/>
                  </a:lnTo>
                  <a:lnTo>
                    <a:pt x="439214" y="121556"/>
                  </a:lnTo>
                  <a:lnTo>
                    <a:pt x="439022" y="118986"/>
                  </a:lnTo>
                  <a:lnTo>
                    <a:pt x="468141" y="115926"/>
                  </a:lnTo>
                  <a:lnTo>
                    <a:pt x="468417" y="118475"/>
                  </a:lnTo>
                  <a:lnTo>
                    <a:pt x="480485" y="117201"/>
                  </a:lnTo>
                  <a:lnTo>
                    <a:pt x="480208" y="114588"/>
                  </a:lnTo>
                  <a:lnTo>
                    <a:pt x="510284" y="111530"/>
                  </a:lnTo>
                  <a:lnTo>
                    <a:pt x="510561" y="114015"/>
                  </a:lnTo>
                  <a:lnTo>
                    <a:pt x="521863" y="112825"/>
                  </a:lnTo>
                  <a:lnTo>
                    <a:pt x="521586" y="110191"/>
                  </a:lnTo>
                  <a:lnTo>
                    <a:pt x="528695" y="109468"/>
                  </a:lnTo>
                  <a:lnTo>
                    <a:pt x="528654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489855" y="3664404"/>
              <a:ext cx="203835" cy="170180"/>
            </a:xfrm>
            <a:custGeom>
              <a:avLst/>
              <a:gdLst/>
              <a:ahLst/>
              <a:cxnLst/>
              <a:rect l="l" t="t" r="r" b="b"/>
              <a:pathLst>
                <a:path w="203835" h="170179">
                  <a:moveTo>
                    <a:pt x="109500" y="133431"/>
                  </a:moveTo>
                  <a:lnTo>
                    <a:pt x="95462" y="133431"/>
                  </a:lnTo>
                  <a:lnTo>
                    <a:pt x="95551" y="135916"/>
                  </a:lnTo>
                  <a:lnTo>
                    <a:pt x="95653" y="138784"/>
                  </a:lnTo>
                  <a:lnTo>
                    <a:pt x="84926" y="139294"/>
                  </a:lnTo>
                  <a:lnTo>
                    <a:pt x="84926" y="147388"/>
                  </a:lnTo>
                  <a:lnTo>
                    <a:pt x="82265" y="147388"/>
                  </a:lnTo>
                  <a:lnTo>
                    <a:pt x="82287" y="166316"/>
                  </a:lnTo>
                  <a:lnTo>
                    <a:pt x="84926" y="166316"/>
                  </a:lnTo>
                  <a:lnTo>
                    <a:pt x="84926" y="169651"/>
                  </a:lnTo>
                  <a:lnTo>
                    <a:pt x="188306" y="158753"/>
                  </a:lnTo>
                  <a:lnTo>
                    <a:pt x="203227" y="152868"/>
                  </a:lnTo>
                  <a:lnTo>
                    <a:pt x="183491" y="138019"/>
                  </a:lnTo>
                  <a:lnTo>
                    <a:pt x="109829" y="138019"/>
                  </a:lnTo>
                  <a:lnTo>
                    <a:pt x="109733" y="136681"/>
                  </a:lnTo>
                  <a:lnTo>
                    <a:pt x="109678" y="135916"/>
                  </a:lnTo>
                  <a:lnTo>
                    <a:pt x="109569" y="134387"/>
                  </a:lnTo>
                  <a:lnTo>
                    <a:pt x="109500" y="133431"/>
                  </a:lnTo>
                  <a:close/>
                </a:path>
                <a:path w="203835" h="170179">
                  <a:moveTo>
                    <a:pt x="148170" y="131328"/>
                  </a:moveTo>
                  <a:lnTo>
                    <a:pt x="134158" y="131328"/>
                  </a:lnTo>
                  <a:lnTo>
                    <a:pt x="134233" y="133431"/>
                  </a:lnTo>
                  <a:lnTo>
                    <a:pt x="134349" y="136681"/>
                  </a:lnTo>
                  <a:lnTo>
                    <a:pt x="109829" y="138019"/>
                  </a:lnTo>
                  <a:lnTo>
                    <a:pt x="183491" y="138019"/>
                  </a:lnTo>
                  <a:lnTo>
                    <a:pt x="180695" y="135916"/>
                  </a:lnTo>
                  <a:lnTo>
                    <a:pt x="148334" y="135916"/>
                  </a:lnTo>
                  <a:lnTo>
                    <a:pt x="148218" y="132666"/>
                  </a:lnTo>
                  <a:lnTo>
                    <a:pt x="148170" y="131328"/>
                  </a:lnTo>
                  <a:close/>
                </a:path>
                <a:path w="203835" h="170179">
                  <a:moveTo>
                    <a:pt x="172704" y="129904"/>
                  </a:moveTo>
                  <a:lnTo>
                    <a:pt x="172813" y="131328"/>
                  </a:lnTo>
                  <a:lnTo>
                    <a:pt x="172915" y="132666"/>
                  </a:lnTo>
                  <a:lnTo>
                    <a:pt x="172973" y="133431"/>
                  </a:lnTo>
                  <a:lnTo>
                    <a:pt x="173046" y="134387"/>
                  </a:lnTo>
                  <a:lnTo>
                    <a:pt x="148334" y="135916"/>
                  </a:lnTo>
                  <a:lnTo>
                    <a:pt x="180695" y="135916"/>
                  </a:lnTo>
                  <a:lnTo>
                    <a:pt x="172704" y="129904"/>
                  </a:lnTo>
                  <a:close/>
                </a:path>
                <a:path w="203835" h="170179">
                  <a:moveTo>
                    <a:pt x="170547" y="128268"/>
                  </a:moveTo>
                  <a:lnTo>
                    <a:pt x="75347" y="128268"/>
                  </a:lnTo>
                  <a:lnTo>
                    <a:pt x="83068" y="134068"/>
                  </a:lnTo>
                  <a:lnTo>
                    <a:pt x="82621" y="134068"/>
                  </a:lnTo>
                  <a:lnTo>
                    <a:pt x="84926" y="133813"/>
                  </a:lnTo>
                  <a:lnTo>
                    <a:pt x="89144" y="133813"/>
                  </a:lnTo>
                  <a:lnTo>
                    <a:pt x="95462" y="133431"/>
                  </a:lnTo>
                  <a:lnTo>
                    <a:pt x="109500" y="133431"/>
                  </a:lnTo>
                  <a:lnTo>
                    <a:pt x="109446" y="132666"/>
                  </a:lnTo>
                  <a:lnTo>
                    <a:pt x="134158" y="131328"/>
                  </a:lnTo>
                  <a:lnTo>
                    <a:pt x="148170" y="131328"/>
                  </a:lnTo>
                  <a:lnTo>
                    <a:pt x="148142" y="130563"/>
                  </a:lnTo>
                  <a:lnTo>
                    <a:pt x="171875" y="129266"/>
                  </a:lnTo>
                  <a:lnTo>
                    <a:pt x="170547" y="128268"/>
                  </a:lnTo>
                  <a:close/>
                </a:path>
                <a:path w="203835" h="170179">
                  <a:moveTo>
                    <a:pt x="89144" y="133813"/>
                  </a:moveTo>
                  <a:lnTo>
                    <a:pt x="84926" y="133813"/>
                  </a:lnTo>
                  <a:lnTo>
                    <a:pt x="84926" y="134068"/>
                  </a:lnTo>
                  <a:lnTo>
                    <a:pt x="89144" y="133813"/>
                  </a:lnTo>
                  <a:close/>
                </a:path>
                <a:path w="203835" h="170179">
                  <a:moveTo>
                    <a:pt x="49103" y="108427"/>
                  </a:moveTo>
                  <a:lnTo>
                    <a:pt x="58491" y="115459"/>
                  </a:lnTo>
                  <a:lnTo>
                    <a:pt x="56873" y="117646"/>
                  </a:lnTo>
                  <a:lnTo>
                    <a:pt x="73751" y="130435"/>
                  </a:lnTo>
                  <a:lnTo>
                    <a:pt x="75347" y="128268"/>
                  </a:lnTo>
                  <a:lnTo>
                    <a:pt x="170547" y="128268"/>
                  </a:lnTo>
                  <a:lnTo>
                    <a:pt x="157039" y="118113"/>
                  </a:lnTo>
                  <a:lnTo>
                    <a:pt x="146034" y="117179"/>
                  </a:lnTo>
                  <a:lnTo>
                    <a:pt x="146130" y="115841"/>
                  </a:lnTo>
                  <a:lnTo>
                    <a:pt x="131668" y="115841"/>
                  </a:lnTo>
                  <a:lnTo>
                    <a:pt x="106765" y="113546"/>
                  </a:lnTo>
                  <a:lnTo>
                    <a:pt x="106850" y="112400"/>
                  </a:lnTo>
                  <a:lnTo>
                    <a:pt x="92397" y="112400"/>
                  </a:lnTo>
                  <a:lnTo>
                    <a:pt x="67494" y="110105"/>
                  </a:lnTo>
                  <a:lnTo>
                    <a:pt x="67590" y="108766"/>
                  </a:lnTo>
                  <a:lnTo>
                    <a:pt x="53126" y="108766"/>
                  </a:lnTo>
                  <a:lnTo>
                    <a:pt x="49103" y="108427"/>
                  </a:lnTo>
                  <a:close/>
                </a:path>
                <a:path w="203835" h="170179">
                  <a:moveTo>
                    <a:pt x="144171" y="108427"/>
                  </a:moveTo>
                  <a:lnTo>
                    <a:pt x="107662" y="108427"/>
                  </a:lnTo>
                  <a:lnTo>
                    <a:pt x="132242" y="110487"/>
                  </a:lnTo>
                  <a:lnTo>
                    <a:pt x="131709" y="115459"/>
                  </a:lnTo>
                  <a:lnTo>
                    <a:pt x="131668" y="115841"/>
                  </a:lnTo>
                  <a:lnTo>
                    <a:pt x="146130" y="115841"/>
                  </a:lnTo>
                  <a:lnTo>
                    <a:pt x="146295" y="113546"/>
                  </a:lnTo>
                  <a:lnTo>
                    <a:pt x="146418" y="111826"/>
                  </a:lnTo>
                  <a:lnTo>
                    <a:pt x="148690" y="111826"/>
                  </a:lnTo>
                  <a:lnTo>
                    <a:pt x="144171" y="108427"/>
                  </a:lnTo>
                  <a:close/>
                </a:path>
                <a:path w="203835" h="170179">
                  <a:moveTo>
                    <a:pt x="139284" y="104752"/>
                  </a:moveTo>
                  <a:lnTo>
                    <a:pt x="67877" y="104752"/>
                  </a:lnTo>
                  <a:lnTo>
                    <a:pt x="92781" y="107047"/>
                  </a:lnTo>
                  <a:lnTo>
                    <a:pt x="92682" y="108427"/>
                  </a:lnTo>
                  <a:lnTo>
                    <a:pt x="92562" y="110105"/>
                  </a:lnTo>
                  <a:lnTo>
                    <a:pt x="92438" y="111826"/>
                  </a:lnTo>
                  <a:lnTo>
                    <a:pt x="92397" y="112400"/>
                  </a:lnTo>
                  <a:lnTo>
                    <a:pt x="106850" y="112400"/>
                  </a:lnTo>
                  <a:lnTo>
                    <a:pt x="106892" y="111826"/>
                  </a:lnTo>
                  <a:lnTo>
                    <a:pt x="106991" y="110487"/>
                  </a:lnTo>
                  <a:lnTo>
                    <a:pt x="107019" y="110105"/>
                  </a:lnTo>
                  <a:lnTo>
                    <a:pt x="107144" y="108427"/>
                  </a:lnTo>
                  <a:lnTo>
                    <a:pt x="144171" y="108427"/>
                  </a:lnTo>
                  <a:lnTo>
                    <a:pt x="139284" y="104752"/>
                  </a:lnTo>
                  <a:close/>
                </a:path>
                <a:path w="203835" h="170179">
                  <a:moveTo>
                    <a:pt x="148690" y="111826"/>
                  </a:moveTo>
                  <a:lnTo>
                    <a:pt x="146418" y="111826"/>
                  </a:lnTo>
                  <a:lnTo>
                    <a:pt x="148972" y="112038"/>
                  </a:lnTo>
                  <a:lnTo>
                    <a:pt x="148690" y="111826"/>
                  </a:lnTo>
                  <a:close/>
                </a:path>
                <a:path w="203835" h="170179">
                  <a:moveTo>
                    <a:pt x="135724" y="102074"/>
                  </a:moveTo>
                  <a:lnTo>
                    <a:pt x="42782" y="102074"/>
                  </a:lnTo>
                  <a:lnTo>
                    <a:pt x="42782" y="102607"/>
                  </a:lnTo>
                  <a:lnTo>
                    <a:pt x="43009" y="102607"/>
                  </a:lnTo>
                  <a:lnTo>
                    <a:pt x="53510" y="103605"/>
                  </a:lnTo>
                  <a:lnTo>
                    <a:pt x="53439" y="104560"/>
                  </a:lnTo>
                  <a:lnTo>
                    <a:pt x="53327" y="106069"/>
                  </a:lnTo>
                  <a:lnTo>
                    <a:pt x="53243" y="107195"/>
                  </a:lnTo>
                  <a:lnTo>
                    <a:pt x="53126" y="108766"/>
                  </a:lnTo>
                  <a:lnTo>
                    <a:pt x="67590" y="108766"/>
                  </a:lnTo>
                  <a:lnTo>
                    <a:pt x="67713" y="107047"/>
                  </a:lnTo>
                  <a:lnTo>
                    <a:pt x="67783" y="106069"/>
                  </a:lnTo>
                  <a:lnTo>
                    <a:pt x="67877" y="104752"/>
                  </a:lnTo>
                  <a:lnTo>
                    <a:pt x="139284" y="104752"/>
                  </a:lnTo>
                  <a:lnTo>
                    <a:pt x="135724" y="102074"/>
                  </a:lnTo>
                  <a:close/>
                </a:path>
                <a:path w="203835" h="170179">
                  <a:moveTo>
                    <a:pt x="29300" y="104560"/>
                  </a:moveTo>
                  <a:lnTo>
                    <a:pt x="18453" y="104560"/>
                  </a:lnTo>
                  <a:lnTo>
                    <a:pt x="18611" y="106069"/>
                  </a:lnTo>
                  <a:lnTo>
                    <a:pt x="18729" y="107195"/>
                  </a:lnTo>
                  <a:lnTo>
                    <a:pt x="29457" y="106069"/>
                  </a:lnTo>
                  <a:lnTo>
                    <a:pt x="29320" y="104752"/>
                  </a:lnTo>
                  <a:lnTo>
                    <a:pt x="29300" y="104560"/>
                  </a:lnTo>
                  <a:close/>
                </a:path>
                <a:path w="203835" h="170179">
                  <a:moveTo>
                    <a:pt x="0" y="0"/>
                  </a:moveTo>
                  <a:lnTo>
                    <a:pt x="41" y="106536"/>
                  </a:lnTo>
                  <a:lnTo>
                    <a:pt x="2532" y="106302"/>
                  </a:lnTo>
                  <a:lnTo>
                    <a:pt x="18453" y="104560"/>
                  </a:lnTo>
                  <a:lnTo>
                    <a:pt x="29300" y="104560"/>
                  </a:lnTo>
                  <a:lnTo>
                    <a:pt x="29180" y="103413"/>
                  </a:lnTo>
                  <a:lnTo>
                    <a:pt x="37418" y="102607"/>
                  </a:lnTo>
                  <a:lnTo>
                    <a:pt x="37418" y="99781"/>
                  </a:lnTo>
                  <a:lnTo>
                    <a:pt x="132674" y="99781"/>
                  </a:lnTo>
                  <a:lnTo>
                    <a:pt x="0" y="0"/>
                  </a:lnTo>
                  <a:close/>
                </a:path>
                <a:path w="203835" h="170179">
                  <a:moveTo>
                    <a:pt x="132674" y="99781"/>
                  </a:moveTo>
                  <a:lnTo>
                    <a:pt x="37418" y="99781"/>
                  </a:lnTo>
                  <a:lnTo>
                    <a:pt x="40845" y="102266"/>
                  </a:lnTo>
                  <a:lnTo>
                    <a:pt x="42782" y="102074"/>
                  </a:lnTo>
                  <a:lnTo>
                    <a:pt x="135724" y="102074"/>
                  </a:lnTo>
                  <a:lnTo>
                    <a:pt x="132674" y="99781"/>
                  </a:lnTo>
                  <a:close/>
                </a:path>
              </a:pathLst>
            </a:custGeom>
            <a:solidFill>
              <a:srgbClr val="8CB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484533" y="3661409"/>
              <a:ext cx="5715" cy="110489"/>
            </a:xfrm>
            <a:custGeom>
              <a:avLst/>
              <a:gdLst/>
              <a:ahLst/>
              <a:cxnLst/>
              <a:rect l="l" t="t" r="r" b="b"/>
              <a:pathLst>
                <a:path w="5714" h="110489">
                  <a:moveTo>
                    <a:pt x="5334" y="2540"/>
                  </a:moveTo>
                  <a:lnTo>
                    <a:pt x="3060" y="2540"/>
                  </a:lnTo>
                  <a:lnTo>
                    <a:pt x="3060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12" y="109220"/>
                  </a:lnTo>
                  <a:lnTo>
                    <a:pt x="38" y="110490"/>
                  </a:lnTo>
                  <a:lnTo>
                    <a:pt x="2235" y="110490"/>
                  </a:lnTo>
                  <a:lnTo>
                    <a:pt x="2235" y="109220"/>
                  </a:lnTo>
                  <a:lnTo>
                    <a:pt x="5334" y="109220"/>
                  </a:lnTo>
                  <a:lnTo>
                    <a:pt x="5334" y="254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955880" y="3717789"/>
              <a:ext cx="41275" cy="31115"/>
            </a:xfrm>
            <a:custGeom>
              <a:avLst/>
              <a:gdLst/>
              <a:ahLst/>
              <a:cxnLst/>
              <a:rect l="l" t="t" r="r" b="b"/>
              <a:pathLst>
                <a:path w="41275" h="31114">
                  <a:moveTo>
                    <a:pt x="0" y="0"/>
                  </a:moveTo>
                  <a:lnTo>
                    <a:pt x="41229" y="310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955858" y="3717789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21" y="0"/>
                  </a:moveTo>
                  <a:lnTo>
                    <a:pt x="0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707919" y="3821756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10">
                  <a:moveTo>
                    <a:pt x="0" y="0"/>
                  </a:moveTo>
                  <a:lnTo>
                    <a:pt x="0" y="3632"/>
                  </a:lnTo>
                  <a:lnTo>
                    <a:pt x="4235" y="3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49634" y="3656698"/>
              <a:ext cx="756285" cy="164465"/>
            </a:xfrm>
            <a:custGeom>
              <a:avLst/>
              <a:gdLst/>
              <a:ahLst/>
              <a:cxnLst/>
              <a:rect l="l" t="t" r="r" b="b"/>
              <a:pathLst>
                <a:path w="756285" h="164464">
                  <a:moveTo>
                    <a:pt x="534898" y="0"/>
                  </a:moveTo>
                  <a:lnTo>
                    <a:pt x="0" y="56426"/>
                  </a:lnTo>
                  <a:lnTo>
                    <a:pt x="6223" y="61099"/>
                  </a:lnTo>
                  <a:lnTo>
                    <a:pt x="534898" y="5334"/>
                  </a:lnTo>
                  <a:lnTo>
                    <a:pt x="534898" y="0"/>
                  </a:lnTo>
                  <a:close/>
                </a:path>
                <a:path w="756285" h="164464">
                  <a:moveTo>
                    <a:pt x="699122" y="120573"/>
                  </a:moveTo>
                  <a:lnTo>
                    <a:pt x="540219" y="1066"/>
                  </a:lnTo>
                  <a:lnTo>
                    <a:pt x="540219" y="7696"/>
                  </a:lnTo>
                  <a:lnTo>
                    <a:pt x="689203" y="119748"/>
                  </a:lnTo>
                  <a:lnTo>
                    <a:pt x="699122" y="120573"/>
                  </a:lnTo>
                  <a:close/>
                </a:path>
                <a:path w="756285" h="164464">
                  <a:moveTo>
                    <a:pt x="749249" y="158292"/>
                  </a:moveTo>
                  <a:lnTo>
                    <a:pt x="707212" y="126657"/>
                  </a:lnTo>
                  <a:lnTo>
                    <a:pt x="697280" y="125831"/>
                  </a:lnTo>
                  <a:lnTo>
                    <a:pt x="712114" y="136982"/>
                  </a:lnTo>
                  <a:lnTo>
                    <a:pt x="712876" y="136982"/>
                  </a:lnTo>
                  <a:lnTo>
                    <a:pt x="712914" y="137591"/>
                  </a:lnTo>
                  <a:lnTo>
                    <a:pt x="743470" y="160566"/>
                  </a:lnTo>
                  <a:lnTo>
                    <a:pt x="749249" y="158292"/>
                  </a:lnTo>
                  <a:close/>
                </a:path>
                <a:path w="756285" h="164464">
                  <a:moveTo>
                    <a:pt x="756234" y="163537"/>
                  </a:moveTo>
                  <a:lnTo>
                    <a:pt x="750557" y="159258"/>
                  </a:lnTo>
                  <a:lnTo>
                    <a:pt x="751954" y="162750"/>
                  </a:lnTo>
                  <a:lnTo>
                    <a:pt x="748322" y="164211"/>
                  </a:lnTo>
                  <a:lnTo>
                    <a:pt x="748512" y="164338"/>
                  </a:lnTo>
                  <a:lnTo>
                    <a:pt x="756234" y="163537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484534" y="3656331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3426" y="0"/>
                  </a:moveTo>
                  <a:lnTo>
                    <a:pt x="0" y="361"/>
                  </a:lnTo>
                  <a:lnTo>
                    <a:pt x="0" y="5693"/>
                  </a:lnTo>
                  <a:lnTo>
                    <a:pt x="1915" y="5481"/>
                  </a:lnTo>
                  <a:lnTo>
                    <a:pt x="5321" y="8051"/>
                  </a:lnTo>
                  <a:lnTo>
                    <a:pt x="5321" y="142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41896" y="3713095"/>
              <a:ext cx="141650" cy="101565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044376" y="4079785"/>
              <a:ext cx="32384" cy="16510"/>
            </a:xfrm>
            <a:custGeom>
              <a:avLst/>
              <a:gdLst/>
              <a:ahLst/>
              <a:cxnLst/>
              <a:rect l="l" t="t" r="r" b="b"/>
              <a:pathLst>
                <a:path w="32385" h="16510">
                  <a:moveTo>
                    <a:pt x="31991" y="11391"/>
                  </a:moveTo>
                  <a:lnTo>
                    <a:pt x="17919" y="3873"/>
                  </a:lnTo>
                  <a:lnTo>
                    <a:pt x="16586" y="6337"/>
                  </a:lnTo>
                  <a:lnTo>
                    <a:pt x="14389" y="5930"/>
                  </a:lnTo>
                  <a:lnTo>
                    <a:pt x="2984" y="0"/>
                  </a:lnTo>
                  <a:lnTo>
                    <a:pt x="1384" y="3086"/>
                  </a:lnTo>
                  <a:lnTo>
                    <a:pt x="1155" y="3022"/>
                  </a:lnTo>
                  <a:lnTo>
                    <a:pt x="952" y="3886"/>
                  </a:lnTo>
                  <a:lnTo>
                    <a:pt x="812" y="3886"/>
                  </a:lnTo>
                  <a:lnTo>
                    <a:pt x="749" y="4279"/>
                  </a:lnTo>
                  <a:lnTo>
                    <a:pt x="533" y="4711"/>
                  </a:lnTo>
                  <a:lnTo>
                    <a:pt x="673" y="4800"/>
                  </a:lnTo>
                  <a:lnTo>
                    <a:pt x="508" y="5918"/>
                  </a:lnTo>
                  <a:lnTo>
                    <a:pt x="0" y="8204"/>
                  </a:lnTo>
                  <a:lnTo>
                    <a:pt x="152" y="8242"/>
                  </a:lnTo>
                  <a:lnTo>
                    <a:pt x="25" y="9131"/>
                  </a:lnTo>
                  <a:lnTo>
                    <a:pt x="12700" y="11036"/>
                  </a:lnTo>
                  <a:lnTo>
                    <a:pt x="14706" y="12052"/>
                  </a:lnTo>
                  <a:lnTo>
                    <a:pt x="14973" y="11518"/>
                  </a:lnTo>
                  <a:lnTo>
                    <a:pt x="15582" y="11645"/>
                  </a:lnTo>
                  <a:lnTo>
                    <a:pt x="15621" y="11468"/>
                  </a:lnTo>
                  <a:lnTo>
                    <a:pt x="15811" y="11493"/>
                  </a:lnTo>
                  <a:lnTo>
                    <a:pt x="16141" y="9283"/>
                  </a:lnTo>
                  <a:lnTo>
                    <a:pt x="16281" y="9017"/>
                  </a:lnTo>
                  <a:lnTo>
                    <a:pt x="29476" y="16065"/>
                  </a:lnTo>
                  <a:lnTo>
                    <a:pt x="31991" y="11391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624743" y="3582301"/>
              <a:ext cx="278130" cy="756920"/>
            </a:xfrm>
            <a:custGeom>
              <a:avLst/>
              <a:gdLst/>
              <a:ahLst/>
              <a:cxnLst/>
              <a:rect l="l" t="t" r="r" b="b"/>
              <a:pathLst>
                <a:path w="278129" h="756920">
                  <a:moveTo>
                    <a:pt x="3429" y="2590"/>
                  </a:moveTo>
                  <a:lnTo>
                    <a:pt x="0" y="0"/>
                  </a:lnTo>
                  <a:lnTo>
                    <a:pt x="0" y="2590"/>
                  </a:lnTo>
                  <a:lnTo>
                    <a:pt x="3429" y="2590"/>
                  </a:lnTo>
                  <a:close/>
                </a:path>
                <a:path w="278129" h="756920">
                  <a:moveTo>
                    <a:pt x="5321" y="2374"/>
                  </a:moveTo>
                  <a:lnTo>
                    <a:pt x="3429" y="2590"/>
                  </a:lnTo>
                  <a:lnTo>
                    <a:pt x="5321" y="4013"/>
                  </a:lnTo>
                  <a:lnTo>
                    <a:pt x="5321" y="2374"/>
                  </a:lnTo>
                  <a:close/>
                </a:path>
                <a:path w="278129" h="756920">
                  <a:moveTo>
                    <a:pt x="277964" y="753986"/>
                  </a:moveTo>
                  <a:lnTo>
                    <a:pt x="274574" y="753986"/>
                  </a:lnTo>
                  <a:lnTo>
                    <a:pt x="277964" y="756526"/>
                  </a:lnTo>
                  <a:lnTo>
                    <a:pt x="277964" y="753986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151566" y="3643437"/>
              <a:ext cx="267335" cy="532765"/>
            </a:xfrm>
            <a:custGeom>
              <a:avLst/>
              <a:gdLst/>
              <a:ahLst/>
              <a:cxnLst/>
              <a:rect l="l" t="t" r="r" b="b"/>
              <a:pathLst>
                <a:path w="267335" h="532764">
                  <a:moveTo>
                    <a:pt x="0" y="0"/>
                  </a:moveTo>
                  <a:lnTo>
                    <a:pt x="110" y="278291"/>
                  </a:lnTo>
                  <a:lnTo>
                    <a:pt x="212" y="532683"/>
                  </a:lnTo>
                  <a:lnTo>
                    <a:pt x="41253" y="528372"/>
                  </a:lnTo>
                  <a:lnTo>
                    <a:pt x="29010" y="528372"/>
                  </a:lnTo>
                  <a:lnTo>
                    <a:pt x="4107" y="523783"/>
                  </a:lnTo>
                  <a:lnTo>
                    <a:pt x="5066" y="518621"/>
                  </a:lnTo>
                  <a:lnTo>
                    <a:pt x="133546" y="518621"/>
                  </a:lnTo>
                  <a:lnTo>
                    <a:pt x="267232" y="504515"/>
                  </a:lnTo>
                  <a:lnTo>
                    <a:pt x="267200" y="454188"/>
                  </a:lnTo>
                  <a:lnTo>
                    <a:pt x="117322" y="454188"/>
                  </a:lnTo>
                  <a:lnTo>
                    <a:pt x="114101" y="451703"/>
                  </a:lnTo>
                  <a:lnTo>
                    <a:pt x="111958" y="451703"/>
                  </a:lnTo>
                  <a:lnTo>
                    <a:pt x="111958" y="450174"/>
                  </a:lnTo>
                  <a:lnTo>
                    <a:pt x="95483" y="437746"/>
                  </a:lnTo>
                  <a:lnTo>
                    <a:pt x="97080" y="435686"/>
                  </a:lnTo>
                  <a:lnTo>
                    <a:pt x="83538" y="425509"/>
                  </a:lnTo>
                  <a:lnTo>
                    <a:pt x="79201" y="425509"/>
                  </a:lnTo>
                  <a:lnTo>
                    <a:pt x="71785" y="419964"/>
                  </a:lnTo>
                  <a:lnTo>
                    <a:pt x="69814" y="419964"/>
                  </a:lnTo>
                  <a:lnTo>
                    <a:pt x="69814" y="418478"/>
                  </a:lnTo>
                  <a:lnTo>
                    <a:pt x="65408" y="415185"/>
                  </a:lnTo>
                  <a:lnTo>
                    <a:pt x="69771" y="414696"/>
                  </a:lnTo>
                  <a:lnTo>
                    <a:pt x="69622" y="406391"/>
                  </a:lnTo>
                  <a:lnTo>
                    <a:pt x="72304" y="406391"/>
                  </a:lnTo>
                  <a:lnTo>
                    <a:pt x="72304" y="387463"/>
                  </a:lnTo>
                  <a:lnTo>
                    <a:pt x="69622" y="387463"/>
                  </a:lnTo>
                  <a:lnTo>
                    <a:pt x="69622" y="368725"/>
                  </a:lnTo>
                  <a:lnTo>
                    <a:pt x="72304" y="368725"/>
                  </a:lnTo>
                  <a:lnTo>
                    <a:pt x="72304" y="349797"/>
                  </a:lnTo>
                  <a:lnTo>
                    <a:pt x="69622" y="349797"/>
                  </a:lnTo>
                  <a:lnTo>
                    <a:pt x="69622" y="330869"/>
                  </a:lnTo>
                  <a:lnTo>
                    <a:pt x="72304" y="330869"/>
                  </a:lnTo>
                  <a:lnTo>
                    <a:pt x="72304" y="312132"/>
                  </a:lnTo>
                  <a:lnTo>
                    <a:pt x="69622" y="312132"/>
                  </a:lnTo>
                  <a:lnTo>
                    <a:pt x="69622" y="302722"/>
                  </a:lnTo>
                  <a:lnTo>
                    <a:pt x="65408" y="299514"/>
                  </a:lnTo>
                  <a:lnTo>
                    <a:pt x="69622" y="299025"/>
                  </a:lnTo>
                  <a:lnTo>
                    <a:pt x="69622" y="296072"/>
                  </a:lnTo>
                  <a:lnTo>
                    <a:pt x="103014" y="296072"/>
                  </a:lnTo>
                  <a:lnTo>
                    <a:pt x="102955" y="295498"/>
                  </a:lnTo>
                  <a:lnTo>
                    <a:pt x="126133" y="293204"/>
                  </a:lnTo>
                  <a:lnTo>
                    <a:pt x="143963" y="293204"/>
                  </a:lnTo>
                  <a:lnTo>
                    <a:pt x="143757" y="291292"/>
                  </a:lnTo>
                  <a:lnTo>
                    <a:pt x="152441" y="290400"/>
                  </a:lnTo>
                  <a:lnTo>
                    <a:pt x="169810" y="288424"/>
                  </a:lnTo>
                  <a:lnTo>
                    <a:pt x="184720" y="288424"/>
                  </a:lnTo>
                  <a:lnTo>
                    <a:pt x="184561" y="286895"/>
                  </a:lnTo>
                  <a:lnTo>
                    <a:pt x="213295" y="283836"/>
                  </a:lnTo>
                  <a:lnTo>
                    <a:pt x="225642" y="283836"/>
                  </a:lnTo>
                  <a:lnTo>
                    <a:pt x="225555" y="282689"/>
                  </a:lnTo>
                  <a:lnTo>
                    <a:pt x="235134" y="281542"/>
                  </a:lnTo>
                  <a:lnTo>
                    <a:pt x="256973" y="279247"/>
                  </a:lnTo>
                  <a:lnTo>
                    <a:pt x="266428" y="279247"/>
                  </a:lnTo>
                  <a:lnTo>
                    <a:pt x="266359" y="278291"/>
                  </a:lnTo>
                  <a:lnTo>
                    <a:pt x="267125" y="278291"/>
                  </a:lnTo>
                  <a:lnTo>
                    <a:pt x="267103" y="200879"/>
                  </a:lnTo>
                  <a:lnTo>
                    <a:pt x="0" y="0"/>
                  </a:lnTo>
                  <a:close/>
                </a:path>
                <a:path w="267335" h="532764">
                  <a:moveTo>
                    <a:pt x="133546" y="518621"/>
                  </a:moveTo>
                  <a:lnTo>
                    <a:pt x="5066" y="518621"/>
                  </a:lnTo>
                  <a:lnTo>
                    <a:pt x="29968" y="523017"/>
                  </a:lnTo>
                  <a:lnTo>
                    <a:pt x="29060" y="528095"/>
                  </a:lnTo>
                  <a:lnTo>
                    <a:pt x="29010" y="528372"/>
                  </a:lnTo>
                  <a:lnTo>
                    <a:pt x="41253" y="528372"/>
                  </a:lnTo>
                  <a:lnTo>
                    <a:pt x="43888" y="528095"/>
                  </a:lnTo>
                  <a:lnTo>
                    <a:pt x="44335" y="525694"/>
                  </a:lnTo>
                  <a:lnTo>
                    <a:pt x="66505" y="525694"/>
                  </a:lnTo>
                  <a:lnTo>
                    <a:pt x="133546" y="518621"/>
                  </a:lnTo>
                  <a:close/>
                </a:path>
                <a:path w="267335" h="532764">
                  <a:moveTo>
                    <a:pt x="66505" y="525694"/>
                  </a:moveTo>
                  <a:lnTo>
                    <a:pt x="44335" y="525694"/>
                  </a:lnTo>
                  <a:lnTo>
                    <a:pt x="52616" y="527160"/>
                  </a:lnTo>
                  <a:lnTo>
                    <a:pt x="66505" y="525694"/>
                  </a:lnTo>
                  <a:close/>
                </a:path>
                <a:path w="267335" h="532764">
                  <a:moveTo>
                    <a:pt x="133690" y="446817"/>
                  </a:moveTo>
                  <a:lnTo>
                    <a:pt x="125282" y="447709"/>
                  </a:lnTo>
                  <a:lnTo>
                    <a:pt x="125460" y="449408"/>
                  </a:lnTo>
                  <a:lnTo>
                    <a:pt x="125559" y="450364"/>
                  </a:lnTo>
                  <a:lnTo>
                    <a:pt x="117322" y="451172"/>
                  </a:lnTo>
                  <a:lnTo>
                    <a:pt x="117322" y="454188"/>
                  </a:lnTo>
                  <a:lnTo>
                    <a:pt x="267200" y="454188"/>
                  </a:lnTo>
                  <a:lnTo>
                    <a:pt x="267197" y="449408"/>
                  </a:lnTo>
                  <a:lnTo>
                    <a:pt x="133988" y="449408"/>
                  </a:lnTo>
                  <a:lnTo>
                    <a:pt x="133793" y="447709"/>
                  </a:lnTo>
                  <a:lnTo>
                    <a:pt x="133690" y="446817"/>
                  </a:lnTo>
                  <a:close/>
                </a:path>
                <a:path w="267335" h="532764">
                  <a:moveTo>
                    <a:pt x="113852" y="451511"/>
                  </a:moveTo>
                  <a:lnTo>
                    <a:pt x="111958" y="451703"/>
                  </a:lnTo>
                  <a:lnTo>
                    <a:pt x="114101" y="451703"/>
                  </a:lnTo>
                  <a:lnTo>
                    <a:pt x="113852" y="451511"/>
                  </a:lnTo>
                  <a:close/>
                </a:path>
                <a:path w="267335" h="532764">
                  <a:moveTo>
                    <a:pt x="174492" y="442526"/>
                  </a:moveTo>
                  <a:lnTo>
                    <a:pt x="168767" y="443120"/>
                  </a:lnTo>
                  <a:lnTo>
                    <a:pt x="168984" y="445202"/>
                  </a:lnTo>
                  <a:lnTo>
                    <a:pt x="169044" y="445776"/>
                  </a:lnTo>
                  <a:lnTo>
                    <a:pt x="133988" y="449408"/>
                  </a:lnTo>
                  <a:lnTo>
                    <a:pt x="267197" y="449408"/>
                  </a:lnTo>
                  <a:lnTo>
                    <a:pt x="267195" y="445202"/>
                  </a:lnTo>
                  <a:lnTo>
                    <a:pt x="174791" y="445202"/>
                  </a:lnTo>
                  <a:lnTo>
                    <a:pt x="174592" y="443417"/>
                  </a:lnTo>
                  <a:lnTo>
                    <a:pt x="174492" y="442526"/>
                  </a:lnTo>
                  <a:close/>
                </a:path>
                <a:path w="267335" h="532764">
                  <a:moveTo>
                    <a:pt x="215296" y="438213"/>
                  </a:moveTo>
                  <a:lnTo>
                    <a:pt x="212252" y="438532"/>
                  </a:lnTo>
                  <a:lnTo>
                    <a:pt x="212489" y="440805"/>
                  </a:lnTo>
                  <a:lnTo>
                    <a:pt x="212529" y="441187"/>
                  </a:lnTo>
                  <a:lnTo>
                    <a:pt x="190691" y="443417"/>
                  </a:lnTo>
                  <a:lnTo>
                    <a:pt x="174791" y="445202"/>
                  </a:lnTo>
                  <a:lnTo>
                    <a:pt x="267195" y="445202"/>
                  </a:lnTo>
                  <a:lnTo>
                    <a:pt x="267192" y="440805"/>
                  </a:lnTo>
                  <a:lnTo>
                    <a:pt x="215593" y="440805"/>
                  </a:lnTo>
                  <a:lnTo>
                    <a:pt x="215333" y="438532"/>
                  </a:lnTo>
                  <a:lnTo>
                    <a:pt x="215296" y="438213"/>
                  </a:lnTo>
                  <a:close/>
                </a:path>
                <a:path w="267335" h="532764">
                  <a:moveTo>
                    <a:pt x="256120" y="433922"/>
                  </a:moveTo>
                  <a:lnTo>
                    <a:pt x="255929" y="433922"/>
                  </a:lnTo>
                  <a:lnTo>
                    <a:pt x="256078" y="435367"/>
                  </a:lnTo>
                  <a:lnTo>
                    <a:pt x="256111" y="435686"/>
                  </a:lnTo>
                  <a:lnTo>
                    <a:pt x="256205" y="436599"/>
                  </a:lnTo>
                  <a:lnTo>
                    <a:pt x="215593" y="440805"/>
                  </a:lnTo>
                  <a:lnTo>
                    <a:pt x="267192" y="440805"/>
                  </a:lnTo>
                  <a:lnTo>
                    <a:pt x="267189" y="436599"/>
                  </a:lnTo>
                  <a:lnTo>
                    <a:pt x="256397" y="436599"/>
                  </a:lnTo>
                  <a:lnTo>
                    <a:pt x="256120" y="433922"/>
                  </a:lnTo>
                  <a:close/>
                </a:path>
                <a:path w="267335" h="532764">
                  <a:moveTo>
                    <a:pt x="267188" y="435367"/>
                  </a:moveTo>
                  <a:lnTo>
                    <a:pt x="256397" y="436599"/>
                  </a:lnTo>
                  <a:lnTo>
                    <a:pt x="267189" y="436599"/>
                  </a:lnTo>
                  <a:lnTo>
                    <a:pt x="267188" y="435367"/>
                  </a:lnTo>
                  <a:close/>
                </a:path>
                <a:path w="267335" h="532764">
                  <a:moveTo>
                    <a:pt x="80797" y="423449"/>
                  </a:moveTo>
                  <a:lnTo>
                    <a:pt x="79201" y="425509"/>
                  </a:lnTo>
                  <a:lnTo>
                    <a:pt x="83538" y="425509"/>
                  </a:lnTo>
                  <a:lnTo>
                    <a:pt x="80797" y="423449"/>
                  </a:lnTo>
                  <a:close/>
                </a:path>
                <a:path w="267335" h="532764">
                  <a:moveTo>
                    <a:pt x="71559" y="419795"/>
                  </a:moveTo>
                  <a:lnTo>
                    <a:pt x="69814" y="419964"/>
                  </a:lnTo>
                  <a:lnTo>
                    <a:pt x="71785" y="419964"/>
                  </a:lnTo>
                  <a:lnTo>
                    <a:pt x="71559" y="419795"/>
                  </a:lnTo>
                  <a:close/>
                </a:path>
                <a:path w="267335" h="532764">
                  <a:moveTo>
                    <a:pt x="103174" y="297601"/>
                  </a:moveTo>
                  <a:lnTo>
                    <a:pt x="82649" y="297601"/>
                  </a:lnTo>
                  <a:lnTo>
                    <a:pt x="82764" y="298643"/>
                  </a:lnTo>
                  <a:lnTo>
                    <a:pt x="82860" y="299514"/>
                  </a:lnTo>
                  <a:lnTo>
                    <a:pt x="82947" y="300300"/>
                  </a:lnTo>
                  <a:lnTo>
                    <a:pt x="103231" y="298154"/>
                  </a:lnTo>
                  <a:lnTo>
                    <a:pt x="103174" y="297601"/>
                  </a:lnTo>
                  <a:close/>
                </a:path>
                <a:path w="267335" h="532764">
                  <a:moveTo>
                    <a:pt x="103014" y="296072"/>
                  </a:moveTo>
                  <a:lnTo>
                    <a:pt x="69622" y="296072"/>
                  </a:lnTo>
                  <a:lnTo>
                    <a:pt x="73113" y="298643"/>
                  </a:lnTo>
                  <a:lnTo>
                    <a:pt x="82649" y="297601"/>
                  </a:lnTo>
                  <a:lnTo>
                    <a:pt x="103174" y="297601"/>
                  </a:lnTo>
                  <a:lnTo>
                    <a:pt x="103014" y="296072"/>
                  </a:lnTo>
                  <a:close/>
                </a:path>
                <a:path w="267335" h="532764">
                  <a:moveTo>
                    <a:pt x="143963" y="293204"/>
                  </a:moveTo>
                  <a:lnTo>
                    <a:pt x="126133" y="293204"/>
                  </a:lnTo>
                  <a:lnTo>
                    <a:pt x="126387" y="295498"/>
                  </a:lnTo>
                  <a:lnTo>
                    <a:pt x="126410" y="295711"/>
                  </a:lnTo>
                  <a:lnTo>
                    <a:pt x="144034" y="293862"/>
                  </a:lnTo>
                  <a:lnTo>
                    <a:pt x="143963" y="293204"/>
                  </a:lnTo>
                  <a:close/>
                </a:path>
                <a:path w="267335" h="532764">
                  <a:moveTo>
                    <a:pt x="184720" y="288424"/>
                  </a:moveTo>
                  <a:lnTo>
                    <a:pt x="169810" y="288424"/>
                  </a:lnTo>
                  <a:lnTo>
                    <a:pt x="169925" y="289551"/>
                  </a:lnTo>
                  <a:lnTo>
                    <a:pt x="170013" y="290400"/>
                  </a:lnTo>
                  <a:lnTo>
                    <a:pt x="170087" y="291123"/>
                  </a:lnTo>
                  <a:lnTo>
                    <a:pt x="184838" y="289551"/>
                  </a:lnTo>
                  <a:lnTo>
                    <a:pt x="184720" y="288424"/>
                  </a:lnTo>
                  <a:close/>
                </a:path>
                <a:path w="267335" h="532764">
                  <a:moveTo>
                    <a:pt x="225642" y="283836"/>
                  </a:moveTo>
                  <a:lnTo>
                    <a:pt x="213295" y="283836"/>
                  </a:lnTo>
                  <a:lnTo>
                    <a:pt x="213450" y="285238"/>
                  </a:lnTo>
                  <a:lnTo>
                    <a:pt x="213549" y="286131"/>
                  </a:lnTo>
                  <a:lnTo>
                    <a:pt x="213593" y="286533"/>
                  </a:lnTo>
                  <a:lnTo>
                    <a:pt x="225747" y="285238"/>
                  </a:lnTo>
                  <a:lnTo>
                    <a:pt x="225642" y="283836"/>
                  </a:lnTo>
                  <a:close/>
                </a:path>
                <a:path w="267335" h="532764">
                  <a:moveTo>
                    <a:pt x="266428" y="279247"/>
                  </a:moveTo>
                  <a:lnTo>
                    <a:pt x="256973" y="279247"/>
                  </a:lnTo>
                  <a:lnTo>
                    <a:pt x="257093" y="280946"/>
                  </a:lnTo>
                  <a:lnTo>
                    <a:pt x="257163" y="281924"/>
                  </a:lnTo>
                  <a:lnTo>
                    <a:pt x="266550" y="280946"/>
                  </a:lnTo>
                  <a:lnTo>
                    <a:pt x="266428" y="279247"/>
                  </a:lnTo>
                  <a:close/>
                </a:path>
              </a:pathLst>
            </a:custGeom>
            <a:solidFill>
              <a:srgbClr val="88B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151566" y="3643437"/>
              <a:ext cx="44450" cy="532765"/>
            </a:xfrm>
            <a:custGeom>
              <a:avLst/>
              <a:gdLst/>
              <a:ahLst/>
              <a:cxnLst/>
              <a:rect l="l" t="t" r="r" b="b"/>
              <a:pathLst>
                <a:path w="44450" h="532764">
                  <a:moveTo>
                    <a:pt x="0" y="0"/>
                  </a:moveTo>
                  <a:lnTo>
                    <a:pt x="212" y="532705"/>
                  </a:lnTo>
                  <a:lnTo>
                    <a:pt x="43888" y="528095"/>
                  </a:lnTo>
                  <a:lnTo>
                    <a:pt x="212" y="532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146245" y="3642906"/>
              <a:ext cx="635" cy="534035"/>
            </a:xfrm>
            <a:custGeom>
              <a:avLst/>
              <a:gdLst/>
              <a:ahLst/>
              <a:cxnLst/>
              <a:rect l="l" t="t" r="r" b="b"/>
              <a:pathLst>
                <a:path w="635" h="534035">
                  <a:moveTo>
                    <a:pt x="0" y="2442"/>
                  </a:moveTo>
                  <a:lnTo>
                    <a:pt x="0" y="0"/>
                  </a:lnTo>
                  <a:lnTo>
                    <a:pt x="212" y="533788"/>
                  </a:lnTo>
                  <a:lnTo>
                    <a:pt x="0" y="2442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146245" y="3639422"/>
              <a:ext cx="5715" cy="537845"/>
            </a:xfrm>
            <a:custGeom>
              <a:avLst/>
              <a:gdLst/>
              <a:ahLst/>
              <a:cxnLst/>
              <a:rect l="l" t="t" r="r" b="b"/>
              <a:pathLst>
                <a:path w="5714" h="537845">
                  <a:moveTo>
                    <a:pt x="0" y="0"/>
                  </a:moveTo>
                  <a:lnTo>
                    <a:pt x="212" y="537272"/>
                  </a:lnTo>
                  <a:lnTo>
                    <a:pt x="5533" y="536719"/>
                  </a:lnTo>
                  <a:lnTo>
                    <a:pt x="5321" y="40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146245" y="3632772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0"/>
                  </a:moveTo>
                  <a:lnTo>
                    <a:pt x="0" y="2952"/>
                  </a:lnTo>
                  <a:lnTo>
                    <a:pt x="3426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155908" y="3590583"/>
              <a:ext cx="469265" cy="250190"/>
            </a:xfrm>
            <a:custGeom>
              <a:avLst/>
              <a:gdLst/>
              <a:ahLst/>
              <a:cxnLst/>
              <a:rect l="l" t="t" r="r" b="b"/>
              <a:pathLst>
                <a:path w="469264" h="250189">
                  <a:moveTo>
                    <a:pt x="468842" y="0"/>
                  </a:moveTo>
                  <a:lnTo>
                    <a:pt x="0" y="49455"/>
                  </a:lnTo>
                  <a:lnTo>
                    <a:pt x="266188" y="249654"/>
                  </a:lnTo>
                  <a:lnTo>
                    <a:pt x="468927" y="228283"/>
                  </a:lnTo>
                  <a:lnTo>
                    <a:pt x="468842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30072" y="3592962"/>
              <a:ext cx="262890" cy="225425"/>
            </a:xfrm>
            <a:custGeom>
              <a:avLst/>
              <a:gdLst/>
              <a:ahLst/>
              <a:cxnLst/>
              <a:rect l="l" t="t" r="r" b="b"/>
              <a:pathLst>
                <a:path w="262889" h="225425">
                  <a:moveTo>
                    <a:pt x="0" y="0"/>
                  </a:moveTo>
                  <a:lnTo>
                    <a:pt x="85" y="225331"/>
                  </a:lnTo>
                  <a:lnTo>
                    <a:pt x="262763" y="197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B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24743" y="3590289"/>
              <a:ext cx="5715" cy="228600"/>
            </a:xfrm>
            <a:custGeom>
              <a:avLst/>
              <a:gdLst/>
              <a:ahLst/>
              <a:cxnLst/>
              <a:rect l="l" t="t" r="r" b="b"/>
              <a:pathLst>
                <a:path w="5714" h="228600">
                  <a:moveTo>
                    <a:pt x="5359" y="2540"/>
                  </a:moveTo>
                  <a:lnTo>
                    <a:pt x="3467" y="2540"/>
                  </a:lnTo>
                  <a:lnTo>
                    <a:pt x="3467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38" y="228600"/>
                  </a:lnTo>
                  <a:lnTo>
                    <a:pt x="5359" y="228600"/>
                  </a:lnTo>
                  <a:lnTo>
                    <a:pt x="5359" y="254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902583" y="3791271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10">
                  <a:moveTo>
                    <a:pt x="0" y="0"/>
                  </a:moveTo>
                  <a:lnTo>
                    <a:pt x="0" y="3632"/>
                  </a:lnTo>
                  <a:lnTo>
                    <a:pt x="4235" y="3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155908" y="3640038"/>
              <a:ext cx="469265" cy="200660"/>
            </a:xfrm>
            <a:custGeom>
              <a:avLst/>
              <a:gdLst/>
              <a:ahLst/>
              <a:cxnLst/>
              <a:rect l="l" t="t" r="r" b="b"/>
              <a:pathLst>
                <a:path w="469264" h="200660">
                  <a:moveTo>
                    <a:pt x="0" y="0"/>
                  </a:moveTo>
                  <a:lnTo>
                    <a:pt x="266252" y="200263"/>
                  </a:lnTo>
                  <a:lnTo>
                    <a:pt x="468927" y="178870"/>
                  </a:lnTo>
                  <a:lnTo>
                    <a:pt x="266188" y="200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149671" y="3585250"/>
              <a:ext cx="475615" cy="55244"/>
            </a:xfrm>
            <a:custGeom>
              <a:avLst/>
              <a:gdLst/>
              <a:ahLst/>
              <a:cxnLst/>
              <a:rect l="l" t="t" r="r" b="b"/>
              <a:pathLst>
                <a:path w="475614" h="55245">
                  <a:moveTo>
                    <a:pt x="475079" y="0"/>
                  </a:moveTo>
                  <a:lnTo>
                    <a:pt x="0" y="50114"/>
                  </a:lnTo>
                  <a:lnTo>
                    <a:pt x="6236" y="54787"/>
                  </a:lnTo>
                  <a:lnTo>
                    <a:pt x="475079" y="5332"/>
                  </a:lnTo>
                  <a:lnTo>
                    <a:pt x="475079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630157" y="3790633"/>
              <a:ext cx="262890" cy="27940"/>
            </a:xfrm>
            <a:custGeom>
              <a:avLst/>
              <a:gdLst/>
              <a:ahLst/>
              <a:cxnLst/>
              <a:rect l="l" t="t" r="r" b="b"/>
              <a:pathLst>
                <a:path w="262889" h="27939">
                  <a:moveTo>
                    <a:pt x="262741" y="0"/>
                  </a:moveTo>
                  <a:lnTo>
                    <a:pt x="0" y="27722"/>
                  </a:lnTo>
                  <a:lnTo>
                    <a:pt x="262741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630072" y="3586312"/>
              <a:ext cx="271145" cy="204470"/>
            </a:xfrm>
            <a:custGeom>
              <a:avLst/>
              <a:gdLst/>
              <a:ahLst/>
              <a:cxnLst/>
              <a:rect l="l" t="t" r="r" b="b"/>
              <a:pathLst>
                <a:path w="271145" h="204470">
                  <a:moveTo>
                    <a:pt x="0" y="0"/>
                  </a:moveTo>
                  <a:lnTo>
                    <a:pt x="0" y="6649"/>
                  </a:lnTo>
                  <a:lnTo>
                    <a:pt x="262826" y="204321"/>
                  </a:lnTo>
                  <a:lnTo>
                    <a:pt x="270574" y="2035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624750" y="3584995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5321" y="5374"/>
                  </a:moveTo>
                  <a:lnTo>
                    <a:pt x="1894" y="5374"/>
                  </a:lnTo>
                  <a:lnTo>
                    <a:pt x="5321" y="7966"/>
                  </a:lnTo>
                  <a:lnTo>
                    <a:pt x="5321" y="5374"/>
                  </a:lnTo>
                  <a:close/>
                </a:path>
                <a:path w="5714" h="8254">
                  <a:moveTo>
                    <a:pt x="3907" y="255"/>
                  </a:moveTo>
                  <a:lnTo>
                    <a:pt x="0" y="255"/>
                  </a:lnTo>
                  <a:lnTo>
                    <a:pt x="0" y="5587"/>
                  </a:lnTo>
                  <a:lnTo>
                    <a:pt x="2176" y="5587"/>
                  </a:lnTo>
                  <a:lnTo>
                    <a:pt x="1894" y="5374"/>
                  </a:lnTo>
                  <a:lnTo>
                    <a:pt x="5321" y="5374"/>
                  </a:lnTo>
                  <a:lnTo>
                    <a:pt x="5321" y="1316"/>
                  </a:lnTo>
                  <a:lnTo>
                    <a:pt x="3907" y="255"/>
                  </a:lnTo>
                  <a:close/>
                </a:path>
                <a:path w="5714" h="8254">
                  <a:moveTo>
                    <a:pt x="3907" y="255"/>
                  </a:moveTo>
                  <a:lnTo>
                    <a:pt x="3568" y="0"/>
                  </a:lnTo>
                  <a:lnTo>
                    <a:pt x="5321" y="1316"/>
                  </a:lnTo>
                  <a:lnTo>
                    <a:pt x="3907" y="255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141924" y="3635725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10">
                  <a:moveTo>
                    <a:pt x="4320" y="0"/>
                  </a:moveTo>
                  <a:lnTo>
                    <a:pt x="0" y="445"/>
                  </a:lnTo>
                  <a:lnTo>
                    <a:pt x="4320" y="3696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146245" y="3635343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10" h="635">
                  <a:moveTo>
                    <a:pt x="3426" y="0"/>
                  </a:moveTo>
                  <a:lnTo>
                    <a:pt x="0" y="382"/>
                  </a:lnTo>
                  <a:lnTo>
                    <a:pt x="3426" y="21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151566" y="3640038"/>
              <a:ext cx="271145" cy="204470"/>
            </a:xfrm>
            <a:custGeom>
              <a:avLst/>
              <a:gdLst/>
              <a:ahLst/>
              <a:cxnLst/>
              <a:rect l="l" t="t" r="r" b="b"/>
              <a:pathLst>
                <a:path w="271145" h="204470">
                  <a:moveTo>
                    <a:pt x="4342" y="0"/>
                  </a:moveTo>
                  <a:lnTo>
                    <a:pt x="0" y="467"/>
                  </a:lnTo>
                  <a:lnTo>
                    <a:pt x="0" y="3398"/>
                  </a:lnTo>
                  <a:lnTo>
                    <a:pt x="267125" y="204299"/>
                  </a:lnTo>
                  <a:lnTo>
                    <a:pt x="267125" y="200624"/>
                  </a:lnTo>
                  <a:lnTo>
                    <a:pt x="270595" y="200263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146245" y="3635364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3426" y="0"/>
                  </a:moveTo>
                  <a:lnTo>
                    <a:pt x="0" y="360"/>
                  </a:lnTo>
                  <a:lnTo>
                    <a:pt x="0" y="4057"/>
                  </a:lnTo>
                  <a:lnTo>
                    <a:pt x="5321" y="8072"/>
                  </a:lnTo>
                  <a:lnTo>
                    <a:pt x="5321" y="5140"/>
                  </a:lnTo>
                  <a:lnTo>
                    <a:pt x="9663" y="467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351706" y="4197222"/>
              <a:ext cx="17145" cy="12065"/>
            </a:xfrm>
            <a:custGeom>
              <a:avLst/>
              <a:gdLst/>
              <a:ahLst/>
              <a:cxnLst/>
              <a:rect l="l" t="t" r="r" b="b"/>
              <a:pathLst>
                <a:path w="17145" h="12064">
                  <a:moveTo>
                    <a:pt x="16916" y="6642"/>
                  </a:moveTo>
                  <a:lnTo>
                    <a:pt x="16281" y="4762"/>
                  </a:lnTo>
                  <a:lnTo>
                    <a:pt x="16637" y="2806"/>
                  </a:lnTo>
                  <a:lnTo>
                    <a:pt x="16421" y="2781"/>
                  </a:lnTo>
                  <a:lnTo>
                    <a:pt x="16446" y="2552"/>
                  </a:lnTo>
                  <a:lnTo>
                    <a:pt x="15786" y="2501"/>
                  </a:lnTo>
                  <a:lnTo>
                    <a:pt x="15684" y="1866"/>
                  </a:lnTo>
                  <a:lnTo>
                    <a:pt x="15341" y="1930"/>
                  </a:lnTo>
                  <a:lnTo>
                    <a:pt x="15240" y="1612"/>
                  </a:lnTo>
                  <a:lnTo>
                    <a:pt x="13385" y="2235"/>
                  </a:lnTo>
                  <a:lnTo>
                    <a:pt x="927" y="0"/>
                  </a:lnTo>
                  <a:lnTo>
                    <a:pt x="711" y="1155"/>
                  </a:lnTo>
                  <a:lnTo>
                    <a:pt x="546" y="1130"/>
                  </a:lnTo>
                  <a:lnTo>
                    <a:pt x="355" y="3162"/>
                  </a:lnTo>
                  <a:lnTo>
                    <a:pt x="76" y="4787"/>
                  </a:lnTo>
                  <a:lnTo>
                    <a:pt x="38" y="5016"/>
                  </a:lnTo>
                  <a:lnTo>
                    <a:pt x="0" y="5219"/>
                  </a:lnTo>
                  <a:lnTo>
                    <a:pt x="139" y="5626"/>
                  </a:lnTo>
                  <a:lnTo>
                    <a:pt x="76" y="6413"/>
                  </a:lnTo>
                  <a:lnTo>
                    <a:pt x="292" y="6438"/>
                  </a:lnTo>
                  <a:lnTo>
                    <a:pt x="304" y="6578"/>
                  </a:lnTo>
                  <a:lnTo>
                    <a:pt x="101" y="6642"/>
                  </a:lnTo>
                  <a:lnTo>
                    <a:pt x="635" y="8242"/>
                  </a:lnTo>
                  <a:lnTo>
                    <a:pt x="977" y="10020"/>
                  </a:lnTo>
                  <a:lnTo>
                    <a:pt x="1206" y="9982"/>
                  </a:lnTo>
                  <a:lnTo>
                    <a:pt x="1790" y="11684"/>
                  </a:lnTo>
                  <a:lnTo>
                    <a:pt x="13766" y="7696"/>
                  </a:lnTo>
                  <a:lnTo>
                    <a:pt x="15709" y="8026"/>
                  </a:lnTo>
                  <a:lnTo>
                    <a:pt x="15735" y="7823"/>
                  </a:lnTo>
                  <a:lnTo>
                    <a:pt x="15976" y="7835"/>
                  </a:lnTo>
                  <a:lnTo>
                    <a:pt x="16027" y="7226"/>
                  </a:lnTo>
                  <a:lnTo>
                    <a:pt x="16662" y="7099"/>
                  </a:lnTo>
                  <a:lnTo>
                    <a:pt x="16586" y="6756"/>
                  </a:lnTo>
                  <a:lnTo>
                    <a:pt x="16916" y="6642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829608" y="3582326"/>
              <a:ext cx="278130" cy="756920"/>
            </a:xfrm>
            <a:custGeom>
              <a:avLst/>
              <a:gdLst/>
              <a:ahLst/>
              <a:cxnLst/>
              <a:rect l="l" t="t" r="r" b="b"/>
              <a:pathLst>
                <a:path w="278129" h="756920">
                  <a:moveTo>
                    <a:pt x="3429" y="2565"/>
                  </a:moveTo>
                  <a:lnTo>
                    <a:pt x="0" y="0"/>
                  </a:lnTo>
                  <a:lnTo>
                    <a:pt x="0" y="2565"/>
                  </a:lnTo>
                  <a:lnTo>
                    <a:pt x="3429" y="2565"/>
                  </a:lnTo>
                  <a:close/>
                </a:path>
                <a:path w="278129" h="756920">
                  <a:moveTo>
                    <a:pt x="5321" y="2349"/>
                  </a:moveTo>
                  <a:lnTo>
                    <a:pt x="3429" y="2565"/>
                  </a:lnTo>
                  <a:lnTo>
                    <a:pt x="5321" y="3987"/>
                  </a:lnTo>
                  <a:lnTo>
                    <a:pt x="5321" y="2349"/>
                  </a:lnTo>
                  <a:close/>
                </a:path>
                <a:path w="278129" h="756920">
                  <a:moveTo>
                    <a:pt x="277952" y="753973"/>
                  </a:moveTo>
                  <a:lnTo>
                    <a:pt x="274586" y="753973"/>
                  </a:lnTo>
                  <a:lnTo>
                    <a:pt x="277952" y="756500"/>
                  </a:lnTo>
                  <a:lnTo>
                    <a:pt x="277952" y="753973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356425" y="3643437"/>
              <a:ext cx="267335" cy="532765"/>
            </a:xfrm>
            <a:custGeom>
              <a:avLst/>
              <a:gdLst/>
              <a:ahLst/>
              <a:cxnLst/>
              <a:rect l="l" t="t" r="r" b="b"/>
              <a:pathLst>
                <a:path w="267335" h="532764">
                  <a:moveTo>
                    <a:pt x="39704" y="188431"/>
                  </a:moveTo>
                  <a:lnTo>
                    <a:pt x="4065" y="188431"/>
                  </a:lnTo>
                  <a:lnTo>
                    <a:pt x="7129" y="192827"/>
                  </a:lnTo>
                  <a:lnTo>
                    <a:pt x="85" y="197693"/>
                  </a:lnTo>
                  <a:lnTo>
                    <a:pt x="85" y="236038"/>
                  </a:lnTo>
                  <a:lnTo>
                    <a:pt x="2340" y="237949"/>
                  </a:lnTo>
                  <a:lnTo>
                    <a:pt x="106" y="240478"/>
                  </a:lnTo>
                  <a:lnTo>
                    <a:pt x="212" y="532683"/>
                  </a:lnTo>
                  <a:lnTo>
                    <a:pt x="267188" y="504515"/>
                  </a:lnTo>
                  <a:lnTo>
                    <a:pt x="267091" y="227243"/>
                  </a:lnTo>
                  <a:lnTo>
                    <a:pt x="12110" y="227243"/>
                  </a:lnTo>
                  <a:lnTo>
                    <a:pt x="8087" y="223610"/>
                  </a:lnTo>
                  <a:lnTo>
                    <a:pt x="24945" y="204873"/>
                  </a:lnTo>
                  <a:lnTo>
                    <a:pt x="267083" y="204873"/>
                  </a:lnTo>
                  <a:lnTo>
                    <a:pt x="267082" y="200879"/>
                  </a:lnTo>
                  <a:lnTo>
                    <a:pt x="262845" y="197693"/>
                  </a:lnTo>
                  <a:lnTo>
                    <a:pt x="38833" y="197693"/>
                  </a:lnTo>
                  <a:lnTo>
                    <a:pt x="34715" y="193975"/>
                  </a:lnTo>
                  <a:lnTo>
                    <a:pt x="39704" y="188431"/>
                  </a:lnTo>
                  <a:close/>
                </a:path>
                <a:path w="267335" h="532764">
                  <a:moveTo>
                    <a:pt x="267083" y="204873"/>
                  </a:moveTo>
                  <a:lnTo>
                    <a:pt x="24945" y="204873"/>
                  </a:lnTo>
                  <a:lnTo>
                    <a:pt x="28968" y="208315"/>
                  </a:lnTo>
                  <a:lnTo>
                    <a:pt x="12110" y="227243"/>
                  </a:lnTo>
                  <a:lnTo>
                    <a:pt x="267091" y="227243"/>
                  </a:lnTo>
                  <a:lnTo>
                    <a:pt x="267083" y="204873"/>
                  </a:lnTo>
                  <a:close/>
                </a:path>
                <a:path w="267335" h="532764">
                  <a:moveTo>
                    <a:pt x="232990" y="175238"/>
                  </a:moveTo>
                  <a:lnTo>
                    <a:pt x="51573" y="175238"/>
                  </a:lnTo>
                  <a:lnTo>
                    <a:pt x="55595" y="178680"/>
                  </a:lnTo>
                  <a:lnTo>
                    <a:pt x="38663" y="197693"/>
                  </a:lnTo>
                  <a:lnTo>
                    <a:pt x="262845" y="197693"/>
                  </a:lnTo>
                  <a:lnTo>
                    <a:pt x="232990" y="175238"/>
                  </a:lnTo>
                  <a:close/>
                </a:path>
                <a:path w="267335" h="532764">
                  <a:moveTo>
                    <a:pt x="63" y="156565"/>
                  </a:moveTo>
                  <a:lnTo>
                    <a:pt x="85" y="191171"/>
                  </a:lnTo>
                  <a:lnTo>
                    <a:pt x="4065" y="188431"/>
                  </a:lnTo>
                  <a:lnTo>
                    <a:pt x="39704" y="188431"/>
                  </a:lnTo>
                  <a:lnTo>
                    <a:pt x="43660" y="184033"/>
                  </a:lnTo>
                  <a:lnTo>
                    <a:pt x="19964" y="184033"/>
                  </a:lnTo>
                  <a:lnTo>
                    <a:pt x="17091" y="179636"/>
                  </a:lnTo>
                  <a:lnTo>
                    <a:pt x="38738" y="164722"/>
                  </a:lnTo>
                  <a:lnTo>
                    <a:pt x="61745" y="164722"/>
                  </a:lnTo>
                  <a:lnTo>
                    <a:pt x="61342" y="164340"/>
                  </a:lnTo>
                  <a:lnTo>
                    <a:pt x="65126" y="160134"/>
                  </a:lnTo>
                  <a:lnTo>
                    <a:pt x="54637" y="160134"/>
                  </a:lnTo>
                  <a:lnTo>
                    <a:pt x="53838" y="158987"/>
                  </a:lnTo>
                  <a:lnTo>
                    <a:pt x="808" y="158987"/>
                  </a:lnTo>
                  <a:lnTo>
                    <a:pt x="63" y="156565"/>
                  </a:lnTo>
                  <a:close/>
                </a:path>
                <a:path w="267335" h="532764">
                  <a:moveTo>
                    <a:pt x="61745" y="164722"/>
                  </a:moveTo>
                  <a:lnTo>
                    <a:pt x="38738" y="164722"/>
                  </a:lnTo>
                  <a:lnTo>
                    <a:pt x="41611" y="169120"/>
                  </a:lnTo>
                  <a:lnTo>
                    <a:pt x="19964" y="184033"/>
                  </a:lnTo>
                  <a:lnTo>
                    <a:pt x="43660" y="184033"/>
                  </a:lnTo>
                  <a:lnTo>
                    <a:pt x="51573" y="175238"/>
                  </a:lnTo>
                  <a:lnTo>
                    <a:pt x="232990" y="175238"/>
                  </a:lnTo>
                  <a:lnTo>
                    <a:pt x="223332" y="167974"/>
                  </a:lnTo>
                  <a:lnTo>
                    <a:pt x="65173" y="167974"/>
                  </a:lnTo>
                  <a:lnTo>
                    <a:pt x="61745" y="164722"/>
                  </a:lnTo>
                  <a:close/>
                </a:path>
                <a:path w="267335" h="532764">
                  <a:moveTo>
                    <a:pt x="193590" y="145604"/>
                  </a:moveTo>
                  <a:lnTo>
                    <a:pt x="78200" y="145604"/>
                  </a:lnTo>
                  <a:lnTo>
                    <a:pt x="82031" y="149045"/>
                  </a:lnTo>
                  <a:lnTo>
                    <a:pt x="65173" y="167974"/>
                  </a:lnTo>
                  <a:lnTo>
                    <a:pt x="223332" y="167974"/>
                  </a:lnTo>
                  <a:lnTo>
                    <a:pt x="193590" y="145604"/>
                  </a:lnTo>
                  <a:close/>
                </a:path>
                <a:path w="267335" h="532764">
                  <a:moveTo>
                    <a:pt x="187489" y="141015"/>
                  </a:moveTo>
                  <a:lnTo>
                    <a:pt x="73219" y="141015"/>
                  </a:lnTo>
                  <a:lnTo>
                    <a:pt x="76285" y="145221"/>
                  </a:lnTo>
                  <a:lnTo>
                    <a:pt x="54637" y="160134"/>
                  </a:lnTo>
                  <a:lnTo>
                    <a:pt x="65126" y="160134"/>
                  </a:lnTo>
                  <a:lnTo>
                    <a:pt x="78200" y="145604"/>
                  </a:lnTo>
                  <a:lnTo>
                    <a:pt x="193590" y="145604"/>
                  </a:lnTo>
                  <a:lnTo>
                    <a:pt x="187489" y="141015"/>
                  </a:lnTo>
                  <a:close/>
                </a:path>
                <a:path w="267335" h="532764">
                  <a:moveTo>
                    <a:pt x="176812" y="132985"/>
                  </a:moveTo>
                  <a:lnTo>
                    <a:pt x="68813" y="132985"/>
                  </a:lnTo>
                  <a:lnTo>
                    <a:pt x="70346" y="137956"/>
                  </a:lnTo>
                  <a:lnTo>
                    <a:pt x="43718" y="145986"/>
                  </a:lnTo>
                  <a:lnTo>
                    <a:pt x="25902" y="145986"/>
                  </a:lnTo>
                  <a:lnTo>
                    <a:pt x="27435" y="150957"/>
                  </a:lnTo>
                  <a:lnTo>
                    <a:pt x="808" y="158987"/>
                  </a:lnTo>
                  <a:lnTo>
                    <a:pt x="53838" y="158987"/>
                  </a:lnTo>
                  <a:lnTo>
                    <a:pt x="51573" y="155737"/>
                  </a:lnTo>
                  <a:lnTo>
                    <a:pt x="73219" y="141015"/>
                  </a:lnTo>
                  <a:lnTo>
                    <a:pt x="187489" y="141015"/>
                  </a:lnTo>
                  <a:lnTo>
                    <a:pt x="176812" y="132985"/>
                  </a:lnTo>
                  <a:close/>
                </a:path>
                <a:path w="267335" h="532764">
                  <a:moveTo>
                    <a:pt x="0" y="0"/>
                  </a:moveTo>
                  <a:lnTo>
                    <a:pt x="63" y="153783"/>
                  </a:lnTo>
                  <a:lnTo>
                    <a:pt x="25902" y="145986"/>
                  </a:lnTo>
                  <a:lnTo>
                    <a:pt x="43718" y="145986"/>
                  </a:lnTo>
                  <a:lnTo>
                    <a:pt x="42186" y="141015"/>
                  </a:lnTo>
                  <a:lnTo>
                    <a:pt x="63743" y="134514"/>
                  </a:lnTo>
                  <a:lnTo>
                    <a:pt x="14601" y="134514"/>
                  </a:lnTo>
                  <a:lnTo>
                    <a:pt x="14491" y="132985"/>
                  </a:lnTo>
                  <a:lnTo>
                    <a:pt x="14423" y="132029"/>
                  </a:lnTo>
                  <a:lnTo>
                    <a:pt x="14299" y="130308"/>
                  </a:lnTo>
                  <a:lnTo>
                    <a:pt x="14217" y="129161"/>
                  </a:lnTo>
                  <a:lnTo>
                    <a:pt x="40078" y="127631"/>
                  </a:lnTo>
                  <a:lnTo>
                    <a:pt x="55281" y="127631"/>
                  </a:lnTo>
                  <a:lnTo>
                    <a:pt x="55213" y="126676"/>
                  </a:lnTo>
                  <a:lnTo>
                    <a:pt x="81074" y="125145"/>
                  </a:lnTo>
                  <a:lnTo>
                    <a:pt x="166389" y="125145"/>
                  </a:lnTo>
                  <a:lnTo>
                    <a:pt x="0" y="0"/>
                  </a:lnTo>
                  <a:close/>
                </a:path>
                <a:path w="267335" h="532764">
                  <a:moveTo>
                    <a:pt x="55281" y="127631"/>
                  </a:moveTo>
                  <a:lnTo>
                    <a:pt x="40078" y="127631"/>
                  </a:lnTo>
                  <a:lnTo>
                    <a:pt x="40188" y="129161"/>
                  </a:lnTo>
                  <a:lnTo>
                    <a:pt x="40270" y="130308"/>
                  </a:lnTo>
                  <a:lnTo>
                    <a:pt x="40393" y="132029"/>
                  </a:lnTo>
                  <a:lnTo>
                    <a:pt x="40462" y="132985"/>
                  </a:lnTo>
                  <a:lnTo>
                    <a:pt x="14601" y="134514"/>
                  </a:lnTo>
                  <a:lnTo>
                    <a:pt x="63743" y="134514"/>
                  </a:lnTo>
                  <a:lnTo>
                    <a:pt x="68813" y="132985"/>
                  </a:lnTo>
                  <a:lnTo>
                    <a:pt x="176812" y="132985"/>
                  </a:lnTo>
                  <a:lnTo>
                    <a:pt x="175541" y="132029"/>
                  </a:lnTo>
                  <a:lnTo>
                    <a:pt x="55595" y="132029"/>
                  </a:lnTo>
                  <a:lnTo>
                    <a:pt x="55472" y="130308"/>
                  </a:lnTo>
                  <a:lnTo>
                    <a:pt x="55390" y="129161"/>
                  </a:lnTo>
                  <a:lnTo>
                    <a:pt x="55281" y="127631"/>
                  </a:lnTo>
                  <a:close/>
                </a:path>
                <a:path w="267335" h="532764">
                  <a:moveTo>
                    <a:pt x="166389" y="125145"/>
                  </a:moveTo>
                  <a:lnTo>
                    <a:pt x="81074" y="125145"/>
                  </a:lnTo>
                  <a:lnTo>
                    <a:pt x="81187" y="126676"/>
                  </a:lnTo>
                  <a:lnTo>
                    <a:pt x="81258" y="127631"/>
                  </a:lnTo>
                  <a:lnTo>
                    <a:pt x="81371" y="129161"/>
                  </a:lnTo>
                  <a:lnTo>
                    <a:pt x="81456" y="130308"/>
                  </a:lnTo>
                  <a:lnTo>
                    <a:pt x="55595" y="132029"/>
                  </a:lnTo>
                  <a:lnTo>
                    <a:pt x="175541" y="132029"/>
                  </a:lnTo>
                  <a:lnTo>
                    <a:pt x="166389" y="125145"/>
                  </a:lnTo>
                  <a:close/>
                </a:path>
              </a:pathLst>
            </a:custGeom>
            <a:solidFill>
              <a:srgbClr val="88B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356228" y="4163650"/>
              <a:ext cx="119380" cy="12700"/>
            </a:xfrm>
            <a:custGeom>
              <a:avLst/>
              <a:gdLst/>
              <a:ahLst/>
              <a:cxnLst/>
              <a:rect l="l" t="t" r="r" b="b"/>
              <a:pathLst>
                <a:path w="119379" h="12700">
                  <a:moveTo>
                    <a:pt x="118775" y="0"/>
                  </a:moveTo>
                  <a:lnTo>
                    <a:pt x="0" y="12513"/>
                  </a:lnTo>
                  <a:lnTo>
                    <a:pt x="409" y="12513"/>
                  </a:lnTo>
                  <a:lnTo>
                    <a:pt x="118775" y="0"/>
                  </a:lnTo>
                  <a:close/>
                </a:path>
              </a:pathLst>
            </a:custGeom>
            <a:solidFill>
              <a:srgbClr val="98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356425" y="3643437"/>
              <a:ext cx="267335" cy="201295"/>
            </a:xfrm>
            <a:custGeom>
              <a:avLst/>
              <a:gdLst/>
              <a:ahLst/>
              <a:cxnLst/>
              <a:rect l="l" t="t" r="r" b="b"/>
              <a:pathLst>
                <a:path w="267335" h="201295">
                  <a:moveTo>
                    <a:pt x="0" y="0"/>
                  </a:moveTo>
                  <a:lnTo>
                    <a:pt x="267082" y="2008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351104" y="3639422"/>
              <a:ext cx="5715" cy="537845"/>
            </a:xfrm>
            <a:custGeom>
              <a:avLst/>
              <a:gdLst/>
              <a:ahLst/>
              <a:cxnLst/>
              <a:rect l="l" t="t" r="r" b="b"/>
              <a:pathLst>
                <a:path w="5714" h="537845">
                  <a:moveTo>
                    <a:pt x="5406" y="244492"/>
                  </a:moveTo>
                  <a:lnTo>
                    <a:pt x="106" y="250461"/>
                  </a:lnTo>
                  <a:lnTo>
                    <a:pt x="212" y="537293"/>
                  </a:lnTo>
                  <a:lnTo>
                    <a:pt x="5533" y="536741"/>
                  </a:lnTo>
                  <a:lnTo>
                    <a:pt x="5408" y="250461"/>
                  </a:lnTo>
                  <a:lnTo>
                    <a:pt x="5406" y="244492"/>
                  </a:lnTo>
                  <a:close/>
                </a:path>
                <a:path w="5714" h="537845">
                  <a:moveTo>
                    <a:pt x="5406" y="201707"/>
                  </a:moveTo>
                  <a:lnTo>
                    <a:pt x="85" y="205361"/>
                  </a:lnTo>
                  <a:lnTo>
                    <a:pt x="106" y="242453"/>
                  </a:lnTo>
                  <a:lnTo>
                    <a:pt x="3639" y="238522"/>
                  </a:lnTo>
                  <a:lnTo>
                    <a:pt x="5406" y="238522"/>
                  </a:lnTo>
                  <a:lnTo>
                    <a:pt x="5406" y="201707"/>
                  </a:lnTo>
                  <a:close/>
                </a:path>
                <a:path w="5714" h="537845">
                  <a:moveTo>
                    <a:pt x="5406" y="238522"/>
                  </a:moveTo>
                  <a:lnTo>
                    <a:pt x="3639" y="238522"/>
                  </a:lnTo>
                  <a:lnTo>
                    <a:pt x="5406" y="240052"/>
                  </a:lnTo>
                  <a:lnTo>
                    <a:pt x="5406" y="238522"/>
                  </a:lnTo>
                  <a:close/>
                </a:path>
                <a:path w="5714" h="537845">
                  <a:moveTo>
                    <a:pt x="4597" y="158031"/>
                  </a:moveTo>
                  <a:lnTo>
                    <a:pt x="70" y="158031"/>
                  </a:lnTo>
                  <a:lnTo>
                    <a:pt x="85" y="198861"/>
                  </a:lnTo>
                  <a:lnTo>
                    <a:pt x="5406" y="195186"/>
                  </a:lnTo>
                  <a:lnTo>
                    <a:pt x="5384" y="160580"/>
                  </a:lnTo>
                  <a:lnTo>
                    <a:pt x="4597" y="158031"/>
                  </a:lnTo>
                  <a:close/>
                </a:path>
                <a:path w="5714" h="537845">
                  <a:moveTo>
                    <a:pt x="5377" y="139760"/>
                  </a:moveTo>
                  <a:lnTo>
                    <a:pt x="63" y="139760"/>
                  </a:lnTo>
                  <a:lnTo>
                    <a:pt x="70" y="157797"/>
                  </a:lnTo>
                  <a:lnTo>
                    <a:pt x="5384" y="157797"/>
                  </a:lnTo>
                  <a:lnTo>
                    <a:pt x="5377" y="139760"/>
                  </a:lnTo>
                  <a:close/>
                </a:path>
                <a:path w="5714" h="537845">
                  <a:moveTo>
                    <a:pt x="5377" y="139760"/>
                  </a:moveTo>
                  <a:lnTo>
                    <a:pt x="5377" y="139485"/>
                  </a:lnTo>
                  <a:lnTo>
                    <a:pt x="5384" y="157797"/>
                  </a:lnTo>
                  <a:lnTo>
                    <a:pt x="5377" y="139760"/>
                  </a:lnTo>
                  <a:close/>
                </a:path>
                <a:path w="5714" h="537845">
                  <a:moveTo>
                    <a:pt x="5375" y="134132"/>
                  </a:moveTo>
                  <a:lnTo>
                    <a:pt x="4405" y="134132"/>
                  </a:lnTo>
                  <a:lnTo>
                    <a:pt x="4597" y="139485"/>
                  </a:lnTo>
                  <a:lnTo>
                    <a:pt x="5377" y="139485"/>
                  </a:lnTo>
                  <a:lnTo>
                    <a:pt x="5375" y="134132"/>
                  </a:lnTo>
                  <a:close/>
                </a:path>
                <a:path w="5714" h="537845">
                  <a:moveTo>
                    <a:pt x="0" y="0"/>
                  </a:moveTo>
                  <a:lnTo>
                    <a:pt x="63" y="134386"/>
                  </a:lnTo>
                  <a:lnTo>
                    <a:pt x="4414" y="134386"/>
                  </a:lnTo>
                  <a:lnTo>
                    <a:pt x="4405" y="134132"/>
                  </a:lnTo>
                  <a:lnTo>
                    <a:pt x="5375" y="134132"/>
                  </a:lnTo>
                  <a:lnTo>
                    <a:pt x="5321" y="40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351104" y="3632772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0"/>
                  </a:moveTo>
                  <a:lnTo>
                    <a:pt x="0" y="2931"/>
                  </a:lnTo>
                  <a:lnTo>
                    <a:pt x="3404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360768" y="3590583"/>
              <a:ext cx="469265" cy="250190"/>
            </a:xfrm>
            <a:custGeom>
              <a:avLst/>
              <a:gdLst/>
              <a:ahLst/>
              <a:cxnLst/>
              <a:rect l="l" t="t" r="r" b="b"/>
              <a:pathLst>
                <a:path w="469264" h="250189">
                  <a:moveTo>
                    <a:pt x="468842" y="0"/>
                  </a:moveTo>
                  <a:lnTo>
                    <a:pt x="0" y="49455"/>
                  </a:lnTo>
                  <a:lnTo>
                    <a:pt x="266189" y="249654"/>
                  </a:lnTo>
                  <a:lnTo>
                    <a:pt x="468927" y="228283"/>
                  </a:lnTo>
                  <a:lnTo>
                    <a:pt x="468842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360768" y="3590583"/>
              <a:ext cx="469265" cy="49530"/>
            </a:xfrm>
            <a:custGeom>
              <a:avLst/>
              <a:gdLst/>
              <a:ahLst/>
              <a:cxnLst/>
              <a:rect l="l" t="t" r="r" b="b"/>
              <a:pathLst>
                <a:path w="469264" h="49529">
                  <a:moveTo>
                    <a:pt x="468842" y="0"/>
                  </a:moveTo>
                  <a:lnTo>
                    <a:pt x="0" y="49455"/>
                  </a:lnTo>
                  <a:lnTo>
                    <a:pt x="468842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834931" y="3592962"/>
              <a:ext cx="262890" cy="225425"/>
            </a:xfrm>
            <a:custGeom>
              <a:avLst/>
              <a:gdLst/>
              <a:ahLst/>
              <a:cxnLst/>
              <a:rect l="l" t="t" r="r" b="b"/>
              <a:pathLst>
                <a:path w="262889" h="225425">
                  <a:moveTo>
                    <a:pt x="0" y="0"/>
                  </a:moveTo>
                  <a:lnTo>
                    <a:pt x="85" y="225331"/>
                  </a:lnTo>
                  <a:lnTo>
                    <a:pt x="262763" y="197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B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834931" y="3592962"/>
              <a:ext cx="635" cy="225425"/>
            </a:xfrm>
            <a:custGeom>
              <a:avLst/>
              <a:gdLst/>
              <a:ahLst/>
              <a:cxnLst/>
              <a:rect l="l" t="t" r="r" b="b"/>
              <a:pathLst>
                <a:path w="635" h="225425">
                  <a:moveTo>
                    <a:pt x="0" y="0"/>
                  </a:moveTo>
                  <a:lnTo>
                    <a:pt x="85" y="225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A0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834931" y="3592962"/>
              <a:ext cx="262890" cy="198120"/>
            </a:xfrm>
            <a:custGeom>
              <a:avLst/>
              <a:gdLst/>
              <a:ahLst/>
              <a:cxnLst/>
              <a:rect l="l" t="t" r="r" b="b"/>
              <a:pathLst>
                <a:path w="262889" h="198120">
                  <a:moveTo>
                    <a:pt x="0" y="0"/>
                  </a:moveTo>
                  <a:lnTo>
                    <a:pt x="262763" y="197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829610" y="3590583"/>
              <a:ext cx="635" cy="228600"/>
            </a:xfrm>
            <a:custGeom>
              <a:avLst/>
              <a:gdLst/>
              <a:ahLst/>
              <a:cxnLst/>
              <a:rect l="l" t="t" r="r" b="b"/>
              <a:pathLst>
                <a:path w="635" h="228600">
                  <a:moveTo>
                    <a:pt x="0" y="0"/>
                  </a:moveTo>
                  <a:lnTo>
                    <a:pt x="85" y="2282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829608" y="3590289"/>
              <a:ext cx="5715" cy="228600"/>
            </a:xfrm>
            <a:custGeom>
              <a:avLst/>
              <a:gdLst/>
              <a:ahLst/>
              <a:cxnLst/>
              <a:rect l="l" t="t" r="r" b="b"/>
              <a:pathLst>
                <a:path w="5714" h="228600">
                  <a:moveTo>
                    <a:pt x="5359" y="2540"/>
                  </a:moveTo>
                  <a:lnTo>
                    <a:pt x="3467" y="2540"/>
                  </a:lnTo>
                  <a:lnTo>
                    <a:pt x="3467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38" y="228600"/>
                  </a:lnTo>
                  <a:lnTo>
                    <a:pt x="5359" y="228600"/>
                  </a:lnTo>
                  <a:lnTo>
                    <a:pt x="5359" y="254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107399" y="3791229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10">
                  <a:moveTo>
                    <a:pt x="0" y="0"/>
                  </a:moveTo>
                  <a:lnTo>
                    <a:pt x="0" y="3674"/>
                  </a:lnTo>
                  <a:lnTo>
                    <a:pt x="4278" y="3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360768" y="3640038"/>
              <a:ext cx="469265" cy="200660"/>
            </a:xfrm>
            <a:custGeom>
              <a:avLst/>
              <a:gdLst/>
              <a:ahLst/>
              <a:cxnLst/>
              <a:rect l="l" t="t" r="r" b="b"/>
              <a:pathLst>
                <a:path w="469264" h="200660">
                  <a:moveTo>
                    <a:pt x="0" y="0"/>
                  </a:moveTo>
                  <a:lnTo>
                    <a:pt x="266231" y="200263"/>
                  </a:lnTo>
                  <a:lnTo>
                    <a:pt x="468927" y="178870"/>
                  </a:lnTo>
                  <a:lnTo>
                    <a:pt x="266189" y="200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354530" y="3585250"/>
              <a:ext cx="475615" cy="55244"/>
            </a:xfrm>
            <a:custGeom>
              <a:avLst/>
              <a:gdLst/>
              <a:ahLst/>
              <a:cxnLst/>
              <a:rect l="l" t="t" r="r" b="b"/>
              <a:pathLst>
                <a:path w="475614" h="55245">
                  <a:moveTo>
                    <a:pt x="475079" y="0"/>
                  </a:moveTo>
                  <a:lnTo>
                    <a:pt x="0" y="50114"/>
                  </a:lnTo>
                  <a:lnTo>
                    <a:pt x="6236" y="54787"/>
                  </a:lnTo>
                  <a:lnTo>
                    <a:pt x="475079" y="5332"/>
                  </a:lnTo>
                  <a:lnTo>
                    <a:pt x="475079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835016" y="3790633"/>
              <a:ext cx="262890" cy="27940"/>
            </a:xfrm>
            <a:custGeom>
              <a:avLst/>
              <a:gdLst/>
              <a:ahLst/>
              <a:cxnLst/>
              <a:rect l="l" t="t" r="r" b="b"/>
              <a:pathLst>
                <a:path w="262889" h="27939">
                  <a:moveTo>
                    <a:pt x="262741" y="0"/>
                  </a:moveTo>
                  <a:lnTo>
                    <a:pt x="0" y="27722"/>
                  </a:lnTo>
                  <a:lnTo>
                    <a:pt x="262741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834931" y="3586312"/>
              <a:ext cx="271145" cy="204470"/>
            </a:xfrm>
            <a:custGeom>
              <a:avLst/>
              <a:gdLst/>
              <a:ahLst/>
              <a:cxnLst/>
              <a:rect l="l" t="t" r="r" b="b"/>
              <a:pathLst>
                <a:path w="271145" h="204470">
                  <a:moveTo>
                    <a:pt x="0" y="0"/>
                  </a:moveTo>
                  <a:lnTo>
                    <a:pt x="0" y="6649"/>
                  </a:lnTo>
                  <a:lnTo>
                    <a:pt x="262826" y="204321"/>
                  </a:lnTo>
                  <a:lnTo>
                    <a:pt x="270574" y="203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829695" y="381886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829610" y="3584995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5321" y="5374"/>
                  </a:moveTo>
                  <a:lnTo>
                    <a:pt x="1894" y="5374"/>
                  </a:lnTo>
                  <a:lnTo>
                    <a:pt x="5321" y="7966"/>
                  </a:lnTo>
                  <a:lnTo>
                    <a:pt x="5321" y="5374"/>
                  </a:lnTo>
                  <a:close/>
                </a:path>
                <a:path w="5714" h="8254">
                  <a:moveTo>
                    <a:pt x="3907" y="255"/>
                  </a:moveTo>
                  <a:lnTo>
                    <a:pt x="0" y="255"/>
                  </a:lnTo>
                  <a:lnTo>
                    <a:pt x="0" y="5587"/>
                  </a:lnTo>
                  <a:lnTo>
                    <a:pt x="2176" y="5587"/>
                  </a:lnTo>
                  <a:lnTo>
                    <a:pt x="1894" y="5374"/>
                  </a:lnTo>
                  <a:lnTo>
                    <a:pt x="5321" y="5374"/>
                  </a:lnTo>
                  <a:lnTo>
                    <a:pt x="5321" y="1316"/>
                  </a:lnTo>
                  <a:lnTo>
                    <a:pt x="3907" y="255"/>
                  </a:lnTo>
                  <a:close/>
                </a:path>
                <a:path w="5714" h="8254">
                  <a:moveTo>
                    <a:pt x="3907" y="255"/>
                  </a:moveTo>
                  <a:lnTo>
                    <a:pt x="3568" y="0"/>
                  </a:lnTo>
                  <a:lnTo>
                    <a:pt x="5321" y="1316"/>
                  </a:lnTo>
                  <a:lnTo>
                    <a:pt x="3907" y="255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346783" y="3635704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10">
                  <a:moveTo>
                    <a:pt x="4320" y="0"/>
                  </a:moveTo>
                  <a:lnTo>
                    <a:pt x="0" y="467"/>
                  </a:lnTo>
                  <a:lnTo>
                    <a:pt x="4320" y="3718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351104" y="3635343"/>
              <a:ext cx="3810" cy="4445"/>
            </a:xfrm>
            <a:custGeom>
              <a:avLst/>
              <a:gdLst/>
              <a:ahLst/>
              <a:cxnLst/>
              <a:rect l="l" t="t" r="r" b="b"/>
              <a:pathLst>
                <a:path w="3810" h="4445">
                  <a:moveTo>
                    <a:pt x="0" y="4079"/>
                  </a:moveTo>
                  <a:lnTo>
                    <a:pt x="0" y="360"/>
                  </a:lnTo>
                  <a:lnTo>
                    <a:pt x="3404" y="0"/>
                  </a:lnTo>
                  <a:lnTo>
                    <a:pt x="0" y="382"/>
                  </a:lnTo>
                  <a:lnTo>
                    <a:pt x="0" y="4079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3356425" y="3640038"/>
              <a:ext cx="271145" cy="204470"/>
            </a:xfrm>
            <a:custGeom>
              <a:avLst/>
              <a:gdLst/>
              <a:ahLst/>
              <a:cxnLst/>
              <a:rect l="l" t="t" r="r" b="b"/>
              <a:pathLst>
                <a:path w="271145" h="204470">
                  <a:moveTo>
                    <a:pt x="4342" y="0"/>
                  </a:moveTo>
                  <a:lnTo>
                    <a:pt x="0" y="467"/>
                  </a:lnTo>
                  <a:lnTo>
                    <a:pt x="0" y="3398"/>
                  </a:lnTo>
                  <a:lnTo>
                    <a:pt x="267082" y="204256"/>
                  </a:lnTo>
                  <a:lnTo>
                    <a:pt x="267082" y="200624"/>
                  </a:lnTo>
                  <a:lnTo>
                    <a:pt x="270573" y="200263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351104" y="3635364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3426" y="0"/>
                  </a:moveTo>
                  <a:lnTo>
                    <a:pt x="0" y="360"/>
                  </a:lnTo>
                  <a:lnTo>
                    <a:pt x="0" y="4057"/>
                  </a:lnTo>
                  <a:lnTo>
                    <a:pt x="5321" y="8072"/>
                  </a:lnTo>
                  <a:lnTo>
                    <a:pt x="5321" y="5140"/>
                  </a:lnTo>
                  <a:lnTo>
                    <a:pt x="9663" y="467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441585" y="3766362"/>
              <a:ext cx="27940" cy="15875"/>
            </a:xfrm>
            <a:custGeom>
              <a:avLst/>
              <a:gdLst/>
              <a:ahLst/>
              <a:cxnLst/>
              <a:rect l="l" t="t" r="r" b="b"/>
              <a:pathLst>
                <a:path w="27939" h="15875">
                  <a:moveTo>
                    <a:pt x="27393" y="5562"/>
                  </a:moveTo>
                  <a:lnTo>
                    <a:pt x="27063" y="254"/>
                  </a:lnTo>
                  <a:lnTo>
                    <a:pt x="15405" y="977"/>
                  </a:lnTo>
                  <a:lnTo>
                    <a:pt x="15252" y="444"/>
                  </a:lnTo>
                  <a:lnTo>
                    <a:pt x="14566" y="660"/>
                  </a:lnTo>
                  <a:lnTo>
                    <a:pt x="14173" y="63"/>
                  </a:lnTo>
                  <a:lnTo>
                    <a:pt x="13703" y="393"/>
                  </a:lnTo>
                  <a:lnTo>
                    <a:pt x="13271" y="0"/>
                  </a:lnTo>
                  <a:lnTo>
                    <a:pt x="12204" y="1181"/>
                  </a:lnTo>
                  <a:lnTo>
                    <a:pt x="11125" y="1244"/>
                  </a:lnTo>
                  <a:lnTo>
                    <a:pt x="11150" y="1689"/>
                  </a:lnTo>
                  <a:lnTo>
                    <a:pt x="0" y="5067"/>
                  </a:lnTo>
                  <a:lnTo>
                    <a:pt x="1168" y="9004"/>
                  </a:lnTo>
                  <a:lnTo>
                    <a:pt x="1041" y="9093"/>
                  </a:lnTo>
                  <a:lnTo>
                    <a:pt x="1333" y="9525"/>
                  </a:lnTo>
                  <a:lnTo>
                    <a:pt x="1524" y="10147"/>
                  </a:lnTo>
                  <a:lnTo>
                    <a:pt x="1727" y="10096"/>
                  </a:lnTo>
                  <a:lnTo>
                    <a:pt x="2806" y="11671"/>
                  </a:lnTo>
                  <a:lnTo>
                    <a:pt x="2628" y="11874"/>
                  </a:lnTo>
                  <a:lnTo>
                    <a:pt x="3492" y="12649"/>
                  </a:lnTo>
                  <a:lnTo>
                    <a:pt x="4064" y="13462"/>
                  </a:lnTo>
                  <a:lnTo>
                    <a:pt x="4254" y="13335"/>
                  </a:lnTo>
                  <a:lnTo>
                    <a:pt x="6616" y="15417"/>
                  </a:lnTo>
                  <a:lnTo>
                    <a:pt x="14706" y="6350"/>
                  </a:lnTo>
                  <a:lnTo>
                    <a:pt x="27393" y="5562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526919" y="3476218"/>
              <a:ext cx="784860" cy="974725"/>
            </a:xfrm>
            <a:custGeom>
              <a:avLst/>
              <a:gdLst/>
              <a:ahLst/>
              <a:cxnLst/>
              <a:rect l="l" t="t" r="r" b="b"/>
              <a:pathLst>
                <a:path w="784860" h="974725">
                  <a:moveTo>
                    <a:pt x="2286" y="747915"/>
                  </a:moveTo>
                  <a:lnTo>
                    <a:pt x="0" y="747915"/>
                  </a:lnTo>
                  <a:lnTo>
                    <a:pt x="2286" y="749617"/>
                  </a:lnTo>
                  <a:lnTo>
                    <a:pt x="2286" y="747915"/>
                  </a:lnTo>
                  <a:close/>
                </a:path>
                <a:path w="784860" h="974725">
                  <a:moveTo>
                    <a:pt x="4203" y="752805"/>
                  </a:moveTo>
                  <a:lnTo>
                    <a:pt x="2286" y="751382"/>
                  </a:lnTo>
                  <a:lnTo>
                    <a:pt x="2286" y="753021"/>
                  </a:lnTo>
                  <a:lnTo>
                    <a:pt x="4203" y="752805"/>
                  </a:lnTo>
                  <a:close/>
                </a:path>
                <a:path w="784860" h="974725">
                  <a:moveTo>
                    <a:pt x="426021" y="0"/>
                  </a:moveTo>
                  <a:lnTo>
                    <a:pt x="424129" y="0"/>
                  </a:lnTo>
                  <a:lnTo>
                    <a:pt x="426021" y="1422"/>
                  </a:lnTo>
                  <a:lnTo>
                    <a:pt x="426021" y="0"/>
                  </a:lnTo>
                  <a:close/>
                </a:path>
                <a:path w="784860" h="974725">
                  <a:moveTo>
                    <a:pt x="784821" y="974204"/>
                  </a:moveTo>
                  <a:lnTo>
                    <a:pt x="780503" y="970940"/>
                  </a:lnTo>
                  <a:lnTo>
                    <a:pt x="780503" y="974648"/>
                  </a:lnTo>
                  <a:lnTo>
                    <a:pt x="784821" y="974204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529208" y="4223876"/>
              <a:ext cx="0" cy="2540"/>
            </a:xfrm>
            <a:custGeom>
              <a:avLst/>
              <a:gdLst/>
              <a:ahLst/>
              <a:cxnLst/>
              <a:rect l="l" t="t" r="r" b="b"/>
              <a:pathLst>
                <a:path h="2539">
                  <a:moveTo>
                    <a:pt x="0" y="0"/>
                  </a:moveTo>
                  <a:lnTo>
                    <a:pt x="0" y="19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524887" y="3473640"/>
              <a:ext cx="782955" cy="980440"/>
            </a:xfrm>
            <a:custGeom>
              <a:avLst/>
              <a:gdLst/>
              <a:ahLst/>
              <a:cxnLst/>
              <a:rect l="l" t="t" r="r" b="b"/>
              <a:pathLst>
                <a:path w="782954" h="980439">
                  <a:moveTo>
                    <a:pt x="4318" y="752195"/>
                  </a:moveTo>
                  <a:lnTo>
                    <a:pt x="2324" y="750709"/>
                  </a:lnTo>
                  <a:lnTo>
                    <a:pt x="0" y="750709"/>
                  </a:lnTo>
                  <a:lnTo>
                    <a:pt x="4318" y="753960"/>
                  </a:lnTo>
                  <a:lnTo>
                    <a:pt x="4318" y="752195"/>
                  </a:lnTo>
                  <a:close/>
                </a:path>
                <a:path w="782954" h="980439">
                  <a:moveTo>
                    <a:pt x="426161" y="2578"/>
                  </a:moveTo>
                  <a:lnTo>
                    <a:pt x="422732" y="0"/>
                  </a:lnTo>
                  <a:lnTo>
                    <a:pt x="422732" y="2578"/>
                  </a:lnTo>
                  <a:lnTo>
                    <a:pt x="426161" y="2578"/>
                  </a:lnTo>
                  <a:close/>
                </a:path>
                <a:path w="782954" h="980439">
                  <a:moveTo>
                    <a:pt x="782535" y="980186"/>
                  </a:moveTo>
                  <a:lnTo>
                    <a:pt x="782510" y="977595"/>
                  </a:lnTo>
                  <a:lnTo>
                    <a:pt x="779106" y="977595"/>
                  </a:lnTo>
                  <a:lnTo>
                    <a:pt x="782535" y="980186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951054" y="3476207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4">
                  <a:moveTo>
                    <a:pt x="0" y="0"/>
                  </a:moveTo>
                  <a:lnTo>
                    <a:pt x="1893" y="1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531464" y="3528466"/>
              <a:ext cx="352425" cy="695325"/>
            </a:xfrm>
            <a:custGeom>
              <a:avLst/>
              <a:gdLst/>
              <a:ahLst/>
              <a:cxnLst/>
              <a:rect l="l" t="t" r="r" b="b"/>
              <a:pathLst>
                <a:path w="352425" h="695325">
                  <a:moveTo>
                    <a:pt x="39535" y="621546"/>
                  </a:moveTo>
                  <a:lnTo>
                    <a:pt x="23690" y="621546"/>
                  </a:lnTo>
                  <a:lnTo>
                    <a:pt x="24456" y="626708"/>
                  </a:lnTo>
                  <a:lnTo>
                    <a:pt x="3044" y="629852"/>
                  </a:lnTo>
                  <a:lnTo>
                    <a:pt x="3065" y="694857"/>
                  </a:lnTo>
                  <a:lnTo>
                    <a:pt x="351819" y="658064"/>
                  </a:lnTo>
                  <a:lnTo>
                    <a:pt x="351803" y="624605"/>
                  </a:lnTo>
                  <a:lnTo>
                    <a:pt x="39973" y="624605"/>
                  </a:lnTo>
                  <a:lnTo>
                    <a:pt x="39535" y="621546"/>
                  </a:lnTo>
                  <a:close/>
                </a:path>
                <a:path w="352425" h="695325">
                  <a:moveTo>
                    <a:pt x="34445" y="606251"/>
                  </a:moveTo>
                  <a:lnTo>
                    <a:pt x="18135" y="606251"/>
                  </a:lnTo>
                  <a:lnTo>
                    <a:pt x="18217" y="608544"/>
                  </a:lnTo>
                  <a:lnTo>
                    <a:pt x="18326" y="611604"/>
                  </a:lnTo>
                  <a:lnTo>
                    <a:pt x="0" y="612368"/>
                  </a:lnTo>
                  <a:lnTo>
                    <a:pt x="3044" y="612368"/>
                  </a:lnTo>
                  <a:lnTo>
                    <a:pt x="3044" y="624605"/>
                  </a:lnTo>
                  <a:lnTo>
                    <a:pt x="2906" y="624605"/>
                  </a:lnTo>
                  <a:lnTo>
                    <a:pt x="23690" y="621546"/>
                  </a:lnTo>
                  <a:lnTo>
                    <a:pt x="39535" y="621546"/>
                  </a:lnTo>
                  <a:lnTo>
                    <a:pt x="39207" y="619251"/>
                  </a:lnTo>
                  <a:lnTo>
                    <a:pt x="65260" y="615428"/>
                  </a:lnTo>
                  <a:lnTo>
                    <a:pt x="80913" y="615428"/>
                  </a:lnTo>
                  <a:lnTo>
                    <a:pt x="80585" y="613134"/>
                  </a:lnTo>
                  <a:lnTo>
                    <a:pt x="97040" y="610839"/>
                  </a:lnTo>
                  <a:lnTo>
                    <a:pt x="34610" y="610839"/>
                  </a:lnTo>
                  <a:lnTo>
                    <a:pt x="34500" y="607780"/>
                  </a:lnTo>
                  <a:lnTo>
                    <a:pt x="34445" y="606251"/>
                  </a:lnTo>
                  <a:close/>
                </a:path>
                <a:path w="352425" h="695325">
                  <a:moveTo>
                    <a:pt x="80913" y="615428"/>
                  </a:moveTo>
                  <a:lnTo>
                    <a:pt x="65260" y="615428"/>
                  </a:lnTo>
                  <a:lnTo>
                    <a:pt x="66026" y="620781"/>
                  </a:lnTo>
                  <a:lnTo>
                    <a:pt x="39973" y="624605"/>
                  </a:lnTo>
                  <a:lnTo>
                    <a:pt x="351803" y="624605"/>
                  </a:lnTo>
                  <a:lnTo>
                    <a:pt x="351800" y="618487"/>
                  </a:lnTo>
                  <a:lnTo>
                    <a:pt x="81351" y="618487"/>
                  </a:lnTo>
                  <a:lnTo>
                    <a:pt x="80913" y="615428"/>
                  </a:lnTo>
                  <a:close/>
                </a:path>
                <a:path w="352425" h="695325">
                  <a:moveTo>
                    <a:pt x="122495" y="609500"/>
                  </a:moveTo>
                  <a:lnTo>
                    <a:pt x="106638" y="609500"/>
                  </a:lnTo>
                  <a:lnTo>
                    <a:pt x="107403" y="614663"/>
                  </a:lnTo>
                  <a:lnTo>
                    <a:pt x="81351" y="618487"/>
                  </a:lnTo>
                  <a:lnTo>
                    <a:pt x="351800" y="618487"/>
                  </a:lnTo>
                  <a:lnTo>
                    <a:pt x="351798" y="612368"/>
                  </a:lnTo>
                  <a:lnTo>
                    <a:pt x="122920" y="612368"/>
                  </a:lnTo>
                  <a:lnTo>
                    <a:pt x="122523" y="609692"/>
                  </a:lnTo>
                  <a:lnTo>
                    <a:pt x="122495" y="609500"/>
                  </a:lnTo>
                  <a:close/>
                </a:path>
                <a:path w="352425" h="695325">
                  <a:moveTo>
                    <a:pt x="351792" y="600515"/>
                  </a:moveTo>
                  <a:lnTo>
                    <a:pt x="147824" y="600515"/>
                  </a:lnTo>
                  <a:lnTo>
                    <a:pt x="147930" y="603425"/>
                  </a:lnTo>
                  <a:lnTo>
                    <a:pt x="148213" y="603425"/>
                  </a:lnTo>
                  <a:lnTo>
                    <a:pt x="148519" y="605486"/>
                  </a:lnTo>
                  <a:lnTo>
                    <a:pt x="148633" y="606251"/>
                  </a:lnTo>
                  <a:lnTo>
                    <a:pt x="148746" y="607015"/>
                  </a:lnTo>
                  <a:lnTo>
                    <a:pt x="148860" y="607780"/>
                  </a:lnTo>
                  <a:lnTo>
                    <a:pt x="148973" y="608544"/>
                  </a:lnTo>
                  <a:lnTo>
                    <a:pt x="122920" y="612368"/>
                  </a:lnTo>
                  <a:lnTo>
                    <a:pt x="351798" y="612368"/>
                  </a:lnTo>
                  <a:lnTo>
                    <a:pt x="351792" y="600515"/>
                  </a:lnTo>
                  <a:close/>
                </a:path>
                <a:path w="352425" h="695325">
                  <a:moveTo>
                    <a:pt x="77738" y="604338"/>
                  </a:moveTo>
                  <a:lnTo>
                    <a:pt x="61236" y="604338"/>
                  </a:lnTo>
                  <a:lnTo>
                    <a:pt x="61319" y="605486"/>
                  </a:lnTo>
                  <a:lnTo>
                    <a:pt x="61428" y="607015"/>
                  </a:lnTo>
                  <a:lnTo>
                    <a:pt x="61538" y="608544"/>
                  </a:lnTo>
                  <a:lnTo>
                    <a:pt x="61620" y="609692"/>
                  </a:lnTo>
                  <a:lnTo>
                    <a:pt x="34610" y="610839"/>
                  </a:lnTo>
                  <a:lnTo>
                    <a:pt x="97040" y="610839"/>
                  </a:lnTo>
                  <a:lnTo>
                    <a:pt x="106638" y="609500"/>
                  </a:lnTo>
                  <a:lnTo>
                    <a:pt x="122495" y="609500"/>
                  </a:lnTo>
                  <a:lnTo>
                    <a:pt x="122410" y="608928"/>
                  </a:lnTo>
                  <a:lnTo>
                    <a:pt x="77903" y="608928"/>
                  </a:lnTo>
                  <a:lnTo>
                    <a:pt x="77779" y="605486"/>
                  </a:lnTo>
                  <a:lnTo>
                    <a:pt x="77738" y="604338"/>
                  </a:lnTo>
                  <a:close/>
                </a:path>
                <a:path w="352425" h="695325">
                  <a:moveTo>
                    <a:pt x="120868" y="602427"/>
                  </a:moveTo>
                  <a:lnTo>
                    <a:pt x="104531" y="602427"/>
                  </a:lnTo>
                  <a:lnTo>
                    <a:pt x="104599" y="604338"/>
                  </a:lnTo>
                  <a:lnTo>
                    <a:pt x="104721" y="607780"/>
                  </a:lnTo>
                  <a:lnTo>
                    <a:pt x="77903" y="608928"/>
                  </a:lnTo>
                  <a:lnTo>
                    <a:pt x="122410" y="608928"/>
                  </a:lnTo>
                  <a:lnTo>
                    <a:pt x="122353" y="608544"/>
                  </a:lnTo>
                  <a:lnTo>
                    <a:pt x="122239" y="607780"/>
                  </a:lnTo>
                  <a:lnTo>
                    <a:pt x="122154" y="607207"/>
                  </a:lnTo>
                  <a:lnTo>
                    <a:pt x="123463" y="607015"/>
                  </a:lnTo>
                  <a:lnTo>
                    <a:pt x="121196" y="607015"/>
                  </a:lnTo>
                  <a:lnTo>
                    <a:pt x="121086" y="605486"/>
                  </a:lnTo>
                  <a:lnTo>
                    <a:pt x="121004" y="604338"/>
                  </a:lnTo>
                  <a:lnTo>
                    <a:pt x="120939" y="603425"/>
                  </a:lnTo>
                  <a:lnTo>
                    <a:pt x="120868" y="602427"/>
                  </a:lnTo>
                  <a:close/>
                </a:path>
                <a:path w="352425" h="695325">
                  <a:moveTo>
                    <a:pt x="3022" y="569286"/>
                  </a:moveTo>
                  <a:lnTo>
                    <a:pt x="3044" y="607015"/>
                  </a:lnTo>
                  <a:lnTo>
                    <a:pt x="37" y="607015"/>
                  </a:lnTo>
                  <a:lnTo>
                    <a:pt x="18135" y="606251"/>
                  </a:lnTo>
                  <a:lnTo>
                    <a:pt x="34445" y="606251"/>
                  </a:lnTo>
                  <a:lnTo>
                    <a:pt x="34418" y="605486"/>
                  </a:lnTo>
                  <a:lnTo>
                    <a:pt x="61236" y="604338"/>
                  </a:lnTo>
                  <a:lnTo>
                    <a:pt x="77738" y="604338"/>
                  </a:lnTo>
                  <a:lnTo>
                    <a:pt x="77711" y="603573"/>
                  </a:lnTo>
                  <a:lnTo>
                    <a:pt x="104531" y="602427"/>
                  </a:lnTo>
                  <a:lnTo>
                    <a:pt x="120868" y="602427"/>
                  </a:lnTo>
                  <a:lnTo>
                    <a:pt x="120813" y="601662"/>
                  </a:lnTo>
                  <a:lnTo>
                    <a:pt x="147824" y="600515"/>
                  </a:lnTo>
                  <a:lnTo>
                    <a:pt x="351792" y="600515"/>
                  </a:lnTo>
                  <a:lnTo>
                    <a:pt x="351791" y="598603"/>
                  </a:lnTo>
                  <a:lnTo>
                    <a:pt x="148015" y="598603"/>
                  </a:lnTo>
                  <a:lnTo>
                    <a:pt x="122154" y="593440"/>
                  </a:lnTo>
                  <a:lnTo>
                    <a:pt x="122736" y="590190"/>
                  </a:lnTo>
                  <a:lnTo>
                    <a:pt x="106638" y="590190"/>
                  </a:lnTo>
                  <a:lnTo>
                    <a:pt x="80585" y="585028"/>
                  </a:lnTo>
                  <a:lnTo>
                    <a:pt x="81283" y="581778"/>
                  </a:lnTo>
                  <a:lnTo>
                    <a:pt x="65068" y="581778"/>
                  </a:lnTo>
                  <a:lnTo>
                    <a:pt x="39015" y="576615"/>
                  </a:lnTo>
                  <a:lnTo>
                    <a:pt x="39739" y="573365"/>
                  </a:lnTo>
                  <a:lnTo>
                    <a:pt x="23498" y="573365"/>
                  </a:lnTo>
                  <a:lnTo>
                    <a:pt x="3022" y="569286"/>
                  </a:lnTo>
                  <a:close/>
                </a:path>
                <a:path w="352425" h="695325">
                  <a:moveTo>
                    <a:pt x="351785" y="585219"/>
                  </a:moveTo>
                  <a:lnTo>
                    <a:pt x="125027" y="585219"/>
                  </a:lnTo>
                  <a:lnTo>
                    <a:pt x="150314" y="591911"/>
                  </a:lnTo>
                  <a:lnTo>
                    <a:pt x="148781" y="597073"/>
                  </a:lnTo>
                  <a:lnTo>
                    <a:pt x="148354" y="597073"/>
                  </a:lnTo>
                  <a:lnTo>
                    <a:pt x="148015" y="598603"/>
                  </a:lnTo>
                  <a:lnTo>
                    <a:pt x="351791" y="598603"/>
                  </a:lnTo>
                  <a:lnTo>
                    <a:pt x="351785" y="585219"/>
                  </a:lnTo>
                  <a:close/>
                </a:path>
                <a:path w="352425" h="695325">
                  <a:moveTo>
                    <a:pt x="351780" y="574704"/>
                  </a:moveTo>
                  <a:lnTo>
                    <a:pt x="84990" y="574704"/>
                  </a:lnTo>
                  <a:lnTo>
                    <a:pt x="110086" y="581204"/>
                  </a:lnTo>
                  <a:lnTo>
                    <a:pt x="108833" y="586027"/>
                  </a:lnTo>
                  <a:lnTo>
                    <a:pt x="108745" y="586366"/>
                  </a:lnTo>
                  <a:lnTo>
                    <a:pt x="107341" y="586366"/>
                  </a:lnTo>
                  <a:lnTo>
                    <a:pt x="106638" y="590190"/>
                  </a:lnTo>
                  <a:lnTo>
                    <a:pt x="122736" y="590190"/>
                  </a:lnTo>
                  <a:lnTo>
                    <a:pt x="123070" y="588321"/>
                  </a:lnTo>
                  <a:lnTo>
                    <a:pt x="123112" y="588087"/>
                  </a:lnTo>
                  <a:lnTo>
                    <a:pt x="124279" y="588087"/>
                  </a:lnTo>
                  <a:lnTo>
                    <a:pt x="124728" y="586366"/>
                  </a:lnTo>
                  <a:lnTo>
                    <a:pt x="108745" y="586366"/>
                  </a:lnTo>
                  <a:lnTo>
                    <a:pt x="107403" y="586027"/>
                  </a:lnTo>
                  <a:lnTo>
                    <a:pt x="124817" y="586027"/>
                  </a:lnTo>
                  <a:lnTo>
                    <a:pt x="125027" y="585219"/>
                  </a:lnTo>
                  <a:lnTo>
                    <a:pt x="351785" y="585219"/>
                  </a:lnTo>
                  <a:lnTo>
                    <a:pt x="351780" y="574704"/>
                  </a:lnTo>
                  <a:close/>
                </a:path>
                <a:path w="352425" h="695325">
                  <a:moveTo>
                    <a:pt x="124279" y="588087"/>
                  </a:moveTo>
                  <a:lnTo>
                    <a:pt x="123112" y="588087"/>
                  </a:lnTo>
                  <a:lnTo>
                    <a:pt x="124218" y="588321"/>
                  </a:lnTo>
                  <a:lnTo>
                    <a:pt x="124279" y="588087"/>
                  </a:lnTo>
                  <a:close/>
                </a:path>
                <a:path w="352425" h="695325">
                  <a:moveTo>
                    <a:pt x="52093" y="571454"/>
                  </a:moveTo>
                  <a:lnTo>
                    <a:pt x="40165" y="571454"/>
                  </a:lnTo>
                  <a:lnTo>
                    <a:pt x="66026" y="576615"/>
                  </a:lnTo>
                  <a:lnTo>
                    <a:pt x="65233" y="580886"/>
                  </a:lnTo>
                  <a:lnTo>
                    <a:pt x="65174" y="581204"/>
                  </a:lnTo>
                  <a:lnTo>
                    <a:pt x="65068" y="581778"/>
                  </a:lnTo>
                  <a:lnTo>
                    <a:pt x="81283" y="581778"/>
                  </a:lnTo>
                  <a:lnTo>
                    <a:pt x="81693" y="579866"/>
                  </a:lnTo>
                  <a:lnTo>
                    <a:pt x="81734" y="579674"/>
                  </a:lnTo>
                  <a:lnTo>
                    <a:pt x="83699" y="579674"/>
                  </a:lnTo>
                  <a:lnTo>
                    <a:pt x="84693" y="575851"/>
                  </a:lnTo>
                  <a:lnTo>
                    <a:pt x="68708" y="575851"/>
                  </a:lnTo>
                  <a:lnTo>
                    <a:pt x="52093" y="571454"/>
                  </a:lnTo>
                  <a:close/>
                </a:path>
                <a:path w="352425" h="695325">
                  <a:moveTo>
                    <a:pt x="83699" y="579674"/>
                  </a:moveTo>
                  <a:lnTo>
                    <a:pt x="81734" y="579674"/>
                  </a:lnTo>
                  <a:lnTo>
                    <a:pt x="87588" y="580886"/>
                  </a:lnTo>
                  <a:lnTo>
                    <a:pt x="83649" y="579866"/>
                  </a:lnTo>
                  <a:lnTo>
                    <a:pt x="83699" y="579674"/>
                  </a:lnTo>
                  <a:close/>
                </a:path>
                <a:path w="352425" h="695325">
                  <a:moveTo>
                    <a:pt x="351775" y="563996"/>
                  </a:moveTo>
                  <a:lnTo>
                    <a:pt x="44954" y="563996"/>
                  </a:lnTo>
                  <a:lnTo>
                    <a:pt x="70049" y="570688"/>
                  </a:lnTo>
                  <a:lnTo>
                    <a:pt x="68708" y="575851"/>
                  </a:lnTo>
                  <a:lnTo>
                    <a:pt x="84693" y="575851"/>
                  </a:lnTo>
                  <a:lnTo>
                    <a:pt x="84990" y="574704"/>
                  </a:lnTo>
                  <a:lnTo>
                    <a:pt x="351780" y="574704"/>
                  </a:lnTo>
                  <a:lnTo>
                    <a:pt x="351775" y="563996"/>
                  </a:lnTo>
                  <a:close/>
                </a:path>
                <a:path w="352425" h="695325">
                  <a:moveTo>
                    <a:pt x="2810" y="0"/>
                  </a:moveTo>
                  <a:lnTo>
                    <a:pt x="2909" y="262359"/>
                  </a:lnTo>
                  <a:lnTo>
                    <a:pt x="3022" y="563996"/>
                  </a:lnTo>
                  <a:lnTo>
                    <a:pt x="3451" y="563996"/>
                  </a:lnTo>
                  <a:lnTo>
                    <a:pt x="24648" y="568203"/>
                  </a:lnTo>
                  <a:lnTo>
                    <a:pt x="23498" y="573365"/>
                  </a:lnTo>
                  <a:lnTo>
                    <a:pt x="39739" y="573365"/>
                  </a:lnTo>
                  <a:lnTo>
                    <a:pt x="40165" y="571454"/>
                  </a:lnTo>
                  <a:lnTo>
                    <a:pt x="52093" y="571454"/>
                  </a:lnTo>
                  <a:lnTo>
                    <a:pt x="43901" y="569286"/>
                  </a:lnTo>
                  <a:lnTo>
                    <a:pt x="43383" y="569286"/>
                  </a:lnTo>
                  <a:lnTo>
                    <a:pt x="44556" y="565335"/>
                  </a:lnTo>
                  <a:lnTo>
                    <a:pt x="28671" y="565335"/>
                  </a:lnTo>
                  <a:lnTo>
                    <a:pt x="3384" y="558643"/>
                  </a:lnTo>
                  <a:lnTo>
                    <a:pt x="4725" y="553481"/>
                  </a:lnTo>
                  <a:lnTo>
                    <a:pt x="351771" y="553481"/>
                  </a:lnTo>
                  <a:lnTo>
                    <a:pt x="351759" y="529200"/>
                  </a:lnTo>
                  <a:lnTo>
                    <a:pt x="294179" y="529200"/>
                  </a:lnTo>
                  <a:lnTo>
                    <a:pt x="290812" y="526714"/>
                  </a:lnTo>
                  <a:lnTo>
                    <a:pt x="288815" y="526714"/>
                  </a:lnTo>
                  <a:lnTo>
                    <a:pt x="288815" y="525205"/>
                  </a:lnTo>
                  <a:lnTo>
                    <a:pt x="284792" y="522126"/>
                  </a:lnTo>
                  <a:lnTo>
                    <a:pt x="281344" y="519449"/>
                  </a:lnTo>
                  <a:lnTo>
                    <a:pt x="282859" y="517494"/>
                  </a:lnTo>
                  <a:lnTo>
                    <a:pt x="283080" y="517494"/>
                  </a:lnTo>
                  <a:lnTo>
                    <a:pt x="272462" y="509507"/>
                  </a:lnTo>
                  <a:lnTo>
                    <a:pt x="268126" y="509507"/>
                  </a:lnTo>
                  <a:lnTo>
                    <a:pt x="266083" y="507978"/>
                  </a:lnTo>
                  <a:lnTo>
                    <a:pt x="265827" y="507978"/>
                  </a:lnTo>
                  <a:lnTo>
                    <a:pt x="250502" y="496314"/>
                  </a:lnTo>
                  <a:lnTo>
                    <a:pt x="252077" y="494148"/>
                  </a:lnTo>
                  <a:lnTo>
                    <a:pt x="239490" y="484652"/>
                  </a:lnTo>
                  <a:lnTo>
                    <a:pt x="234985" y="484652"/>
                  </a:lnTo>
                  <a:lnTo>
                    <a:pt x="227605" y="479107"/>
                  </a:lnTo>
                  <a:lnTo>
                    <a:pt x="225407" y="479107"/>
                  </a:lnTo>
                  <a:lnTo>
                    <a:pt x="225407" y="477450"/>
                  </a:lnTo>
                  <a:lnTo>
                    <a:pt x="221001" y="474136"/>
                  </a:lnTo>
                  <a:lnTo>
                    <a:pt x="225407" y="473776"/>
                  </a:lnTo>
                  <a:lnTo>
                    <a:pt x="225407" y="465532"/>
                  </a:lnTo>
                  <a:lnTo>
                    <a:pt x="228089" y="465532"/>
                  </a:lnTo>
                  <a:lnTo>
                    <a:pt x="228089" y="443736"/>
                  </a:lnTo>
                  <a:lnTo>
                    <a:pt x="225407" y="443736"/>
                  </a:lnTo>
                  <a:lnTo>
                    <a:pt x="225407" y="422132"/>
                  </a:lnTo>
                  <a:lnTo>
                    <a:pt x="228089" y="422132"/>
                  </a:lnTo>
                  <a:lnTo>
                    <a:pt x="228089" y="400335"/>
                  </a:lnTo>
                  <a:lnTo>
                    <a:pt x="225407" y="400335"/>
                  </a:lnTo>
                  <a:lnTo>
                    <a:pt x="225407" y="378540"/>
                  </a:lnTo>
                  <a:lnTo>
                    <a:pt x="228089" y="378540"/>
                  </a:lnTo>
                  <a:lnTo>
                    <a:pt x="228089" y="356936"/>
                  </a:lnTo>
                  <a:lnTo>
                    <a:pt x="225407" y="356936"/>
                  </a:lnTo>
                  <a:lnTo>
                    <a:pt x="225407" y="335139"/>
                  </a:lnTo>
                  <a:lnTo>
                    <a:pt x="228089" y="335139"/>
                  </a:lnTo>
                  <a:lnTo>
                    <a:pt x="228089" y="313343"/>
                  </a:lnTo>
                  <a:lnTo>
                    <a:pt x="225407" y="313343"/>
                  </a:lnTo>
                  <a:lnTo>
                    <a:pt x="225407" y="304166"/>
                  </a:lnTo>
                  <a:lnTo>
                    <a:pt x="221001" y="300916"/>
                  </a:lnTo>
                  <a:lnTo>
                    <a:pt x="225407" y="300405"/>
                  </a:lnTo>
                  <a:lnTo>
                    <a:pt x="225407" y="297474"/>
                  </a:lnTo>
                  <a:lnTo>
                    <a:pt x="259164" y="297474"/>
                  </a:lnTo>
                  <a:lnTo>
                    <a:pt x="259123" y="296900"/>
                  </a:lnTo>
                  <a:lnTo>
                    <a:pt x="280195" y="294606"/>
                  </a:lnTo>
                  <a:lnTo>
                    <a:pt x="300736" y="294606"/>
                  </a:lnTo>
                  <a:lnTo>
                    <a:pt x="300543" y="292886"/>
                  </a:lnTo>
                  <a:lnTo>
                    <a:pt x="300501" y="292503"/>
                  </a:lnTo>
                  <a:lnTo>
                    <a:pt x="301107" y="292503"/>
                  </a:lnTo>
                  <a:lnTo>
                    <a:pt x="301075" y="292312"/>
                  </a:lnTo>
                  <a:lnTo>
                    <a:pt x="321956" y="290208"/>
                  </a:lnTo>
                  <a:lnTo>
                    <a:pt x="342096" y="290208"/>
                  </a:lnTo>
                  <a:lnTo>
                    <a:pt x="341878" y="288105"/>
                  </a:lnTo>
                  <a:lnTo>
                    <a:pt x="342836" y="287915"/>
                  </a:lnTo>
                  <a:lnTo>
                    <a:pt x="351669" y="287022"/>
                  </a:lnTo>
                  <a:lnTo>
                    <a:pt x="351649" y="262359"/>
                  </a:lnTo>
                  <a:lnTo>
                    <a:pt x="2810" y="0"/>
                  </a:lnTo>
                  <a:close/>
                </a:path>
                <a:path w="352425" h="695325">
                  <a:moveTo>
                    <a:pt x="351771" y="553481"/>
                  </a:moveTo>
                  <a:lnTo>
                    <a:pt x="4725" y="553481"/>
                  </a:lnTo>
                  <a:lnTo>
                    <a:pt x="30012" y="560172"/>
                  </a:lnTo>
                  <a:lnTo>
                    <a:pt x="28671" y="565335"/>
                  </a:lnTo>
                  <a:lnTo>
                    <a:pt x="44556" y="565335"/>
                  </a:lnTo>
                  <a:lnTo>
                    <a:pt x="44954" y="563996"/>
                  </a:lnTo>
                  <a:lnTo>
                    <a:pt x="351775" y="563996"/>
                  </a:lnTo>
                  <a:lnTo>
                    <a:pt x="351771" y="553481"/>
                  </a:lnTo>
                  <a:close/>
                </a:path>
                <a:path w="352425" h="695325">
                  <a:moveTo>
                    <a:pt x="323223" y="520597"/>
                  </a:moveTo>
                  <a:lnTo>
                    <a:pt x="322206" y="520597"/>
                  </a:lnTo>
                  <a:lnTo>
                    <a:pt x="305779" y="522338"/>
                  </a:lnTo>
                  <a:lnTo>
                    <a:pt x="306056" y="524993"/>
                  </a:lnTo>
                  <a:lnTo>
                    <a:pt x="294179" y="526183"/>
                  </a:lnTo>
                  <a:lnTo>
                    <a:pt x="294179" y="529200"/>
                  </a:lnTo>
                  <a:lnTo>
                    <a:pt x="351759" y="529200"/>
                  </a:lnTo>
                  <a:lnTo>
                    <a:pt x="351757" y="523082"/>
                  </a:lnTo>
                  <a:lnTo>
                    <a:pt x="323488" y="523082"/>
                  </a:lnTo>
                  <a:lnTo>
                    <a:pt x="323386" y="522126"/>
                  </a:lnTo>
                  <a:lnTo>
                    <a:pt x="323264" y="520979"/>
                  </a:lnTo>
                  <a:lnTo>
                    <a:pt x="323223" y="520597"/>
                  </a:lnTo>
                  <a:close/>
                </a:path>
                <a:path w="352425" h="695325">
                  <a:moveTo>
                    <a:pt x="290582" y="526544"/>
                  </a:moveTo>
                  <a:lnTo>
                    <a:pt x="288815" y="526714"/>
                  </a:lnTo>
                  <a:lnTo>
                    <a:pt x="290812" y="526714"/>
                  </a:lnTo>
                  <a:lnTo>
                    <a:pt x="290582" y="526544"/>
                  </a:lnTo>
                  <a:close/>
                </a:path>
                <a:path w="352425" h="695325">
                  <a:moveTo>
                    <a:pt x="351754" y="517494"/>
                  </a:moveTo>
                  <a:lnTo>
                    <a:pt x="347348" y="517961"/>
                  </a:lnTo>
                  <a:lnTo>
                    <a:pt x="347505" y="519449"/>
                  </a:lnTo>
                  <a:lnTo>
                    <a:pt x="347625" y="520597"/>
                  </a:lnTo>
                  <a:lnTo>
                    <a:pt x="344369" y="520979"/>
                  </a:lnTo>
                  <a:lnTo>
                    <a:pt x="323488" y="523082"/>
                  </a:lnTo>
                  <a:lnTo>
                    <a:pt x="351757" y="523082"/>
                  </a:lnTo>
                  <a:lnTo>
                    <a:pt x="351754" y="517494"/>
                  </a:lnTo>
                  <a:close/>
                </a:path>
                <a:path w="352425" h="695325">
                  <a:moveTo>
                    <a:pt x="269722" y="507446"/>
                  </a:moveTo>
                  <a:lnTo>
                    <a:pt x="268126" y="509507"/>
                  </a:lnTo>
                  <a:lnTo>
                    <a:pt x="272462" y="509507"/>
                  </a:lnTo>
                  <a:lnTo>
                    <a:pt x="269722" y="507446"/>
                  </a:lnTo>
                  <a:close/>
                </a:path>
                <a:path w="352425" h="695325">
                  <a:moveTo>
                    <a:pt x="265912" y="507850"/>
                  </a:moveTo>
                  <a:lnTo>
                    <a:pt x="265827" y="507978"/>
                  </a:lnTo>
                  <a:lnTo>
                    <a:pt x="266083" y="507978"/>
                  </a:lnTo>
                  <a:lnTo>
                    <a:pt x="265912" y="507850"/>
                  </a:lnTo>
                  <a:close/>
                </a:path>
                <a:path w="352425" h="695325">
                  <a:moveTo>
                    <a:pt x="236646" y="482507"/>
                  </a:moveTo>
                  <a:lnTo>
                    <a:pt x="234985" y="484652"/>
                  </a:lnTo>
                  <a:lnTo>
                    <a:pt x="239490" y="484652"/>
                  </a:lnTo>
                  <a:lnTo>
                    <a:pt x="236646" y="482507"/>
                  </a:lnTo>
                  <a:close/>
                </a:path>
                <a:path w="352425" h="695325">
                  <a:moveTo>
                    <a:pt x="227323" y="478895"/>
                  </a:moveTo>
                  <a:lnTo>
                    <a:pt x="225407" y="479107"/>
                  </a:lnTo>
                  <a:lnTo>
                    <a:pt x="227605" y="479107"/>
                  </a:lnTo>
                  <a:lnTo>
                    <a:pt x="227323" y="478895"/>
                  </a:lnTo>
                  <a:close/>
                </a:path>
                <a:path w="352425" h="695325">
                  <a:moveTo>
                    <a:pt x="259276" y="299003"/>
                  </a:moveTo>
                  <a:lnTo>
                    <a:pt x="238243" y="299003"/>
                  </a:lnTo>
                  <a:lnTo>
                    <a:pt x="238356" y="300045"/>
                  </a:lnTo>
                  <a:lnTo>
                    <a:pt x="238452" y="300916"/>
                  </a:lnTo>
                  <a:lnTo>
                    <a:pt x="238540" y="301722"/>
                  </a:lnTo>
                  <a:lnTo>
                    <a:pt x="259314" y="299535"/>
                  </a:lnTo>
                  <a:lnTo>
                    <a:pt x="259276" y="299003"/>
                  </a:lnTo>
                  <a:close/>
                </a:path>
                <a:path w="352425" h="695325">
                  <a:moveTo>
                    <a:pt x="259164" y="297474"/>
                  </a:moveTo>
                  <a:lnTo>
                    <a:pt x="225407" y="297474"/>
                  </a:lnTo>
                  <a:lnTo>
                    <a:pt x="228728" y="300045"/>
                  </a:lnTo>
                  <a:lnTo>
                    <a:pt x="238243" y="299003"/>
                  </a:lnTo>
                  <a:lnTo>
                    <a:pt x="259276" y="299003"/>
                  </a:lnTo>
                  <a:lnTo>
                    <a:pt x="259164" y="297474"/>
                  </a:lnTo>
                  <a:close/>
                </a:path>
                <a:path w="352425" h="695325">
                  <a:moveTo>
                    <a:pt x="300736" y="294606"/>
                  </a:moveTo>
                  <a:lnTo>
                    <a:pt x="280195" y="294606"/>
                  </a:lnTo>
                  <a:lnTo>
                    <a:pt x="280448" y="296900"/>
                  </a:lnTo>
                  <a:lnTo>
                    <a:pt x="280493" y="297304"/>
                  </a:lnTo>
                  <a:lnTo>
                    <a:pt x="300798" y="295159"/>
                  </a:lnTo>
                  <a:lnTo>
                    <a:pt x="300736" y="294606"/>
                  </a:lnTo>
                  <a:close/>
                </a:path>
                <a:path w="352425" h="695325">
                  <a:moveTo>
                    <a:pt x="342096" y="290208"/>
                  </a:moveTo>
                  <a:lnTo>
                    <a:pt x="321956" y="290208"/>
                  </a:lnTo>
                  <a:lnTo>
                    <a:pt x="322189" y="292312"/>
                  </a:lnTo>
                  <a:lnTo>
                    <a:pt x="322253" y="292886"/>
                  </a:lnTo>
                  <a:lnTo>
                    <a:pt x="342155" y="290783"/>
                  </a:lnTo>
                  <a:lnTo>
                    <a:pt x="342096" y="290208"/>
                  </a:lnTo>
                  <a:close/>
                </a:path>
              </a:pathLst>
            </a:custGeom>
            <a:solidFill>
              <a:srgbClr val="88B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538872" y="4191884"/>
              <a:ext cx="344805" cy="295910"/>
            </a:xfrm>
            <a:custGeom>
              <a:avLst/>
              <a:gdLst/>
              <a:ahLst/>
              <a:cxnLst/>
              <a:rect l="l" t="t" r="r" b="b"/>
              <a:pathLst>
                <a:path w="344805" h="295910">
                  <a:moveTo>
                    <a:pt x="344411" y="0"/>
                  </a:moveTo>
                  <a:lnTo>
                    <a:pt x="0" y="36327"/>
                  </a:lnTo>
                  <a:lnTo>
                    <a:pt x="344516" y="295435"/>
                  </a:lnTo>
                  <a:lnTo>
                    <a:pt x="344411" y="0"/>
                  </a:lnTo>
                  <a:close/>
                </a:path>
              </a:pathLst>
            </a:custGeom>
            <a:solidFill>
              <a:srgbClr val="8D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538872" y="4191884"/>
              <a:ext cx="344805" cy="36830"/>
            </a:xfrm>
            <a:custGeom>
              <a:avLst/>
              <a:gdLst/>
              <a:ahLst/>
              <a:cxnLst/>
              <a:rect l="l" t="t" r="r" b="b"/>
              <a:pathLst>
                <a:path w="344805" h="36829">
                  <a:moveTo>
                    <a:pt x="344411" y="0"/>
                  </a:moveTo>
                  <a:lnTo>
                    <a:pt x="0" y="36327"/>
                  </a:lnTo>
                  <a:lnTo>
                    <a:pt x="344411" y="0"/>
                  </a:lnTo>
                  <a:close/>
                </a:path>
              </a:pathLst>
            </a:custGeom>
            <a:solidFill>
              <a:srgbClr val="98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534530" y="4186530"/>
              <a:ext cx="349250" cy="41910"/>
            </a:xfrm>
            <a:custGeom>
              <a:avLst/>
              <a:gdLst/>
              <a:ahLst/>
              <a:cxnLst/>
              <a:rect l="l" t="t" r="r" b="b"/>
              <a:pathLst>
                <a:path w="349250" h="41910">
                  <a:moveTo>
                    <a:pt x="348753" y="0"/>
                  </a:moveTo>
                  <a:lnTo>
                    <a:pt x="0" y="36793"/>
                  </a:lnTo>
                  <a:lnTo>
                    <a:pt x="0" y="38408"/>
                  </a:lnTo>
                  <a:lnTo>
                    <a:pt x="4342" y="41680"/>
                  </a:lnTo>
                  <a:lnTo>
                    <a:pt x="348753" y="5353"/>
                  </a:lnTo>
                  <a:lnTo>
                    <a:pt x="348753" y="0"/>
                  </a:lnTo>
                  <a:close/>
                </a:path>
              </a:pathLst>
            </a:custGeom>
            <a:solidFill>
              <a:srgbClr val="809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528931" y="3517802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0"/>
                  </a:moveTo>
                  <a:lnTo>
                    <a:pt x="0" y="2931"/>
                  </a:lnTo>
                  <a:lnTo>
                    <a:pt x="3426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528951" y="3524453"/>
              <a:ext cx="354965" cy="969644"/>
            </a:xfrm>
            <a:custGeom>
              <a:avLst/>
              <a:gdLst/>
              <a:ahLst/>
              <a:cxnLst/>
              <a:rect l="l" t="t" r="r" b="b"/>
              <a:pathLst>
                <a:path w="354964" h="969645">
                  <a:moveTo>
                    <a:pt x="5524" y="567055"/>
                  </a:moveTo>
                  <a:lnTo>
                    <a:pt x="5321" y="4013"/>
                  </a:lnTo>
                  <a:lnTo>
                    <a:pt x="0" y="0"/>
                  </a:lnTo>
                  <a:lnTo>
                    <a:pt x="203" y="567055"/>
                  </a:lnTo>
                  <a:lnTo>
                    <a:pt x="203" y="571855"/>
                  </a:lnTo>
                  <a:lnTo>
                    <a:pt x="1104" y="567055"/>
                  </a:lnTo>
                  <a:lnTo>
                    <a:pt x="5524" y="567931"/>
                  </a:lnTo>
                  <a:lnTo>
                    <a:pt x="5524" y="567055"/>
                  </a:lnTo>
                  <a:close/>
                </a:path>
                <a:path w="354964" h="969645">
                  <a:moveTo>
                    <a:pt x="5549" y="616496"/>
                  </a:moveTo>
                  <a:lnTo>
                    <a:pt x="228" y="616496"/>
                  </a:lnTo>
                  <a:lnTo>
                    <a:pt x="228" y="629373"/>
                  </a:lnTo>
                  <a:lnTo>
                    <a:pt x="5549" y="628599"/>
                  </a:lnTo>
                  <a:lnTo>
                    <a:pt x="5549" y="616496"/>
                  </a:lnTo>
                  <a:close/>
                </a:path>
                <a:path w="354964" h="969645">
                  <a:moveTo>
                    <a:pt x="5549" y="610908"/>
                  </a:moveTo>
                  <a:lnTo>
                    <a:pt x="5524" y="573303"/>
                  </a:lnTo>
                  <a:lnTo>
                    <a:pt x="203" y="572249"/>
                  </a:lnTo>
                  <a:lnTo>
                    <a:pt x="228" y="610908"/>
                  </a:lnTo>
                  <a:lnTo>
                    <a:pt x="5549" y="610908"/>
                  </a:lnTo>
                  <a:close/>
                </a:path>
                <a:path w="354964" h="969645">
                  <a:moveTo>
                    <a:pt x="5575" y="698881"/>
                  </a:moveTo>
                  <a:lnTo>
                    <a:pt x="5549" y="634555"/>
                  </a:lnTo>
                  <a:lnTo>
                    <a:pt x="5549" y="633869"/>
                  </a:lnTo>
                  <a:lnTo>
                    <a:pt x="914" y="634555"/>
                  </a:lnTo>
                  <a:lnTo>
                    <a:pt x="228" y="629983"/>
                  </a:lnTo>
                  <a:lnTo>
                    <a:pt x="254" y="699427"/>
                  </a:lnTo>
                  <a:lnTo>
                    <a:pt x="5575" y="698881"/>
                  </a:lnTo>
                  <a:close/>
                </a:path>
                <a:path w="354964" h="969645">
                  <a:moveTo>
                    <a:pt x="354457" y="969518"/>
                  </a:moveTo>
                  <a:lnTo>
                    <a:pt x="354431" y="962875"/>
                  </a:lnTo>
                  <a:lnTo>
                    <a:pt x="9918" y="703757"/>
                  </a:lnTo>
                  <a:lnTo>
                    <a:pt x="4292" y="704354"/>
                  </a:lnTo>
                  <a:lnTo>
                    <a:pt x="313740" y="933018"/>
                  </a:lnTo>
                  <a:lnTo>
                    <a:pt x="310921" y="936790"/>
                  </a:lnTo>
                  <a:lnTo>
                    <a:pt x="354457" y="969518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2529208" y="4223324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4">
                  <a:moveTo>
                    <a:pt x="5321" y="0"/>
                  </a:moveTo>
                  <a:lnTo>
                    <a:pt x="0" y="552"/>
                  </a:lnTo>
                  <a:lnTo>
                    <a:pt x="0" y="2506"/>
                  </a:lnTo>
                  <a:lnTo>
                    <a:pt x="4043" y="5481"/>
                  </a:lnTo>
                  <a:lnTo>
                    <a:pt x="9663" y="4886"/>
                  </a:lnTo>
                  <a:lnTo>
                    <a:pt x="5321" y="1615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2885305" y="4495030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404" y="0"/>
                  </a:moveTo>
                  <a:lnTo>
                    <a:pt x="0" y="361"/>
                  </a:lnTo>
                  <a:lnTo>
                    <a:pt x="3426" y="2932"/>
                  </a:lnTo>
                  <a:lnTo>
                    <a:pt x="3404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2531122" y="4228807"/>
              <a:ext cx="311785" cy="233045"/>
            </a:xfrm>
            <a:custGeom>
              <a:avLst/>
              <a:gdLst/>
              <a:ahLst/>
              <a:cxnLst/>
              <a:rect l="l" t="t" r="r" b="b"/>
              <a:pathLst>
                <a:path w="311785" h="233045">
                  <a:moveTo>
                    <a:pt x="311569" y="228663"/>
                  </a:moveTo>
                  <a:lnTo>
                    <a:pt x="2120" y="0"/>
                  </a:lnTo>
                  <a:lnTo>
                    <a:pt x="0" y="215"/>
                  </a:lnTo>
                  <a:lnTo>
                    <a:pt x="308749" y="232435"/>
                  </a:lnTo>
                  <a:lnTo>
                    <a:pt x="311569" y="228663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2529208" y="4225831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4" h="3810">
                  <a:moveTo>
                    <a:pt x="0" y="0"/>
                  </a:moveTo>
                  <a:lnTo>
                    <a:pt x="0" y="1764"/>
                  </a:lnTo>
                  <a:lnTo>
                    <a:pt x="1915" y="3186"/>
                  </a:lnTo>
                  <a:lnTo>
                    <a:pt x="4043" y="29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2888454" y="3785641"/>
              <a:ext cx="59690" cy="400685"/>
            </a:xfrm>
            <a:custGeom>
              <a:avLst/>
              <a:gdLst/>
              <a:ahLst/>
              <a:cxnLst/>
              <a:rect l="l" t="t" r="r" b="b"/>
              <a:pathLst>
                <a:path w="59689" h="400685">
                  <a:moveTo>
                    <a:pt x="7993" y="259024"/>
                  </a:moveTo>
                  <a:lnTo>
                    <a:pt x="6966" y="259024"/>
                  </a:lnTo>
                  <a:lnTo>
                    <a:pt x="85" y="259746"/>
                  </a:lnTo>
                  <a:lnTo>
                    <a:pt x="149" y="400337"/>
                  </a:lnTo>
                  <a:lnTo>
                    <a:pt x="59448" y="394069"/>
                  </a:lnTo>
                  <a:lnTo>
                    <a:pt x="59408" y="261509"/>
                  </a:lnTo>
                  <a:lnTo>
                    <a:pt x="8258" y="261509"/>
                  </a:lnTo>
                  <a:lnTo>
                    <a:pt x="8156" y="260553"/>
                  </a:lnTo>
                  <a:lnTo>
                    <a:pt x="8070" y="259746"/>
                  </a:lnTo>
                  <a:lnTo>
                    <a:pt x="7993" y="259024"/>
                  </a:lnTo>
                  <a:close/>
                </a:path>
                <a:path w="59689" h="400685">
                  <a:moveTo>
                    <a:pt x="49743" y="254520"/>
                  </a:moveTo>
                  <a:lnTo>
                    <a:pt x="31736" y="256411"/>
                  </a:lnTo>
                  <a:lnTo>
                    <a:pt x="32012" y="259024"/>
                  </a:lnTo>
                  <a:lnTo>
                    <a:pt x="16857" y="260553"/>
                  </a:lnTo>
                  <a:lnTo>
                    <a:pt x="8258" y="261509"/>
                  </a:lnTo>
                  <a:lnTo>
                    <a:pt x="59408" y="261509"/>
                  </a:lnTo>
                  <a:lnTo>
                    <a:pt x="59407" y="257112"/>
                  </a:lnTo>
                  <a:lnTo>
                    <a:pt x="50020" y="257112"/>
                  </a:lnTo>
                  <a:lnTo>
                    <a:pt x="49743" y="254520"/>
                  </a:lnTo>
                  <a:close/>
                </a:path>
                <a:path w="59689" h="400685">
                  <a:moveTo>
                    <a:pt x="59406" y="256092"/>
                  </a:moveTo>
                  <a:lnTo>
                    <a:pt x="50020" y="257112"/>
                  </a:lnTo>
                  <a:lnTo>
                    <a:pt x="59407" y="257112"/>
                  </a:lnTo>
                  <a:lnTo>
                    <a:pt x="59406" y="256092"/>
                  </a:lnTo>
                  <a:close/>
                </a:path>
                <a:path w="59689" h="400685">
                  <a:moveTo>
                    <a:pt x="26607" y="28637"/>
                  </a:moveTo>
                  <a:lnTo>
                    <a:pt x="6725" y="28637"/>
                  </a:lnTo>
                  <a:lnTo>
                    <a:pt x="7024" y="31313"/>
                  </a:lnTo>
                  <a:lnTo>
                    <a:pt x="26446" y="29253"/>
                  </a:lnTo>
                  <a:lnTo>
                    <a:pt x="26651" y="29253"/>
                  </a:lnTo>
                  <a:lnTo>
                    <a:pt x="26607" y="28637"/>
                  </a:lnTo>
                  <a:close/>
                </a:path>
                <a:path w="59689" h="400685">
                  <a:moveTo>
                    <a:pt x="59300" y="0"/>
                  </a:moveTo>
                  <a:lnTo>
                    <a:pt x="0" y="6245"/>
                  </a:lnTo>
                  <a:lnTo>
                    <a:pt x="0" y="29253"/>
                  </a:lnTo>
                  <a:lnTo>
                    <a:pt x="6725" y="28637"/>
                  </a:lnTo>
                  <a:lnTo>
                    <a:pt x="26607" y="28637"/>
                  </a:lnTo>
                  <a:lnTo>
                    <a:pt x="26483" y="26894"/>
                  </a:lnTo>
                  <a:lnTo>
                    <a:pt x="26457" y="26534"/>
                  </a:lnTo>
                  <a:lnTo>
                    <a:pt x="27799" y="26342"/>
                  </a:lnTo>
                  <a:lnTo>
                    <a:pt x="48679" y="24239"/>
                  </a:lnTo>
                  <a:lnTo>
                    <a:pt x="59320" y="24239"/>
                  </a:lnTo>
                  <a:lnTo>
                    <a:pt x="59300" y="0"/>
                  </a:lnTo>
                  <a:close/>
                </a:path>
                <a:path w="59689" h="400685">
                  <a:moveTo>
                    <a:pt x="59320" y="24239"/>
                  </a:moveTo>
                  <a:lnTo>
                    <a:pt x="48679" y="24239"/>
                  </a:lnTo>
                  <a:lnTo>
                    <a:pt x="48853" y="25789"/>
                  </a:lnTo>
                  <a:lnTo>
                    <a:pt x="48977" y="26894"/>
                  </a:lnTo>
                  <a:lnTo>
                    <a:pt x="59321" y="25789"/>
                  </a:lnTo>
                  <a:lnTo>
                    <a:pt x="59320" y="24239"/>
                  </a:lnTo>
                  <a:close/>
                </a:path>
              </a:pathLst>
            </a:custGeom>
            <a:solidFill>
              <a:srgbClr val="7CA3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888604" y="4184852"/>
              <a:ext cx="409575" cy="305435"/>
            </a:xfrm>
            <a:custGeom>
              <a:avLst/>
              <a:gdLst/>
              <a:ahLst/>
              <a:cxnLst/>
              <a:rect l="l" t="t" r="r" b="b"/>
              <a:pathLst>
                <a:path w="409575" h="305435">
                  <a:moveTo>
                    <a:pt x="61215" y="0"/>
                  </a:moveTo>
                  <a:lnTo>
                    <a:pt x="0" y="6457"/>
                  </a:lnTo>
                  <a:lnTo>
                    <a:pt x="105" y="304846"/>
                  </a:lnTo>
                  <a:lnTo>
                    <a:pt x="409159" y="261701"/>
                  </a:lnTo>
                  <a:lnTo>
                    <a:pt x="61215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2888604" y="4179711"/>
              <a:ext cx="61594" cy="12065"/>
            </a:xfrm>
            <a:custGeom>
              <a:avLst/>
              <a:gdLst/>
              <a:ahLst/>
              <a:cxnLst/>
              <a:rect l="l" t="t" r="r" b="b"/>
              <a:pathLst>
                <a:path w="61594" h="12064">
                  <a:moveTo>
                    <a:pt x="59320" y="0"/>
                  </a:moveTo>
                  <a:lnTo>
                    <a:pt x="0" y="6267"/>
                  </a:lnTo>
                  <a:lnTo>
                    <a:pt x="0" y="11598"/>
                  </a:lnTo>
                  <a:lnTo>
                    <a:pt x="61215" y="5140"/>
                  </a:lnTo>
                  <a:lnTo>
                    <a:pt x="59320" y="3718"/>
                  </a:lnTo>
                  <a:lnTo>
                    <a:pt x="59320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953076" y="3748295"/>
              <a:ext cx="349250" cy="695325"/>
            </a:xfrm>
            <a:custGeom>
              <a:avLst/>
              <a:gdLst/>
              <a:ahLst/>
              <a:cxnLst/>
              <a:rect l="l" t="t" r="r" b="b"/>
              <a:pathLst>
                <a:path w="349250" h="695325">
                  <a:moveTo>
                    <a:pt x="27073" y="287426"/>
                  </a:moveTo>
                  <a:lnTo>
                    <a:pt x="8492" y="289401"/>
                  </a:lnTo>
                  <a:lnTo>
                    <a:pt x="8769" y="291971"/>
                  </a:lnTo>
                  <a:lnTo>
                    <a:pt x="106" y="292842"/>
                  </a:lnTo>
                  <a:lnTo>
                    <a:pt x="148" y="432478"/>
                  </a:lnTo>
                  <a:lnTo>
                    <a:pt x="349008" y="694857"/>
                  </a:lnTo>
                  <a:lnTo>
                    <a:pt x="348945" y="489049"/>
                  </a:lnTo>
                  <a:lnTo>
                    <a:pt x="338642" y="481444"/>
                  </a:lnTo>
                  <a:lnTo>
                    <a:pt x="348923" y="467550"/>
                  </a:lnTo>
                  <a:lnTo>
                    <a:pt x="348853" y="290060"/>
                  </a:lnTo>
                  <a:lnTo>
                    <a:pt x="27350" y="290060"/>
                  </a:lnTo>
                  <a:lnTo>
                    <a:pt x="27089" y="287574"/>
                  </a:lnTo>
                  <a:lnTo>
                    <a:pt x="27073" y="287426"/>
                  </a:lnTo>
                  <a:close/>
                </a:path>
                <a:path w="349250" h="695325">
                  <a:moveTo>
                    <a:pt x="68835" y="283028"/>
                  </a:moveTo>
                  <a:lnTo>
                    <a:pt x="50062" y="285004"/>
                  </a:lnTo>
                  <a:lnTo>
                    <a:pt x="50322" y="287426"/>
                  </a:lnTo>
                  <a:lnTo>
                    <a:pt x="50338" y="287574"/>
                  </a:lnTo>
                  <a:lnTo>
                    <a:pt x="27350" y="290060"/>
                  </a:lnTo>
                  <a:lnTo>
                    <a:pt x="348853" y="290060"/>
                  </a:lnTo>
                  <a:lnTo>
                    <a:pt x="348851" y="285662"/>
                  </a:lnTo>
                  <a:lnTo>
                    <a:pt x="69112" y="285662"/>
                  </a:lnTo>
                  <a:lnTo>
                    <a:pt x="68850" y="283176"/>
                  </a:lnTo>
                  <a:lnTo>
                    <a:pt x="68835" y="283028"/>
                  </a:lnTo>
                  <a:close/>
                </a:path>
                <a:path w="349250" h="695325">
                  <a:moveTo>
                    <a:pt x="110596" y="278610"/>
                  </a:moveTo>
                  <a:lnTo>
                    <a:pt x="91439" y="280649"/>
                  </a:lnTo>
                  <a:lnTo>
                    <a:pt x="91700" y="283028"/>
                  </a:lnTo>
                  <a:lnTo>
                    <a:pt x="91716" y="283176"/>
                  </a:lnTo>
                  <a:lnTo>
                    <a:pt x="69112" y="285662"/>
                  </a:lnTo>
                  <a:lnTo>
                    <a:pt x="348851" y="285662"/>
                  </a:lnTo>
                  <a:lnTo>
                    <a:pt x="348850" y="281265"/>
                  </a:lnTo>
                  <a:lnTo>
                    <a:pt x="110873" y="281265"/>
                  </a:lnTo>
                  <a:lnTo>
                    <a:pt x="110634" y="278970"/>
                  </a:lnTo>
                  <a:lnTo>
                    <a:pt x="110596" y="278610"/>
                  </a:lnTo>
                  <a:close/>
                </a:path>
                <a:path w="349250" h="695325">
                  <a:moveTo>
                    <a:pt x="152548" y="274191"/>
                  </a:moveTo>
                  <a:lnTo>
                    <a:pt x="132902" y="276273"/>
                  </a:lnTo>
                  <a:lnTo>
                    <a:pt x="133081" y="278610"/>
                  </a:lnTo>
                  <a:lnTo>
                    <a:pt x="133094" y="278780"/>
                  </a:lnTo>
                  <a:lnTo>
                    <a:pt x="131753" y="278970"/>
                  </a:lnTo>
                  <a:lnTo>
                    <a:pt x="110873" y="281265"/>
                  </a:lnTo>
                  <a:lnTo>
                    <a:pt x="348850" y="281265"/>
                  </a:lnTo>
                  <a:lnTo>
                    <a:pt x="348848" y="276867"/>
                  </a:lnTo>
                  <a:lnTo>
                    <a:pt x="152825" y="276867"/>
                  </a:lnTo>
                  <a:lnTo>
                    <a:pt x="152588" y="274574"/>
                  </a:lnTo>
                  <a:lnTo>
                    <a:pt x="152548" y="274191"/>
                  </a:lnTo>
                  <a:close/>
                </a:path>
                <a:path w="349250" h="695325">
                  <a:moveTo>
                    <a:pt x="194310" y="269793"/>
                  </a:moveTo>
                  <a:lnTo>
                    <a:pt x="174365" y="271896"/>
                  </a:lnTo>
                  <a:lnTo>
                    <a:pt x="174621" y="274191"/>
                  </a:lnTo>
                  <a:lnTo>
                    <a:pt x="174664" y="274574"/>
                  </a:lnTo>
                  <a:lnTo>
                    <a:pt x="152825" y="276867"/>
                  </a:lnTo>
                  <a:lnTo>
                    <a:pt x="348848" y="276867"/>
                  </a:lnTo>
                  <a:lnTo>
                    <a:pt x="348846" y="272470"/>
                  </a:lnTo>
                  <a:lnTo>
                    <a:pt x="194586" y="272470"/>
                  </a:lnTo>
                  <a:lnTo>
                    <a:pt x="194527" y="271896"/>
                  </a:lnTo>
                  <a:lnTo>
                    <a:pt x="194430" y="270962"/>
                  </a:lnTo>
                  <a:lnTo>
                    <a:pt x="194310" y="269793"/>
                  </a:lnTo>
                  <a:close/>
                </a:path>
                <a:path w="349250" h="695325">
                  <a:moveTo>
                    <a:pt x="236071" y="265375"/>
                  </a:moveTo>
                  <a:lnTo>
                    <a:pt x="215765" y="267520"/>
                  </a:lnTo>
                  <a:lnTo>
                    <a:pt x="216002" y="269793"/>
                  </a:lnTo>
                  <a:lnTo>
                    <a:pt x="216042" y="270175"/>
                  </a:lnTo>
                  <a:lnTo>
                    <a:pt x="194586" y="272470"/>
                  </a:lnTo>
                  <a:lnTo>
                    <a:pt x="348846" y="272470"/>
                  </a:lnTo>
                  <a:lnTo>
                    <a:pt x="348844" y="267882"/>
                  </a:lnTo>
                  <a:lnTo>
                    <a:pt x="236348" y="267882"/>
                  </a:lnTo>
                  <a:lnTo>
                    <a:pt x="236116" y="265779"/>
                  </a:lnTo>
                  <a:lnTo>
                    <a:pt x="236071" y="265375"/>
                  </a:lnTo>
                  <a:close/>
                </a:path>
                <a:path w="349250" h="695325">
                  <a:moveTo>
                    <a:pt x="278023" y="260957"/>
                  </a:moveTo>
                  <a:lnTo>
                    <a:pt x="257335" y="263145"/>
                  </a:lnTo>
                  <a:lnTo>
                    <a:pt x="257551" y="265205"/>
                  </a:lnTo>
                  <a:lnTo>
                    <a:pt x="257611" y="265779"/>
                  </a:lnTo>
                  <a:lnTo>
                    <a:pt x="236348" y="267882"/>
                  </a:lnTo>
                  <a:lnTo>
                    <a:pt x="348844" y="267882"/>
                  </a:lnTo>
                  <a:lnTo>
                    <a:pt x="348843" y="265205"/>
                  </a:lnTo>
                  <a:lnTo>
                    <a:pt x="291134" y="265205"/>
                  </a:lnTo>
                  <a:lnTo>
                    <a:pt x="288836" y="263484"/>
                  </a:lnTo>
                  <a:lnTo>
                    <a:pt x="278300" y="263484"/>
                  </a:lnTo>
                  <a:lnTo>
                    <a:pt x="278204" y="262613"/>
                  </a:lnTo>
                  <a:lnTo>
                    <a:pt x="278111" y="261763"/>
                  </a:lnTo>
                  <a:lnTo>
                    <a:pt x="278023" y="260957"/>
                  </a:lnTo>
                  <a:close/>
                </a:path>
                <a:path w="349250" h="695325">
                  <a:moveTo>
                    <a:pt x="348837" y="248189"/>
                  </a:moveTo>
                  <a:lnTo>
                    <a:pt x="295349" y="248189"/>
                  </a:lnTo>
                  <a:lnTo>
                    <a:pt x="299372" y="251630"/>
                  </a:lnTo>
                  <a:lnTo>
                    <a:pt x="292434" y="259426"/>
                  </a:lnTo>
                  <a:lnTo>
                    <a:pt x="295540" y="261763"/>
                  </a:lnTo>
                  <a:lnTo>
                    <a:pt x="291134" y="262274"/>
                  </a:lnTo>
                  <a:lnTo>
                    <a:pt x="291134" y="265205"/>
                  </a:lnTo>
                  <a:lnTo>
                    <a:pt x="348843" y="265205"/>
                  </a:lnTo>
                  <a:lnTo>
                    <a:pt x="348837" y="248189"/>
                  </a:lnTo>
                  <a:close/>
                </a:path>
                <a:path w="349250" h="695325">
                  <a:moveTo>
                    <a:pt x="287793" y="262613"/>
                  </a:moveTo>
                  <a:lnTo>
                    <a:pt x="278300" y="263484"/>
                  </a:lnTo>
                  <a:lnTo>
                    <a:pt x="288836" y="263484"/>
                  </a:lnTo>
                  <a:lnTo>
                    <a:pt x="287793" y="262613"/>
                  </a:lnTo>
                  <a:close/>
                </a:path>
                <a:path w="349250" h="695325">
                  <a:moveTo>
                    <a:pt x="348802" y="154886"/>
                  </a:moveTo>
                  <a:lnTo>
                    <a:pt x="303778" y="154886"/>
                  </a:lnTo>
                  <a:lnTo>
                    <a:pt x="306843" y="159284"/>
                  </a:lnTo>
                  <a:lnTo>
                    <a:pt x="291134" y="170097"/>
                  </a:lnTo>
                  <a:lnTo>
                    <a:pt x="291134" y="183948"/>
                  </a:lnTo>
                  <a:lnTo>
                    <a:pt x="288452" y="183948"/>
                  </a:lnTo>
                  <a:lnTo>
                    <a:pt x="288452" y="205743"/>
                  </a:lnTo>
                  <a:lnTo>
                    <a:pt x="291134" y="205743"/>
                  </a:lnTo>
                  <a:lnTo>
                    <a:pt x="291134" y="227540"/>
                  </a:lnTo>
                  <a:lnTo>
                    <a:pt x="288452" y="227540"/>
                  </a:lnTo>
                  <a:lnTo>
                    <a:pt x="288452" y="249144"/>
                  </a:lnTo>
                  <a:lnTo>
                    <a:pt x="291134" y="249144"/>
                  </a:lnTo>
                  <a:lnTo>
                    <a:pt x="291134" y="252926"/>
                  </a:lnTo>
                  <a:lnTo>
                    <a:pt x="295349" y="248189"/>
                  </a:lnTo>
                  <a:lnTo>
                    <a:pt x="348837" y="248189"/>
                  </a:lnTo>
                  <a:lnTo>
                    <a:pt x="348834" y="240732"/>
                  </a:lnTo>
                  <a:lnTo>
                    <a:pt x="309142" y="240732"/>
                  </a:lnTo>
                  <a:lnTo>
                    <a:pt x="305118" y="237290"/>
                  </a:lnTo>
                  <a:lnTo>
                    <a:pt x="321976" y="218554"/>
                  </a:lnTo>
                  <a:lnTo>
                    <a:pt x="348825" y="218554"/>
                  </a:lnTo>
                  <a:lnTo>
                    <a:pt x="348822" y="211288"/>
                  </a:lnTo>
                  <a:lnTo>
                    <a:pt x="335768" y="211288"/>
                  </a:lnTo>
                  <a:lnTo>
                    <a:pt x="331746" y="207656"/>
                  </a:lnTo>
                  <a:lnTo>
                    <a:pt x="348604" y="188918"/>
                  </a:lnTo>
                  <a:lnTo>
                    <a:pt x="348816" y="188918"/>
                  </a:lnTo>
                  <a:lnTo>
                    <a:pt x="348802" y="154886"/>
                  </a:lnTo>
                  <a:close/>
                </a:path>
                <a:path w="349250" h="695325">
                  <a:moveTo>
                    <a:pt x="348825" y="218554"/>
                  </a:moveTo>
                  <a:lnTo>
                    <a:pt x="321976" y="218554"/>
                  </a:lnTo>
                  <a:lnTo>
                    <a:pt x="326000" y="221996"/>
                  </a:lnTo>
                  <a:lnTo>
                    <a:pt x="309142" y="240732"/>
                  </a:lnTo>
                  <a:lnTo>
                    <a:pt x="348834" y="240732"/>
                  </a:lnTo>
                  <a:lnTo>
                    <a:pt x="348825" y="218554"/>
                  </a:lnTo>
                  <a:close/>
                </a:path>
                <a:path w="349250" h="695325">
                  <a:moveTo>
                    <a:pt x="348816" y="196630"/>
                  </a:moveTo>
                  <a:lnTo>
                    <a:pt x="335768" y="211288"/>
                  </a:lnTo>
                  <a:lnTo>
                    <a:pt x="348822" y="211288"/>
                  </a:lnTo>
                  <a:lnTo>
                    <a:pt x="348816" y="196630"/>
                  </a:lnTo>
                  <a:close/>
                </a:path>
                <a:path w="349250" h="695325">
                  <a:moveTo>
                    <a:pt x="348816" y="188918"/>
                  </a:moveTo>
                  <a:lnTo>
                    <a:pt x="348604" y="188918"/>
                  </a:lnTo>
                  <a:lnTo>
                    <a:pt x="348816" y="189110"/>
                  </a:lnTo>
                  <a:lnTo>
                    <a:pt x="348816" y="188918"/>
                  </a:lnTo>
                  <a:close/>
                </a:path>
                <a:path w="349250" h="695325">
                  <a:moveTo>
                    <a:pt x="348767" y="67129"/>
                  </a:moveTo>
                  <a:lnTo>
                    <a:pt x="343432" y="67129"/>
                  </a:lnTo>
                  <a:lnTo>
                    <a:pt x="344965" y="72100"/>
                  </a:lnTo>
                  <a:lnTo>
                    <a:pt x="318336" y="80130"/>
                  </a:lnTo>
                  <a:lnTo>
                    <a:pt x="300329" y="80130"/>
                  </a:lnTo>
                  <a:lnTo>
                    <a:pt x="302054" y="85101"/>
                  </a:lnTo>
                  <a:lnTo>
                    <a:pt x="294305" y="87417"/>
                  </a:lnTo>
                  <a:lnTo>
                    <a:pt x="295540" y="88352"/>
                  </a:lnTo>
                  <a:lnTo>
                    <a:pt x="291134" y="88840"/>
                  </a:lnTo>
                  <a:lnTo>
                    <a:pt x="291134" y="97147"/>
                  </a:lnTo>
                  <a:lnTo>
                    <a:pt x="288452" y="97147"/>
                  </a:lnTo>
                  <a:lnTo>
                    <a:pt x="288452" y="118751"/>
                  </a:lnTo>
                  <a:lnTo>
                    <a:pt x="291134" y="118751"/>
                  </a:lnTo>
                  <a:lnTo>
                    <a:pt x="291134" y="140547"/>
                  </a:lnTo>
                  <a:lnTo>
                    <a:pt x="288452" y="140547"/>
                  </a:lnTo>
                  <a:lnTo>
                    <a:pt x="288452" y="162344"/>
                  </a:lnTo>
                  <a:lnTo>
                    <a:pt x="291134" y="162344"/>
                  </a:lnTo>
                  <a:lnTo>
                    <a:pt x="291134" y="163597"/>
                  </a:lnTo>
                  <a:lnTo>
                    <a:pt x="303778" y="154886"/>
                  </a:lnTo>
                  <a:lnTo>
                    <a:pt x="348802" y="154886"/>
                  </a:lnTo>
                  <a:lnTo>
                    <a:pt x="348801" y="150298"/>
                  </a:lnTo>
                  <a:lnTo>
                    <a:pt x="319678" y="150298"/>
                  </a:lnTo>
                  <a:lnTo>
                    <a:pt x="316613" y="146091"/>
                  </a:lnTo>
                  <a:lnTo>
                    <a:pt x="338259" y="131179"/>
                  </a:lnTo>
                  <a:lnTo>
                    <a:pt x="348793" y="131179"/>
                  </a:lnTo>
                  <a:lnTo>
                    <a:pt x="348767" y="67129"/>
                  </a:lnTo>
                  <a:close/>
                </a:path>
                <a:path w="349250" h="695325">
                  <a:moveTo>
                    <a:pt x="348793" y="131179"/>
                  </a:moveTo>
                  <a:lnTo>
                    <a:pt x="338259" y="131179"/>
                  </a:lnTo>
                  <a:lnTo>
                    <a:pt x="341325" y="135576"/>
                  </a:lnTo>
                  <a:lnTo>
                    <a:pt x="319678" y="150298"/>
                  </a:lnTo>
                  <a:lnTo>
                    <a:pt x="348801" y="150298"/>
                  </a:lnTo>
                  <a:lnTo>
                    <a:pt x="348793" y="131179"/>
                  </a:lnTo>
                  <a:close/>
                </a:path>
                <a:path w="349250" h="695325">
                  <a:moveTo>
                    <a:pt x="317629" y="77837"/>
                  </a:moveTo>
                  <a:lnTo>
                    <a:pt x="281556" y="77837"/>
                  </a:lnTo>
                  <a:lnTo>
                    <a:pt x="289134" y="83529"/>
                  </a:lnTo>
                  <a:lnTo>
                    <a:pt x="300329" y="80130"/>
                  </a:lnTo>
                  <a:lnTo>
                    <a:pt x="318336" y="80130"/>
                  </a:lnTo>
                  <a:lnTo>
                    <a:pt x="317629" y="77837"/>
                  </a:lnTo>
                  <a:close/>
                </a:path>
                <a:path w="349250" h="695325">
                  <a:moveTo>
                    <a:pt x="348761" y="52981"/>
                  </a:moveTo>
                  <a:lnTo>
                    <a:pt x="248415" y="52981"/>
                  </a:lnTo>
                  <a:lnTo>
                    <a:pt x="250714" y="54702"/>
                  </a:lnTo>
                  <a:lnTo>
                    <a:pt x="266039" y="66365"/>
                  </a:lnTo>
                  <a:lnTo>
                    <a:pt x="264507" y="68468"/>
                  </a:lnTo>
                  <a:lnTo>
                    <a:pt x="280031" y="80130"/>
                  </a:lnTo>
                  <a:lnTo>
                    <a:pt x="279855" y="80130"/>
                  </a:lnTo>
                  <a:lnTo>
                    <a:pt x="281556" y="77837"/>
                  </a:lnTo>
                  <a:lnTo>
                    <a:pt x="317629" y="77837"/>
                  </a:lnTo>
                  <a:lnTo>
                    <a:pt x="316804" y="75159"/>
                  </a:lnTo>
                  <a:lnTo>
                    <a:pt x="343432" y="67129"/>
                  </a:lnTo>
                  <a:lnTo>
                    <a:pt x="348767" y="67129"/>
                  </a:lnTo>
                  <a:lnTo>
                    <a:pt x="348761" y="52981"/>
                  </a:lnTo>
                  <a:close/>
                </a:path>
                <a:path w="349250" h="695325">
                  <a:moveTo>
                    <a:pt x="348753" y="0"/>
                  </a:moveTo>
                  <a:lnTo>
                    <a:pt x="0" y="36772"/>
                  </a:lnTo>
                  <a:lnTo>
                    <a:pt x="21" y="62583"/>
                  </a:lnTo>
                  <a:lnTo>
                    <a:pt x="3511" y="62200"/>
                  </a:lnTo>
                  <a:lnTo>
                    <a:pt x="3251" y="59822"/>
                  </a:lnTo>
                  <a:lnTo>
                    <a:pt x="3214" y="59481"/>
                  </a:lnTo>
                  <a:lnTo>
                    <a:pt x="25819" y="57188"/>
                  </a:lnTo>
                  <a:lnTo>
                    <a:pt x="44818" y="57188"/>
                  </a:lnTo>
                  <a:lnTo>
                    <a:pt x="44628" y="55424"/>
                  </a:lnTo>
                  <a:lnTo>
                    <a:pt x="44596" y="55126"/>
                  </a:lnTo>
                  <a:lnTo>
                    <a:pt x="44172" y="55126"/>
                  </a:lnTo>
                  <a:lnTo>
                    <a:pt x="67579" y="52790"/>
                  </a:lnTo>
                  <a:lnTo>
                    <a:pt x="86388" y="52790"/>
                  </a:lnTo>
                  <a:lnTo>
                    <a:pt x="86193" y="50984"/>
                  </a:lnTo>
                  <a:lnTo>
                    <a:pt x="86161" y="50686"/>
                  </a:lnTo>
                  <a:lnTo>
                    <a:pt x="109532" y="48393"/>
                  </a:lnTo>
                  <a:lnTo>
                    <a:pt x="127757" y="48393"/>
                  </a:lnTo>
                  <a:lnTo>
                    <a:pt x="127551" y="46587"/>
                  </a:lnTo>
                  <a:lnTo>
                    <a:pt x="126738" y="46587"/>
                  </a:lnTo>
                  <a:lnTo>
                    <a:pt x="130412" y="46098"/>
                  </a:lnTo>
                  <a:lnTo>
                    <a:pt x="151292" y="43803"/>
                  </a:lnTo>
                  <a:lnTo>
                    <a:pt x="169111" y="43803"/>
                  </a:lnTo>
                  <a:lnTo>
                    <a:pt x="169025" y="43039"/>
                  </a:lnTo>
                  <a:lnTo>
                    <a:pt x="168927" y="42167"/>
                  </a:lnTo>
                  <a:lnTo>
                    <a:pt x="168205" y="42167"/>
                  </a:lnTo>
                  <a:lnTo>
                    <a:pt x="193053" y="39406"/>
                  </a:lnTo>
                  <a:lnTo>
                    <a:pt x="210665" y="39406"/>
                  </a:lnTo>
                  <a:lnTo>
                    <a:pt x="210525" y="38068"/>
                  </a:lnTo>
                  <a:lnTo>
                    <a:pt x="210485" y="37685"/>
                  </a:lnTo>
                  <a:lnTo>
                    <a:pt x="222363" y="36347"/>
                  </a:lnTo>
                  <a:lnTo>
                    <a:pt x="222363" y="33479"/>
                  </a:lnTo>
                  <a:lnTo>
                    <a:pt x="267768" y="33479"/>
                  </a:lnTo>
                  <a:lnTo>
                    <a:pt x="279257" y="32715"/>
                  </a:lnTo>
                  <a:lnTo>
                    <a:pt x="294447" y="32715"/>
                  </a:lnTo>
                  <a:lnTo>
                    <a:pt x="294391" y="31950"/>
                  </a:lnTo>
                  <a:lnTo>
                    <a:pt x="320253" y="30229"/>
                  </a:lnTo>
                  <a:lnTo>
                    <a:pt x="335612" y="30229"/>
                  </a:lnTo>
                  <a:lnTo>
                    <a:pt x="335578" y="29273"/>
                  </a:lnTo>
                  <a:lnTo>
                    <a:pt x="348753" y="28487"/>
                  </a:lnTo>
                  <a:lnTo>
                    <a:pt x="348753" y="0"/>
                  </a:lnTo>
                  <a:close/>
                </a:path>
                <a:path w="349250" h="695325">
                  <a:moveTo>
                    <a:pt x="44818" y="57188"/>
                  </a:moveTo>
                  <a:lnTo>
                    <a:pt x="25819" y="57188"/>
                  </a:lnTo>
                  <a:lnTo>
                    <a:pt x="26056" y="59291"/>
                  </a:lnTo>
                  <a:lnTo>
                    <a:pt x="26116" y="59822"/>
                  </a:lnTo>
                  <a:lnTo>
                    <a:pt x="44889" y="57845"/>
                  </a:lnTo>
                  <a:lnTo>
                    <a:pt x="44818" y="57188"/>
                  </a:lnTo>
                  <a:close/>
                </a:path>
                <a:path w="349250" h="695325">
                  <a:moveTo>
                    <a:pt x="86388" y="52790"/>
                  </a:moveTo>
                  <a:lnTo>
                    <a:pt x="67579" y="52790"/>
                  </a:lnTo>
                  <a:lnTo>
                    <a:pt x="67795" y="54702"/>
                  </a:lnTo>
                  <a:lnTo>
                    <a:pt x="67877" y="55424"/>
                  </a:lnTo>
                  <a:lnTo>
                    <a:pt x="86459" y="53449"/>
                  </a:lnTo>
                  <a:lnTo>
                    <a:pt x="86388" y="52790"/>
                  </a:lnTo>
                  <a:close/>
                </a:path>
                <a:path w="349250" h="695325">
                  <a:moveTo>
                    <a:pt x="253467" y="35391"/>
                  </a:moveTo>
                  <a:lnTo>
                    <a:pt x="238263" y="35391"/>
                  </a:lnTo>
                  <a:lnTo>
                    <a:pt x="238348" y="37685"/>
                  </a:lnTo>
                  <a:lnTo>
                    <a:pt x="238455" y="40553"/>
                  </a:lnTo>
                  <a:lnTo>
                    <a:pt x="232366" y="40915"/>
                  </a:lnTo>
                  <a:lnTo>
                    <a:pt x="235198" y="43039"/>
                  </a:lnTo>
                  <a:lnTo>
                    <a:pt x="233516" y="45205"/>
                  </a:lnTo>
                  <a:lnTo>
                    <a:pt x="246755" y="55126"/>
                  </a:lnTo>
                  <a:lnTo>
                    <a:pt x="248415" y="52981"/>
                  </a:lnTo>
                  <a:lnTo>
                    <a:pt x="348761" y="52981"/>
                  </a:lnTo>
                  <a:lnTo>
                    <a:pt x="348755" y="39597"/>
                  </a:lnTo>
                  <a:lnTo>
                    <a:pt x="253780" y="39597"/>
                  </a:lnTo>
                  <a:lnTo>
                    <a:pt x="253666" y="38068"/>
                  </a:lnTo>
                  <a:lnTo>
                    <a:pt x="253570" y="36772"/>
                  </a:lnTo>
                  <a:lnTo>
                    <a:pt x="253467" y="35391"/>
                  </a:lnTo>
                  <a:close/>
                </a:path>
                <a:path w="349250" h="695325">
                  <a:moveTo>
                    <a:pt x="127757" y="48393"/>
                  </a:moveTo>
                  <a:lnTo>
                    <a:pt x="109532" y="48393"/>
                  </a:lnTo>
                  <a:lnTo>
                    <a:pt x="109795" y="50686"/>
                  </a:lnTo>
                  <a:lnTo>
                    <a:pt x="109829" y="50984"/>
                  </a:lnTo>
                  <a:lnTo>
                    <a:pt x="127836" y="49094"/>
                  </a:lnTo>
                  <a:lnTo>
                    <a:pt x="127757" y="48393"/>
                  </a:lnTo>
                  <a:close/>
                </a:path>
                <a:path w="349250" h="695325">
                  <a:moveTo>
                    <a:pt x="169111" y="43803"/>
                  </a:moveTo>
                  <a:lnTo>
                    <a:pt x="151292" y="43803"/>
                  </a:lnTo>
                  <a:lnTo>
                    <a:pt x="151390" y="44717"/>
                  </a:lnTo>
                  <a:lnTo>
                    <a:pt x="151442" y="45205"/>
                  </a:lnTo>
                  <a:lnTo>
                    <a:pt x="151538" y="46098"/>
                  </a:lnTo>
                  <a:lnTo>
                    <a:pt x="151591" y="46587"/>
                  </a:lnTo>
                  <a:lnTo>
                    <a:pt x="169214" y="44717"/>
                  </a:lnTo>
                  <a:lnTo>
                    <a:pt x="169111" y="43803"/>
                  </a:lnTo>
                  <a:close/>
                </a:path>
                <a:path w="349250" h="695325">
                  <a:moveTo>
                    <a:pt x="210665" y="39406"/>
                  </a:moveTo>
                  <a:lnTo>
                    <a:pt x="193053" y="39406"/>
                  </a:lnTo>
                  <a:lnTo>
                    <a:pt x="193177" y="40553"/>
                  </a:lnTo>
                  <a:lnTo>
                    <a:pt x="193301" y="41700"/>
                  </a:lnTo>
                  <a:lnTo>
                    <a:pt x="193352" y="42167"/>
                  </a:lnTo>
                  <a:lnTo>
                    <a:pt x="210762" y="40341"/>
                  </a:lnTo>
                  <a:lnTo>
                    <a:pt x="210665" y="39406"/>
                  </a:lnTo>
                  <a:close/>
                </a:path>
                <a:path w="349250" h="695325">
                  <a:moveTo>
                    <a:pt x="294447" y="32715"/>
                  </a:moveTo>
                  <a:lnTo>
                    <a:pt x="279257" y="32715"/>
                  </a:lnTo>
                  <a:lnTo>
                    <a:pt x="279312" y="33479"/>
                  </a:lnTo>
                  <a:lnTo>
                    <a:pt x="279394" y="34626"/>
                  </a:lnTo>
                  <a:lnTo>
                    <a:pt x="279518" y="36347"/>
                  </a:lnTo>
                  <a:lnTo>
                    <a:pt x="279641" y="38068"/>
                  </a:lnTo>
                  <a:lnTo>
                    <a:pt x="253780" y="39597"/>
                  </a:lnTo>
                  <a:lnTo>
                    <a:pt x="348755" y="39597"/>
                  </a:lnTo>
                  <a:lnTo>
                    <a:pt x="348754" y="37111"/>
                  </a:lnTo>
                  <a:lnTo>
                    <a:pt x="294774" y="37111"/>
                  </a:lnTo>
                  <a:lnTo>
                    <a:pt x="294660" y="35582"/>
                  </a:lnTo>
                  <a:lnTo>
                    <a:pt x="294575" y="34436"/>
                  </a:lnTo>
                  <a:lnTo>
                    <a:pt x="294504" y="33479"/>
                  </a:lnTo>
                  <a:lnTo>
                    <a:pt x="294447" y="32715"/>
                  </a:lnTo>
                  <a:close/>
                </a:path>
                <a:path w="349250" h="695325">
                  <a:moveTo>
                    <a:pt x="335612" y="30229"/>
                  </a:moveTo>
                  <a:lnTo>
                    <a:pt x="320253" y="30229"/>
                  </a:lnTo>
                  <a:lnTo>
                    <a:pt x="320376" y="31950"/>
                  </a:lnTo>
                  <a:lnTo>
                    <a:pt x="320430" y="32715"/>
                  </a:lnTo>
                  <a:lnTo>
                    <a:pt x="320512" y="33862"/>
                  </a:lnTo>
                  <a:lnTo>
                    <a:pt x="320635" y="35582"/>
                  </a:lnTo>
                  <a:lnTo>
                    <a:pt x="294774" y="37111"/>
                  </a:lnTo>
                  <a:lnTo>
                    <a:pt x="348754" y="37111"/>
                  </a:lnTo>
                  <a:lnTo>
                    <a:pt x="348753" y="34626"/>
                  </a:lnTo>
                  <a:lnTo>
                    <a:pt x="335768" y="34626"/>
                  </a:lnTo>
                  <a:lnTo>
                    <a:pt x="335673" y="31950"/>
                  </a:lnTo>
                  <a:lnTo>
                    <a:pt x="335612" y="30229"/>
                  </a:lnTo>
                  <a:close/>
                </a:path>
                <a:path w="349250" h="695325">
                  <a:moveTo>
                    <a:pt x="267768" y="33479"/>
                  </a:moveTo>
                  <a:lnTo>
                    <a:pt x="222363" y="33479"/>
                  </a:lnTo>
                  <a:lnTo>
                    <a:pt x="225890" y="36028"/>
                  </a:lnTo>
                  <a:lnTo>
                    <a:pt x="225458" y="36028"/>
                  </a:lnTo>
                  <a:lnTo>
                    <a:pt x="227727" y="35774"/>
                  </a:lnTo>
                  <a:lnTo>
                    <a:pt x="231925" y="35774"/>
                  </a:lnTo>
                  <a:lnTo>
                    <a:pt x="238263" y="35391"/>
                  </a:lnTo>
                  <a:lnTo>
                    <a:pt x="253467" y="35391"/>
                  </a:lnTo>
                  <a:lnTo>
                    <a:pt x="253396" y="34436"/>
                  </a:lnTo>
                  <a:lnTo>
                    <a:pt x="267768" y="33479"/>
                  </a:lnTo>
                  <a:close/>
                </a:path>
                <a:path w="349250" h="695325">
                  <a:moveTo>
                    <a:pt x="231925" y="35774"/>
                  </a:moveTo>
                  <a:lnTo>
                    <a:pt x="227727" y="35774"/>
                  </a:lnTo>
                  <a:lnTo>
                    <a:pt x="227727" y="36028"/>
                  </a:lnTo>
                  <a:lnTo>
                    <a:pt x="231925" y="35774"/>
                  </a:lnTo>
                  <a:close/>
                </a:path>
                <a:path w="349250" h="695325">
                  <a:moveTo>
                    <a:pt x="348753" y="33862"/>
                  </a:moveTo>
                  <a:lnTo>
                    <a:pt x="335768" y="34626"/>
                  </a:lnTo>
                  <a:lnTo>
                    <a:pt x="348753" y="34626"/>
                  </a:lnTo>
                  <a:lnTo>
                    <a:pt x="348753" y="33862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953224" y="418077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20"/>
                  </a:lnTo>
                </a:path>
              </a:pathLst>
            </a:custGeom>
            <a:solidFill>
              <a:srgbClr val="6484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2947746" y="3785069"/>
              <a:ext cx="5715" cy="396240"/>
            </a:xfrm>
            <a:custGeom>
              <a:avLst/>
              <a:gdLst/>
              <a:ahLst/>
              <a:cxnLst/>
              <a:rect l="l" t="t" r="r" b="b"/>
              <a:pathLst>
                <a:path w="5714" h="396239">
                  <a:moveTo>
                    <a:pt x="5346" y="25819"/>
                  </a:moveTo>
                  <a:lnTo>
                    <a:pt x="5321" y="0"/>
                  </a:lnTo>
                  <a:lnTo>
                    <a:pt x="0" y="571"/>
                  </a:lnTo>
                  <a:lnTo>
                    <a:pt x="25" y="26365"/>
                  </a:lnTo>
                  <a:lnTo>
                    <a:pt x="5346" y="25819"/>
                  </a:lnTo>
                  <a:close/>
                </a:path>
                <a:path w="5714" h="396239">
                  <a:moveTo>
                    <a:pt x="5473" y="394411"/>
                  </a:moveTo>
                  <a:lnTo>
                    <a:pt x="5448" y="256070"/>
                  </a:lnTo>
                  <a:lnTo>
                    <a:pt x="139" y="256070"/>
                  </a:lnTo>
                  <a:lnTo>
                    <a:pt x="139" y="394500"/>
                  </a:lnTo>
                  <a:lnTo>
                    <a:pt x="3886" y="394500"/>
                  </a:lnTo>
                  <a:lnTo>
                    <a:pt x="5473" y="395706"/>
                  </a:lnTo>
                  <a:lnTo>
                    <a:pt x="5473" y="394411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949820" y="4184852"/>
              <a:ext cx="200025" cy="150495"/>
            </a:xfrm>
            <a:custGeom>
              <a:avLst/>
              <a:gdLst/>
              <a:ahLst/>
              <a:cxnLst/>
              <a:rect l="l" t="t" r="r" b="b"/>
              <a:pathLst>
                <a:path w="200025" h="150495">
                  <a:moveTo>
                    <a:pt x="0" y="0"/>
                  </a:moveTo>
                  <a:lnTo>
                    <a:pt x="199546" y="1500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D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949820" y="4180794"/>
              <a:ext cx="352425" cy="266065"/>
            </a:xfrm>
            <a:custGeom>
              <a:avLst/>
              <a:gdLst/>
              <a:ahLst/>
              <a:cxnLst/>
              <a:rect l="l" t="t" r="r" b="b"/>
              <a:pathLst>
                <a:path w="352425" h="266064">
                  <a:moveTo>
                    <a:pt x="3404" y="0"/>
                  </a:moveTo>
                  <a:lnTo>
                    <a:pt x="3426" y="3696"/>
                  </a:lnTo>
                  <a:lnTo>
                    <a:pt x="0" y="4057"/>
                  </a:lnTo>
                  <a:lnTo>
                    <a:pt x="347944" y="265758"/>
                  </a:lnTo>
                  <a:lnTo>
                    <a:pt x="352264" y="265311"/>
                  </a:lnTo>
                  <a:lnTo>
                    <a:pt x="352264" y="262359"/>
                  </a:lnTo>
                  <a:lnTo>
                    <a:pt x="3404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947925" y="417935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3426" y="0"/>
                  </a:moveTo>
                  <a:lnTo>
                    <a:pt x="2383" y="126"/>
                  </a:lnTo>
                  <a:lnTo>
                    <a:pt x="0" y="360"/>
                  </a:lnTo>
                  <a:lnTo>
                    <a:pt x="0" y="4079"/>
                  </a:lnTo>
                  <a:lnTo>
                    <a:pt x="1894" y="5501"/>
                  </a:lnTo>
                  <a:lnTo>
                    <a:pt x="5321" y="5140"/>
                  </a:lnTo>
                  <a:lnTo>
                    <a:pt x="5299" y="142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6271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883410" y="4493968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4">
                  <a:moveTo>
                    <a:pt x="0" y="0"/>
                  </a:moveTo>
                  <a:lnTo>
                    <a:pt x="0" y="1635"/>
                  </a:lnTo>
                  <a:lnTo>
                    <a:pt x="1894" y="1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2883410" y="4493968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4">
                  <a:moveTo>
                    <a:pt x="0" y="0"/>
                  </a:moveTo>
                  <a:lnTo>
                    <a:pt x="1894" y="1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025444" y="4451226"/>
              <a:ext cx="278765" cy="29845"/>
            </a:xfrm>
            <a:custGeom>
              <a:avLst/>
              <a:gdLst/>
              <a:ahLst/>
              <a:cxnLst/>
              <a:rect l="l" t="t" r="r" b="b"/>
              <a:pathLst>
                <a:path w="278764" h="29845">
                  <a:moveTo>
                    <a:pt x="278555" y="0"/>
                  </a:moveTo>
                  <a:lnTo>
                    <a:pt x="0" y="29378"/>
                  </a:lnTo>
                  <a:lnTo>
                    <a:pt x="278555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2888604" y="4191310"/>
              <a:ext cx="635" cy="298450"/>
            </a:xfrm>
            <a:custGeom>
              <a:avLst/>
              <a:gdLst/>
              <a:ahLst/>
              <a:cxnLst/>
              <a:rect l="l" t="t" r="r" b="b"/>
              <a:pathLst>
                <a:path w="635" h="298450">
                  <a:moveTo>
                    <a:pt x="0" y="0"/>
                  </a:moveTo>
                  <a:lnTo>
                    <a:pt x="105" y="298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1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888710" y="4446553"/>
              <a:ext cx="415290" cy="48895"/>
            </a:xfrm>
            <a:custGeom>
              <a:avLst/>
              <a:gdLst/>
              <a:ahLst/>
              <a:cxnLst/>
              <a:rect l="l" t="t" r="r" b="b"/>
              <a:pathLst>
                <a:path w="415289" h="48895">
                  <a:moveTo>
                    <a:pt x="409054" y="0"/>
                  </a:moveTo>
                  <a:lnTo>
                    <a:pt x="0" y="43145"/>
                  </a:lnTo>
                  <a:lnTo>
                    <a:pt x="0" y="48477"/>
                  </a:lnTo>
                  <a:lnTo>
                    <a:pt x="415290" y="4673"/>
                  </a:lnTo>
                  <a:lnTo>
                    <a:pt x="409054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888604" y="4185978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0" y="0"/>
                  </a:moveTo>
                  <a:lnTo>
                    <a:pt x="0" y="5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305256" y="3742390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875" y="190"/>
                  </a:moveTo>
                  <a:lnTo>
                    <a:pt x="0" y="190"/>
                  </a:lnTo>
                  <a:lnTo>
                    <a:pt x="1894" y="1635"/>
                  </a:lnTo>
                  <a:lnTo>
                    <a:pt x="1875" y="190"/>
                  </a:lnTo>
                  <a:close/>
                </a:path>
                <a:path w="1904" h="1904">
                  <a:moveTo>
                    <a:pt x="1875" y="190"/>
                  </a:moveTo>
                  <a:lnTo>
                    <a:pt x="1873" y="0"/>
                  </a:lnTo>
                  <a:lnTo>
                    <a:pt x="1894" y="1635"/>
                  </a:lnTo>
                  <a:lnTo>
                    <a:pt x="1875" y="19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301829" y="3747721"/>
              <a:ext cx="5715" cy="699770"/>
            </a:xfrm>
            <a:custGeom>
              <a:avLst/>
              <a:gdLst/>
              <a:ahLst/>
              <a:cxnLst/>
              <a:rect l="l" t="t" r="r" b="b"/>
              <a:pathLst>
                <a:path w="5714" h="699770">
                  <a:moveTo>
                    <a:pt x="191" y="489623"/>
                  </a:moveTo>
                  <a:lnTo>
                    <a:pt x="255" y="695431"/>
                  </a:lnTo>
                  <a:lnTo>
                    <a:pt x="5576" y="699425"/>
                  </a:lnTo>
                  <a:lnTo>
                    <a:pt x="5513" y="493553"/>
                  </a:lnTo>
                  <a:lnTo>
                    <a:pt x="191" y="489623"/>
                  </a:lnTo>
                  <a:close/>
                </a:path>
                <a:path w="5714" h="699770">
                  <a:moveTo>
                    <a:pt x="5321" y="34117"/>
                  </a:moveTo>
                  <a:lnTo>
                    <a:pt x="0" y="34436"/>
                  </a:lnTo>
                  <a:lnTo>
                    <a:pt x="63" y="189684"/>
                  </a:lnTo>
                  <a:lnTo>
                    <a:pt x="3873" y="192934"/>
                  </a:lnTo>
                  <a:lnTo>
                    <a:pt x="63" y="197204"/>
                  </a:lnTo>
                  <a:lnTo>
                    <a:pt x="170" y="468124"/>
                  </a:lnTo>
                  <a:lnTo>
                    <a:pt x="5491" y="460945"/>
                  </a:lnTo>
                  <a:lnTo>
                    <a:pt x="5387" y="189684"/>
                  </a:lnTo>
                  <a:lnTo>
                    <a:pt x="5363" y="127100"/>
                  </a:lnTo>
                  <a:lnTo>
                    <a:pt x="2532" y="122767"/>
                  </a:lnTo>
                  <a:lnTo>
                    <a:pt x="5363" y="120812"/>
                  </a:lnTo>
                  <a:lnTo>
                    <a:pt x="5321" y="34117"/>
                  </a:lnTo>
                  <a:close/>
                </a:path>
                <a:path w="5714" h="699770">
                  <a:moveTo>
                    <a:pt x="5321" y="0"/>
                  </a:moveTo>
                  <a:lnTo>
                    <a:pt x="0" y="574"/>
                  </a:lnTo>
                  <a:lnTo>
                    <a:pt x="0" y="29061"/>
                  </a:lnTo>
                  <a:lnTo>
                    <a:pt x="5321" y="2874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297764" y="4443153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4320" y="0"/>
                  </a:moveTo>
                  <a:lnTo>
                    <a:pt x="4320" y="2952"/>
                  </a:lnTo>
                  <a:lnTo>
                    <a:pt x="0" y="3399"/>
                  </a:lnTo>
                  <a:lnTo>
                    <a:pt x="6235" y="8073"/>
                  </a:lnTo>
                  <a:lnTo>
                    <a:pt x="9641" y="7711"/>
                  </a:lnTo>
                  <a:lnTo>
                    <a:pt x="9641" y="3994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2885305" y="4495392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2883103" y="3790949"/>
              <a:ext cx="5715" cy="395605"/>
            </a:xfrm>
            <a:custGeom>
              <a:avLst/>
              <a:gdLst/>
              <a:ahLst/>
              <a:cxnLst/>
              <a:rect l="l" t="t" r="r" b="b"/>
              <a:pathLst>
                <a:path w="5714" h="395604">
                  <a:moveTo>
                    <a:pt x="5334" y="1270"/>
                  </a:moveTo>
                  <a:lnTo>
                    <a:pt x="5321" y="939"/>
                  </a:lnTo>
                  <a:lnTo>
                    <a:pt x="2235" y="1270"/>
                  </a:lnTo>
                  <a:lnTo>
                    <a:pt x="1016" y="1270"/>
                  </a:lnTo>
                  <a:lnTo>
                    <a:pt x="1016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12" y="24130"/>
                  </a:lnTo>
                  <a:lnTo>
                    <a:pt x="5334" y="24130"/>
                  </a:lnTo>
                  <a:lnTo>
                    <a:pt x="5334" y="1270"/>
                  </a:lnTo>
                  <a:close/>
                </a:path>
                <a:path w="5714" h="395604">
                  <a:moveTo>
                    <a:pt x="5499" y="395033"/>
                  </a:moveTo>
                  <a:lnTo>
                    <a:pt x="5435" y="254444"/>
                  </a:lnTo>
                  <a:lnTo>
                    <a:pt x="114" y="255016"/>
                  </a:lnTo>
                  <a:lnTo>
                    <a:pt x="177" y="395592"/>
                  </a:lnTo>
                  <a:lnTo>
                    <a:pt x="5499" y="395033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2883283" y="4185978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4" h="635">
                  <a:moveTo>
                    <a:pt x="5321" y="0"/>
                  </a:moveTo>
                  <a:lnTo>
                    <a:pt x="0" y="55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2883331" y="4190999"/>
              <a:ext cx="5715" cy="298450"/>
            </a:xfrm>
            <a:custGeom>
              <a:avLst/>
              <a:gdLst/>
              <a:ahLst/>
              <a:cxnLst/>
              <a:rect l="l" t="t" r="r" b="b"/>
              <a:pathLst>
                <a:path w="5714" h="298450">
                  <a:moveTo>
                    <a:pt x="5372" y="295910"/>
                  </a:moveTo>
                  <a:lnTo>
                    <a:pt x="5321" y="1270"/>
                  </a:lnTo>
                  <a:lnTo>
                    <a:pt x="5270" y="0"/>
                  </a:lnTo>
                  <a:lnTo>
                    <a:pt x="2247" y="0"/>
                  </a:lnTo>
                  <a:lnTo>
                    <a:pt x="2247" y="1270"/>
                  </a:lnTo>
                  <a:lnTo>
                    <a:pt x="0" y="1270"/>
                  </a:lnTo>
                  <a:lnTo>
                    <a:pt x="0" y="295910"/>
                  </a:lnTo>
                  <a:lnTo>
                    <a:pt x="1193" y="295910"/>
                  </a:lnTo>
                  <a:lnTo>
                    <a:pt x="1193" y="298450"/>
                  </a:lnTo>
                  <a:lnTo>
                    <a:pt x="5372" y="298450"/>
                  </a:lnTo>
                  <a:lnTo>
                    <a:pt x="5372" y="29591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2883388" y="4487319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0" y="0"/>
                  </a:moveTo>
                  <a:lnTo>
                    <a:pt x="21" y="6649"/>
                  </a:lnTo>
                  <a:lnTo>
                    <a:pt x="1938" y="8073"/>
                  </a:lnTo>
                  <a:lnTo>
                    <a:pt x="5321" y="7711"/>
                  </a:lnTo>
                  <a:lnTo>
                    <a:pt x="5321" y="2570"/>
                  </a:lnTo>
                  <a:lnTo>
                    <a:pt x="3427" y="2570"/>
                  </a:lnTo>
                  <a:lnTo>
                    <a:pt x="0" y="0"/>
                  </a:lnTo>
                  <a:close/>
                </a:path>
                <a:path w="5714" h="8254">
                  <a:moveTo>
                    <a:pt x="5321" y="2379"/>
                  </a:moveTo>
                  <a:lnTo>
                    <a:pt x="3173" y="2379"/>
                  </a:lnTo>
                  <a:lnTo>
                    <a:pt x="3427" y="2570"/>
                  </a:lnTo>
                  <a:lnTo>
                    <a:pt x="5321" y="2570"/>
                  </a:lnTo>
                  <a:lnTo>
                    <a:pt x="5321" y="2379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2883283" y="4185978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5321" y="0"/>
                  </a:moveTo>
                  <a:lnTo>
                    <a:pt x="0" y="552"/>
                  </a:lnTo>
                  <a:lnTo>
                    <a:pt x="0" y="5905"/>
                  </a:lnTo>
                  <a:lnTo>
                    <a:pt x="5321" y="5331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2953076" y="3748295"/>
              <a:ext cx="349250" cy="36830"/>
            </a:xfrm>
            <a:custGeom>
              <a:avLst/>
              <a:gdLst/>
              <a:ahLst/>
              <a:cxnLst/>
              <a:rect l="l" t="t" r="r" b="b"/>
              <a:pathLst>
                <a:path w="349250" h="36829">
                  <a:moveTo>
                    <a:pt x="348753" y="0"/>
                  </a:moveTo>
                  <a:lnTo>
                    <a:pt x="0" y="36772"/>
                  </a:lnTo>
                  <a:lnTo>
                    <a:pt x="348753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953076" y="378506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947755" y="3785068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4" h="635">
                  <a:moveTo>
                    <a:pt x="5321" y="0"/>
                  </a:moveTo>
                  <a:lnTo>
                    <a:pt x="0" y="57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2538595" y="3481922"/>
              <a:ext cx="409575" cy="305435"/>
            </a:xfrm>
            <a:custGeom>
              <a:avLst/>
              <a:gdLst/>
              <a:ahLst/>
              <a:cxnLst/>
              <a:rect l="l" t="t" r="r" b="b"/>
              <a:pathLst>
                <a:path w="409575" h="305435">
                  <a:moveTo>
                    <a:pt x="409053" y="0"/>
                  </a:moveTo>
                  <a:lnTo>
                    <a:pt x="0" y="43145"/>
                  </a:lnTo>
                  <a:lnTo>
                    <a:pt x="347944" y="304824"/>
                  </a:lnTo>
                  <a:lnTo>
                    <a:pt x="409159" y="298366"/>
                  </a:lnTo>
                  <a:lnTo>
                    <a:pt x="409053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2947648" y="3481922"/>
              <a:ext cx="635" cy="298450"/>
            </a:xfrm>
            <a:custGeom>
              <a:avLst/>
              <a:gdLst/>
              <a:ahLst/>
              <a:cxnLst/>
              <a:rect l="l" t="t" r="r" b="b"/>
              <a:pathLst>
                <a:path w="635" h="298450">
                  <a:moveTo>
                    <a:pt x="0" y="0"/>
                  </a:moveTo>
                  <a:lnTo>
                    <a:pt x="106" y="2983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952969" y="3484301"/>
              <a:ext cx="344805" cy="295910"/>
            </a:xfrm>
            <a:custGeom>
              <a:avLst/>
              <a:gdLst/>
              <a:ahLst/>
              <a:cxnLst/>
              <a:rect l="l" t="t" r="r" b="b"/>
              <a:pathLst>
                <a:path w="344804" h="295910">
                  <a:moveTo>
                    <a:pt x="0" y="0"/>
                  </a:moveTo>
                  <a:lnTo>
                    <a:pt x="106" y="295435"/>
                  </a:lnTo>
                  <a:lnTo>
                    <a:pt x="344517" y="259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B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2952969" y="3484301"/>
              <a:ext cx="635" cy="295910"/>
            </a:xfrm>
            <a:custGeom>
              <a:avLst/>
              <a:gdLst/>
              <a:ahLst/>
              <a:cxnLst/>
              <a:rect l="l" t="t" r="r" b="b"/>
              <a:pathLst>
                <a:path w="635" h="295910">
                  <a:moveTo>
                    <a:pt x="0" y="0"/>
                  </a:moveTo>
                  <a:lnTo>
                    <a:pt x="106" y="295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2947644" y="3482339"/>
              <a:ext cx="5715" cy="298450"/>
            </a:xfrm>
            <a:custGeom>
              <a:avLst/>
              <a:gdLst/>
              <a:ahLst/>
              <a:cxnLst/>
              <a:rect l="l" t="t" r="r" b="b"/>
              <a:pathLst>
                <a:path w="5714" h="298450">
                  <a:moveTo>
                    <a:pt x="5372" y="2540"/>
                  </a:moveTo>
                  <a:lnTo>
                    <a:pt x="4394" y="2540"/>
                  </a:lnTo>
                  <a:lnTo>
                    <a:pt x="4394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50" y="297180"/>
                  </a:lnTo>
                  <a:lnTo>
                    <a:pt x="101" y="298450"/>
                  </a:lnTo>
                  <a:lnTo>
                    <a:pt x="1384" y="298450"/>
                  </a:lnTo>
                  <a:lnTo>
                    <a:pt x="1384" y="297180"/>
                  </a:lnTo>
                  <a:lnTo>
                    <a:pt x="5372" y="297180"/>
                  </a:lnTo>
                  <a:lnTo>
                    <a:pt x="5372" y="254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2538595" y="3525067"/>
              <a:ext cx="347980" cy="262255"/>
            </a:xfrm>
            <a:custGeom>
              <a:avLst/>
              <a:gdLst/>
              <a:ahLst/>
              <a:cxnLst/>
              <a:rect l="l" t="t" r="r" b="b"/>
              <a:pathLst>
                <a:path w="347980" h="262254">
                  <a:moveTo>
                    <a:pt x="0" y="0"/>
                  </a:moveTo>
                  <a:lnTo>
                    <a:pt x="347944" y="2616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2524611" y="3520733"/>
              <a:ext cx="787400" cy="227329"/>
            </a:xfrm>
            <a:custGeom>
              <a:avLst/>
              <a:gdLst/>
              <a:ahLst/>
              <a:cxnLst/>
              <a:rect l="l" t="t" r="r" b="b"/>
              <a:pathLst>
                <a:path w="787400" h="227329">
                  <a:moveTo>
                    <a:pt x="782539" y="223292"/>
                  </a:moveTo>
                  <a:lnTo>
                    <a:pt x="782539" y="226988"/>
                  </a:lnTo>
                  <a:lnTo>
                    <a:pt x="786860" y="226542"/>
                  </a:lnTo>
                  <a:lnTo>
                    <a:pt x="782539" y="223292"/>
                  </a:lnTo>
                  <a:close/>
                </a:path>
                <a:path w="787400" h="227329">
                  <a:moveTo>
                    <a:pt x="4320" y="0"/>
                  </a:moveTo>
                  <a:lnTo>
                    <a:pt x="0" y="467"/>
                  </a:lnTo>
                  <a:lnTo>
                    <a:pt x="4320" y="3718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2947619" y="3476218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10" h="635">
                  <a:moveTo>
                    <a:pt x="3429" y="0"/>
                  </a:moveTo>
                  <a:lnTo>
                    <a:pt x="0" y="355"/>
                  </a:lnTo>
                  <a:lnTo>
                    <a:pt x="2387" y="127"/>
                  </a:lnTo>
                  <a:lnTo>
                    <a:pt x="3429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2534274" y="3528444"/>
              <a:ext cx="349250" cy="262890"/>
            </a:xfrm>
            <a:custGeom>
              <a:avLst/>
              <a:gdLst/>
              <a:ahLst/>
              <a:cxnLst/>
              <a:rect l="l" t="t" r="r" b="b"/>
              <a:pathLst>
                <a:path w="349250" h="262889">
                  <a:moveTo>
                    <a:pt x="0" y="0"/>
                  </a:moveTo>
                  <a:lnTo>
                    <a:pt x="348838" y="2623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90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2528931" y="3520372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2760"/>
                  </a:moveTo>
                  <a:lnTo>
                    <a:pt x="0" y="360"/>
                  </a:lnTo>
                  <a:lnTo>
                    <a:pt x="3426" y="0"/>
                  </a:lnTo>
                  <a:lnTo>
                    <a:pt x="0" y="360"/>
                  </a:lnTo>
                  <a:lnTo>
                    <a:pt x="0" y="276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2534253" y="3525067"/>
              <a:ext cx="352425" cy="266065"/>
            </a:xfrm>
            <a:custGeom>
              <a:avLst/>
              <a:gdLst/>
              <a:ahLst/>
              <a:cxnLst/>
              <a:rect l="l" t="t" r="r" b="b"/>
              <a:pathLst>
                <a:path w="352425" h="266064">
                  <a:moveTo>
                    <a:pt x="4342" y="0"/>
                  </a:moveTo>
                  <a:lnTo>
                    <a:pt x="0" y="445"/>
                  </a:lnTo>
                  <a:lnTo>
                    <a:pt x="21" y="3398"/>
                  </a:lnTo>
                  <a:lnTo>
                    <a:pt x="348860" y="265757"/>
                  </a:lnTo>
                  <a:lnTo>
                    <a:pt x="348860" y="262060"/>
                  </a:lnTo>
                  <a:lnTo>
                    <a:pt x="352308" y="261678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2528931" y="3520372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3448" y="0"/>
                  </a:moveTo>
                  <a:lnTo>
                    <a:pt x="0" y="360"/>
                  </a:lnTo>
                  <a:lnTo>
                    <a:pt x="21" y="4079"/>
                  </a:lnTo>
                  <a:lnTo>
                    <a:pt x="5342" y="8093"/>
                  </a:lnTo>
                  <a:lnTo>
                    <a:pt x="5321" y="5140"/>
                  </a:lnTo>
                  <a:lnTo>
                    <a:pt x="9663" y="4695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2886561" y="3780310"/>
              <a:ext cx="61594" cy="12065"/>
            </a:xfrm>
            <a:custGeom>
              <a:avLst/>
              <a:gdLst/>
              <a:ahLst/>
              <a:cxnLst/>
              <a:rect l="l" t="t" r="r" b="b"/>
              <a:pathLst>
                <a:path w="61594" h="12064">
                  <a:moveTo>
                    <a:pt x="61193" y="0"/>
                  </a:moveTo>
                  <a:lnTo>
                    <a:pt x="0" y="6436"/>
                  </a:lnTo>
                  <a:lnTo>
                    <a:pt x="1873" y="7860"/>
                  </a:lnTo>
                  <a:lnTo>
                    <a:pt x="1873" y="11577"/>
                  </a:lnTo>
                  <a:lnTo>
                    <a:pt x="61193" y="5331"/>
                  </a:lnTo>
                  <a:lnTo>
                    <a:pt x="61193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2947755" y="3780310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0" y="0"/>
                  </a:moveTo>
                  <a:lnTo>
                    <a:pt x="0" y="5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3307129" y="3744004"/>
              <a:ext cx="635" cy="3810"/>
            </a:xfrm>
            <a:custGeom>
              <a:avLst/>
              <a:gdLst/>
              <a:ahLst/>
              <a:cxnLst/>
              <a:rect l="l" t="t" r="r" b="b"/>
              <a:pathLst>
                <a:path w="635" h="3810">
                  <a:moveTo>
                    <a:pt x="0" y="0"/>
                  </a:moveTo>
                  <a:lnTo>
                    <a:pt x="21" y="3717"/>
                  </a:lnTo>
                  <a:lnTo>
                    <a:pt x="21" y="21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3297487" y="3742580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4">
                  <a:moveTo>
                    <a:pt x="7747" y="0"/>
                  </a:moveTo>
                  <a:lnTo>
                    <a:pt x="0" y="829"/>
                  </a:lnTo>
                  <a:lnTo>
                    <a:pt x="4320" y="4079"/>
                  </a:lnTo>
                  <a:lnTo>
                    <a:pt x="4342" y="5714"/>
                  </a:lnTo>
                  <a:lnTo>
                    <a:pt x="9663" y="5140"/>
                  </a:lnTo>
                  <a:lnTo>
                    <a:pt x="9649" y="2762"/>
                  </a:lnTo>
                  <a:lnTo>
                    <a:pt x="6981" y="2762"/>
                  </a:lnTo>
                  <a:lnTo>
                    <a:pt x="8599" y="637"/>
                  </a:lnTo>
                  <a:lnTo>
                    <a:pt x="7747" y="0"/>
                  </a:lnTo>
                  <a:close/>
                </a:path>
                <a:path w="10160" h="5714">
                  <a:moveTo>
                    <a:pt x="8599" y="637"/>
                  </a:moveTo>
                  <a:lnTo>
                    <a:pt x="6981" y="2762"/>
                  </a:lnTo>
                  <a:lnTo>
                    <a:pt x="9649" y="2762"/>
                  </a:lnTo>
                  <a:lnTo>
                    <a:pt x="9641" y="1445"/>
                  </a:lnTo>
                  <a:lnTo>
                    <a:pt x="8599" y="637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2883113" y="3786746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3448" y="0"/>
                  </a:moveTo>
                  <a:lnTo>
                    <a:pt x="0" y="382"/>
                  </a:lnTo>
                  <a:lnTo>
                    <a:pt x="0" y="4079"/>
                  </a:lnTo>
                  <a:lnTo>
                    <a:pt x="1893" y="5502"/>
                  </a:lnTo>
                  <a:lnTo>
                    <a:pt x="5321" y="5140"/>
                  </a:lnTo>
                  <a:lnTo>
                    <a:pt x="5321" y="1423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rgbClr val="6267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2953076" y="3743410"/>
              <a:ext cx="349250" cy="41910"/>
            </a:xfrm>
            <a:custGeom>
              <a:avLst/>
              <a:gdLst/>
              <a:ahLst/>
              <a:cxnLst/>
              <a:rect l="l" t="t" r="r" b="b"/>
              <a:pathLst>
                <a:path w="349250" h="41910">
                  <a:moveTo>
                    <a:pt x="344411" y="0"/>
                  </a:moveTo>
                  <a:lnTo>
                    <a:pt x="0" y="36325"/>
                  </a:lnTo>
                  <a:lnTo>
                    <a:pt x="0" y="41658"/>
                  </a:lnTo>
                  <a:lnTo>
                    <a:pt x="348753" y="4885"/>
                  </a:lnTo>
                  <a:lnTo>
                    <a:pt x="348731" y="3249"/>
                  </a:lnTo>
                  <a:lnTo>
                    <a:pt x="344411" y="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2953076" y="3779736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0" y="0"/>
                  </a:moveTo>
                  <a:lnTo>
                    <a:pt x="0" y="53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2947755" y="3779736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5321" y="0"/>
                  </a:moveTo>
                  <a:lnTo>
                    <a:pt x="0" y="574"/>
                  </a:lnTo>
                  <a:lnTo>
                    <a:pt x="0" y="5905"/>
                  </a:lnTo>
                  <a:lnTo>
                    <a:pt x="5321" y="533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2532380" y="3476574"/>
              <a:ext cx="773430" cy="267335"/>
            </a:xfrm>
            <a:custGeom>
              <a:avLst/>
              <a:gdLst/>
              <a:ahLst/>
              <a:cxnLst/>
              <a:rect l="l" t="t" r="r" b="b"/>
              <a:pathLst>
                <a:path w="773429" h="267335">
                  <a:moveTo>
                    <a:pt x="415264" y="5359"/>
                  </a:moveTo>
                  <a:lnTo>
                    <a:pt x="415239" y="0"/>
                  </a:lnTo>
                  <a:lnTo>
                    <a:pt x="0" y="43802"/>
                  </a:lnTo>
                  <a:lnTo>
                    <a:pt x="6210" y="48501"/>
                  </a:lnTo>
                  <a:lnTo>
                    <a:pt x="415264" y="5359"/>
                  </a:lnTo>
                  <a:close/>
                </a:path>
                <a:path w="773429" h="267335">
                  <a:moveTo>
                    <a:pt x="772845" y="266014"/>
                  </a:moveTo>
                  <a:lnTo>
                    <a:pt x="420560" y="1079"/>
                  </a:lnTo>
                  <a:lnTo>
                    <a:pt x="420585" y="7734"/>
                  </a:lnTo>
                  <a:lnTo>
                    <a:pt x="765098" y="266839"/>
                  </a:lnTo>
                  <a:lnTo>
                    <a:pt x="772845" y="266014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2947626" y="3476334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5334" y="5374"/>
                  </a:moveTo>
                  <a:lnTo>
                    <a:pt x="1894" y="5374"/>
                  </a:lnTo>
                  <a:lnTo>
                    <a:pt x="5342" y="7966"/>
                  </a:lnTo>
                  <a:lnTo>
                    <a:pt x="5334" y="5374"/>
                  </a:lnTo>
                  <a:close/>
                </a:path>
                <a:path w="5714" h="8254">
                  <a:moveTo>
                    <a:pt x="3900" y="233"/>
                  </a:moveTo>
                  <a:lnTo>
                    <a:pt x="0" y="233"/>
                  </a:lnTo>
                  <a:lnTo>
                    <a:pt x="21" y="5587"/>
                  </a:lnTo>
                  <a:lnTo>
                    <a:pt x="2178" y="5587"/>
                  </a:lnTo>
                  <a:lnTo>
                    <a:pt x="1894" y="5374"/>
                  </a:lnTo>
                  <a:lnTo>
                    <a:pt x="5334" y="5374"/>
                  </a:lnTo>
                  <a:lnTo>
                    <a:pt x="5321" y="1316"/>
                  </a:lnTo>
                  <a:lnTo>
                    <a:pt x="3900" y="233"/>
                  </a:lnTo>
                  <a:close/>
                </a:path>
                <a:path w="5714" h="8254">
                  <a:moveTo>
                    <a:pt x="3900" y="233"/>
                  </a:moveTo>
                  <a:lnTo>
                    <a:pt x="3594" y="0"/>
                  </a:lnTo>
                  <a:lnTo>
                    <a:pt x="5321" y="1316"/>
                  </a:lnTo>
                  <a:lnTo>
                    <a:pt x="3900" y="233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2695270" y="4124312"/>
              <a:ext cx="17145" cy="10795"/>
            </a:xfrm>
            <a:custGeom>
              <a:avLst/>
              <a:gdLst/>
              <a:ahLst/>
              <a:cxnLst/>
              <a:rect l="l" t="t" r="r" b="b"/>
              <a:pathLst>
                <a:path w="17144" h="10795">
                  <a:moveTo>
                    <a:pt x="16789" y="4076"/>
                  </a:moveTo>
                  <a:lnTo>
                    <a:pt x="16649" y="4051"/>
                  </a:lnTo>
                  <a:lnTo>
                    <a:pt x="16687" y="3886"/>
                  </a:lnTo>
                  <a:lnTo>
                    <a:pt x="16103" y="3784"/>
                  </a:lnTo>
                  <a:lnTo>
                    <a:pt x="16090" y="3213"/>
                  </a:lnTo>
                  <a:lnTo>
                    <a:pt x="15849" y="3225"/>
                  </a:lnTo>
                  <a:lnTo>
                    <a:pt x="15811" y="2959"/>
                  </a:lnTo>
                  <a:lnTo>
                    <a:pt x="13665" y="3276"/>
                  </a:lnTo>
                  <a:lnTo>
                    <a:pt x="1384" y="0"/>
                  </a:lnTo>
                  <a:lnTo>
                    <a:pt x="1181" y="762"/>
                  </a:lnTo>
                  <a:lnTo>
                    <a:pt x="1041" y="723"/>
                  </a:lnTo>
                  <a:lnTo>
                    <a:pt x="596" y="2921"/>
                  </a:lnTo>
                  <a:lnTo>
                    <a:pt x="330" y="3911"/>
                  </a:lnTo>
                  <a:lnTo>
                    <a:pt x="152" y="3911"/>
                  </a:lnTo>
                  <a:lnTo>
                    <a:pt x="165" y="4508"/>
                  </a:lnTo>
                  <a:lnTo>
                    <a:pt x="12" y="5118"/>
                  </a:lnTo>
                  <a:lnTo>
                    <a:pt x="152" y="5156"/>
                  </a:lnTo>
                  <a:lnTo>
                    <a:pt x="12" y="5245"/>
                  </a:lnTo>
                  <a:lnTo>
                    <a:pt x="63" y="5600"/>
                  </a:lnTo>
                  <a:lnTo>
                    <a:pt x="0" y="5930"/>
                  </a:lnTo>
                  <a:lnTo>
                    <a:pt x="279" y="7150"/>
                  </a:lnTo>
                  <a:lnTo>
                    <a:pt x="381" y="9194"/>
                  </a:lnTo>
                  <a:lnTo>
                    <a:pt x="584" y="9194"/>
                  </a:lnTo>
                  <a:lnTo>
                    <a:pt x="787" y="10515"/>
                  </a:lnTo>
                  <a:lnTo>
                    <a:pt x="13347" y="8686"/>
                  </a:lnTo>
                  <a:lnTo>
                    <a:pt x="15430" y="9220"/>
                  </a:lnTo>
                  <a:lnTo>
                    <a:pt x="15468" y="9067"/>
                  </a:lnTo>
                  <a:lnTo>
                    <a:pt x="15646" y="9093"/>
                  </a:lnTo>
                  <a:lnTo>
                    <a:pt x="15748" y="8521"/>
                  </a:lnTo>
                  <a:lnTo>
                    <a:pt x="16319" y="8496"/>
                  </a:lnTo>
                  <a:lnTo>
                    <a:pt x="16306" y="8267"/>
                  </a:lnTo>
                  <a:lnTo>
                    <a:pt x="16573" y="8216"/>
                  </a:lnTo>
                  <a:lnTo>
                    <a:pt x="16256" y="6057"/>
                  </a:lnTo>
                  <a:lnTo>
                    <a:pt x="16789" y="4076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5" name="object 165"/>
          <p:cNvSpPr txBox="1"/>
          <p:nvPr/>
        </p:nvSpPr>
        <p:spPr>
          <a:xfrm rot="2160000">
            <a:off x="2443902" y="4324205"/>
            <a:ext cx="422625" cy="102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0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96</a:t>
            </a:r>
            <a:r>
              <a:rPr sz="8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8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128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1461983" y="3367906"/>
            <a:ext cx="1037590" cy="1238885"/>
            <a:chOff x="1461983" y="3367906"/>
            <a:chExt cx="1037590" cy="1238885"/>
          </a:xfrm>
        </p:grpSpPr>
        <p:sp>
          <p:nvSpPr>
            <p:cNvPr id="167" name="object 167"/>
            <p:cNvSpPr/>
            <p:nvPr/>
          </p:nvSpPr>
          <p:spPr>
            <a:xfrm>
              <a:off x="1690751" y="4271086"/>
              <a:ext cx="808990" cy="295275"/>
            </a:xfrm>
            <a:custGeom>
              <a:avLst/>
              <a:gdLst/>
              <a:ahLst/>
              <a:cxnLst/>
              <a:rect l="l" t="t" r="r" b="b"/>
              <a:pathLst>
                <a:path w="808989" h="295275">
                  <a:moveTo>
                    <a:pt x="4318" y="0"/>
                  </a:moveTo>
                  <a:lnTo>
                    <a:pt x="0" y="444"/>
                  </a:lnTo>
                  <a:lnTo>
                    <a:pt x="4318" y="3695"/>
                  </a:lnTo>
                  <a:lnTo>
                    <a:pt x="4318" y="0"/>
                  </a:lnTo>
                  <a:close/>
                </a:path>
                <a:path w="808989" h="295275">
                  <a:moveTo>
                    <a:pt x="6210" y="5143"/>
                  </a:moveTo>
                  <a:lnTo>
                    <a:pt x="4318" y="3695"/>
                  </a:lnTo>
                  <a:lnTo>
                    <a:pt x="4394" y="5143"/>
                  </a:lnTo>
                  <a:lnTo>
                    <a:pt x="6210" y="5143"/>
                  </a:lnTo>
                  <a:close/>
                </a:path>
                <a:path w="808989" h="295275">
                  <a:moveTo>
                    <a:pt x="808799" y="294309"/>
                  </a:moveTo>
                  <a:lnTo>
                    <a:pt x="804456" y="291058"/>
                  </a:lnTo>
                  <a:lnTo>
                    <a:pt x="804456" y="294779"/>
                  </a:lnTo>
                  <a:lnTo>
                    <a:pt x="808799" y="294309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695074" y="4271079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10">
                  <a:moveTo>
                    <a:pt x="0" y="0"/>
                  </a:moveTo>
                  <a:lnTo>
                    <a:pt x="0" y="3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2491789" y="4566217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426" y="0"/>
                  </a:moveTo>
                  <a:lnTo>
                    <a:pt x="0" y="0"/>
                  </a:lnTo>
                  <a:lnTo>
                    <a:pt x="3426" y="2570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2495216" y="4562139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10">
                  <a:moveTo>
                    <a:pt x="0" y="0"/>
                  </a:moveTo>
                  <a:lnTo>
                    <a:pt x="0" y="3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1704715" y="4238364"/>
              <a:ext cx="426720" cy="358140"/>
            </a:xfrm>
            <a:custGeom>
              <a:avLst/>
              <a:gdLst/>
              <a:ahLst/>
              <a:cxnLst/>
              <a:rect l="l" t="t" r="r" b="b"/>
              <a:pathLst>
                <a:path w="426719" h="358139">
                  <a:moveTo>
                    <a:pt x="351137" y="0"/>
                  </a:moveTo>
                  <a:lnTo>
                    <a:pt x="0" y="37028"/>
                  </a:lnTo>
                  <a:lnTo>
                    <a:pt x="426294" y="357615"/>
                  </a:lnTo>
                  <a:lnTo>
                    <a:pt x="426166" y="56423"/>
                  </a:lnTo>
                  <a:lnTo>
                    <a:pt x="351137" y="0"/>
                  </a:lnTo>
                  <a:close/>
                </a:path>
              </a:pathLst>
            </a:custGeom>
            <a:solidFill>
              <a:srgbClr val="8D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1704737" y="4275392"/>
              <a:ext cx="426720" cy="320675"/>
            </a:xfrm>
            <a:custGeom>
              <a:avLst/>
              <a:gdLst/>
              <a:ahLst/>
              <a:cxnLst/>
              <a:rect l="l" t="t" r="r" b="b"/>
              <a:pathLst>
                <a:path w="426719" h="320675">
                  <a:moveTo>
                    <a:pt x="0" y="0"/>
                  </a:moveTo>
                  <a:lnTo>
                    <a:pt x="426272" y="3205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1700054" y="3413496"/>
              <a:ext cx="354330" cy="857250"/>
            </a:xfrm>
            <a:custGeom>
              <a:avLst/>
              <a:gdLst/>
              <a:ahLst/>
              <a:cxnLst/>
              <a:rect l="l" t="t" r="r" b="b"/>
              <a:pathLst>
                <a:path w="354330" h="857250">
                  <a:moveTo>
                    <a:pt x="353746" y="425616"/>
                  </a:moveTo>
                  <a:lnTo>
                    <a:pt x="2447" y="425616"/>
                  </a:lnTo>
                  <a:lnTo>
                    <a:pt x="5171" y="430162"/>
                  </a:lnTo>
                  <a:lnTo>
                    <a:pt x="170" y="433157"/>
                  </a:lnTo>
                  <a:lnTo>
                    <a:pt x="227" y="575575"/>
                  </a:lnTo>
                  <a:lnTo>
                    <a:pt x="340" y="857011"/>
                  </a:lnTo>
                  <a:lnTo>
                    <a:pt x="232830" y="832495"/>
                  </a:lnTo>
                  <a:lnTo>
                    <a:pt x="154166" y="832495"/>
                  </a:lnTo>
                  <a:lnTo>
                    <a:pt x="151003" y="830201"/>
                  </a:lnTo>
                  <a:lnTo>
                    <a:pt x="148802" y="830201"/>
                  </a:lnTo>
                  <a:lnTo>
                    <a:pt x="148802" y="828607"/>
                  </a:lnTo>
                  <a:lnTo>
                    <a:pt x="147918" y="827906"/>
                  </a:lnTo>
                  <a:lnTo>
                    <a:pt x="141331" y="822935"/>
                  </a:lnTo>
                  <a:lnTo>
                    <a:pt x="142928" y="820875"/>
                  </a:lnTo>
                  <a:lnTo>
                    <a:pt x="134479" y="814523"/>
                  </a:lnTo>
                  <a:lnTo>
                    <a:pt x="130220" y="814523"/>
                  </a:lnTo>
                  <a:lnTo>
                    <a:pt x="126006" y="811463"/>
                  </a:lnTo>
                  <a:lnTo>
                    <a:pt x="110490" y="799801"/>
                  </a:lnTo>
                  <a:lnTo>
                    <a:pt x="112128" y="797698"/>
                  </a:lnTo>
                  <a:lnTo>
                    <a:pt x="99439" y="788139"/>
                  </a:lnTo>
                  <a:lnTo>
                    <a:pt x="95164" y="788139"/>
                  </a:lnTo>
                  <a:lnTo>
                    <a:pt x="87778" y="782594"/>
                  </a:lnTo>
                  <a:lnTo>
                    <a:pt x="85586" y="782594"/>
                  </a:lnTo>
                  <a:lnTo>
                    <a:pt x="85586" y="780936"/>
                  </a:lnTo>
                  <a:lnTo>
                    <a:pt x="81179" y="777623"/>
                  </a:lnTo>
                  <a:lnTo>
                    <a:pt x="85586" y="777241"/>
                  </a:lnTo>
                  <a:lnTo>
                    <a:pt x="85586" y="769019"/>
                  </a:lnTo>
                  <a:lnTo>
                    <a:pt x="88247" y="769019"/>
                  </a:lnTo>
                  <a:lnTo>
                    <a:pt x="88225" y="747223"/>
                  </a:lnTo>
                  <a:lnTo>
                    <a:pt x="85586" y="747223"/>
                  </a:lnTo>
                  <a:lnTo>
                    <a:pt x="85586" y="725618"/>
                  </a:lnTo>
                  <a:lnTo>
                    <a:pt x="88204" y="725618"/>
                  </a:lnTo>
                  <a:lnTo>
                    <a:pt x="88182" y="703822"/>
                  </a:lnTo>
                  <a:lnTo>
                    <a:pt x="85586" y="703822"/>
                  </a:lnTo>
                  <a:lnTo>
                    <a:pt x="85394" y="682026"/>
                  </a:lnTo>
                  <a:lnTo>
                    <a:pt x="88162" y="682026"/>
                  </a:lnTo>
                  <a:lnTo>
                    <a:pt x="88140" y="660421"/>
                  </a:lnTo>
                  <a:lnTo>
                    <a:pt x="85394" y="660421"/>
                  </a:lnTo>
                  <a:lnTo>
                    <a:pt x="85394" y="638625"/>
                  </a:lnTo>
                  <a:lnTo>
                    <a:pt x="88118" y="638625"/>
                  </a:lnTo>
                  <a:lnTo>
                    <a:pt x="88077" y="616830"/>
                  </a:lnTo>
                  <a:lnTo>
                    <a:pt x="85394" y="616830"/>
                  </a:lnTo>
                  <a:lnTo>
                    <a:pt x="85394" y="607546"/>
                  </a:lnTo>
                  <a:lnTo>
                    <a:pt x="81179" y="604403"/>
                  </a:lnTo>
                  <a:lnTo>
                    <a:pt x="85394" y="603914"/>
                  </a:lnTo>
                  <a:lnTo>
                    <a:pt x="85394" y="600961"/>
                  </a:lnTo>
                  <a:lnTo>
                    <a:pt x="120343" y="600961"/>
                  </a:lnTo>
                  <a:lnTo>
                    <a:pt x="120258" y="600196"/>
                  </a:lnTo>
                  <a:lnTo>
                    <a:pt x="143438" y="597711"/>
                  </a:lnTo>
                  <a:lnTo>
                    <a:pt x="164346" y="597711"/>
                  </a:lnTo>
                  <a:lnTo>
                    <a:pt x="164135" y="595692"/>
                  </a:lnTo>
                  <a:lnTo>
                    <a:pt x="163307" y="595692"/>
                  </a:lnTo>
                  <a:lnTo>
                    <a:pt x="188456" y="593121"/>
                  </a:lnTo>
                  <a:lnTo>
                    <a:pt x="208235" y="593121"/>
                  </a:lnTo>
                  <a:lnTo>
                    <a:pt x="207995" y="591018"/>
                  </a:lnTo>
                  <a:lnTo>
                    <a:pt x="211061" y="590636"/>
                  </a:lnTo>
                  <a:lnTo>
                    <a:pt x="233474" y="588342"/>
                  </a:lnTo>
                  <a:lnTo>
                    <a:pt x="252068" y="588342"/>
                  </a:lnTo>
                  <a:lnTo>
                    <a:pt x="251863" y="586430"/>
                  </a:lnTo>
                  <a:lnTo>
                    <a:pt x="256078" y="585857"/>
                  </a:lnTo>
                  <a:lnTo>
                    <a:pt x="278682" y="583562"/>
                  </a:lnTo>
                  <a:lnTo>
                    <a:pt x="295940" y="583562"/>
                  </a:lnTo>
                  <a:lnTo>
                    <a:pt x="295732" y="581651"/>
                  </a:lnTo>
                  <a:lnTo>
                    <a:pt x="323700" y="578783"/>
                  </a:lnTo>
                  <a:lnTo>
                    <a:pt x="339790" y="578783"/>
                  </a:lnTo>
                  <a:lnTo>
                    <a:pt x="339600" y="577062"/>
                  </a:lnTo>
                  <a:lnTo>
                    <a:pt x="353797" y="575575"/>
                  </a:lnTo>
                  <a:lnTo>
                    <a:pt x="353746" y="425616"/>
                  </a:lnTo>
                  <a:close/>
                </a:path>
                <a:path w="354330" h="857250">
                  <a:moveTo>
                    <a:pt x="184539" y="823849"/>
                  </a:moveTo>
                  <a:lnTo>
                    <a:pt x="170938" y="825272"/>
                  </a:lnTo>
                  <a:lnTo>
                    <a:pt x="171215" y="827906"/>
                  </a:lnTo>
                  <a:lnTo>
                    <a:pt x="162403" y="828862"/>
                  </a:lnTo>
                  <a:lnTo>
                    <a:pt x="154166" y="829670"/>
                  </a:lnTo>
                  <a:lnTo>
                    <a:pt x="154166" y="832495"/>
                  </a:lnTo>
                  <a:lnTo>
                    <a:pt x="232830" y="832495"/>
                  </a:lnTo>
                  <a:lnTo>
                    <a:pt x="290844" y="826377"/>
                  </a:lnTo>
                  <a:lnTo>
                    <a:pt x="184816" y="826377"/>
                  </a:lnTo>
                  <a:lnTo>
                    <a:pt x="184565" y="824082"/>
                  </a:lnTo>
                  <a:lnTo>
                    <a:pt x="184539" y="823849"/>
                  </a:lnTo>
                  <a:close/>
                </a:path>
                <a:path w="354330" h="857250">
                  <a:moveTo>
                    <a:pt x="150738" y="830009"/>
                  </a:moveTo>
                  <a:lnTo>
                    <a:pt x="148802" y="830201"/>
                  </a:lnTo>
                  <a:lnTo>
                    <a:pt x="151003" y="830201"/>
                  </a:lnTo>
                  <a:lnTo>
                    <a:pt x="150738" y="830009"/>
                  </a:lnTo>
                  <a:close/>
                </a:path>
                <a:path w="354330" h="857250">
                  <a:moveTo>
                    <a:pt x="229557" y="819090"/>
                  </a:moveTo>
                  <a:lnTo>
                    <a:pt x="214806" y="820662"/>
                  </a:lnTo>
                  <a:lnTo>
                    <a:pt x="215061" y="822935"/>
                  </a:lnTo>
                  <a:lnTo>
                    <a:pt x="215083" y="823127"/>
                  </a:lnTo>
                  <a:lnTo>
                    <a:pt x="207229" y="824082"/>
                  </a:lnTo>
                  <a:lnTo>
                    <a:pt x="184816" y="826377"/>
                  </a:lnTo>
                  <a:lnTo>
                    <a:pt x="290844" y="826377"/>
                  </a:lnTo>
                  <a:lnTo>
                    <a:pt x="336176" y="821597"/>
                  </a:lnTo>
                  <a:lnTo>
                    <a:pt x="229834" y="821597"/>
                  </a:lnTo>
                  <a:lnTo>
                    <a:pt x="229731" y="820662"/>
                  </a:lnTo>
                  <a:lnTo>
                    <a:pt x="229627" y="819727"/>
                  </a:lnTo>
                  <a:lnTo>
                    <a:pt x="229557" y="819090"/>
                  </a:lnTo>
                  <a:close/>
                </a:path>
                <a:path w="354330" h="857250">
                  <a:moveTo>
                    <a:pt x="274575" y="814353"/>
                  </a:moveTo>
                  <a:lnTo>
                    <a:pt x="258674" y="816032"/>
                  </a:lnTo>
                  <a:lnTo>
                    <a:pt x="258951" y="818539"/>
                  </a:lnTo>
                  <a:lnTo>
                    <a:pt x="252247" y="819303"/>
                  </a:lnTo>
                  <a:lnTo>
                    <a:pt x="229834" y="821597"/>
                  </a:lnTo>
                  <a:lnTo>
                    <a:pt x="336176" y="821597"/>
                  </a:lnTo>
                  <a:lnTo>
                    <a:pt x="353904" y="819727"/>
                  </a:lnTo>
                  <a:lnTo>
                    <a:pt x="353904" y="816818"/>
                  </a:lnTo>
                  <a:lnTo>
                    <a:pt x="274852" y="816818"/>
                  </a:lnTo>
                  <a:lnTo>
                    <a:pt x="274594" y="814523"/>
                  </a:lnTo>
                  <a:lnTo>
                    <a:pt x="274575" y="814353"/>
                  </a:lnTo>
                  <a:close/>
                </a:path>
                <a:path w="354330" h="857250">
                  <a:moveTo>
                    <a:pt x="319592" y="809594"/>
                  </a:moveTo>
                  <a:lnTo>
                    <a:pt x="301833" y="811463"/>
                  </a:lnTo>
                  <a:lnTo>
                    <a:pt x="302441" y="811463"/>
                  </a:lnTo>
                  <a:lnTo>
                    <a:pt x="302519" y="812505"/>
                  </a:lnTo>
                  <a:lnTo>
                    <a:pt x="302628" y="813949"/>
                  </a:lnTo>
                  <a:lnTo>
                    <a:pt x="274852" y="816818"/>
                  </a:lnTo>
                  <a:lnTo>
                    <a:pt x="353904" y="816818"/>
                  </a:lnTo>
                  <a:lnTo>
                    <a:pt x="353904" y="812229"/>
                  </a:lnTo>
                  <a:lnTo>
                    <a:pt x="319869" y="812229"/>
                  </a:lnTo>
                  <a:lnTo>
                    <a:pt x="319789" y="811463"/>
                  </a:lnTo>
                  <a:lnTo>
                    <a:pt x="319702" y="810635"/>
                  </a:lnTo>
                  <a:lnTo>
                    <a:pt x="319592" y="809594"/>
                  </a:lnTo>
                  <a:close/>
                </a:path>
                <a:path w="354330" h="857250">
                  <a:moveTo>
                    <a:pt x="131795" y="812505"/>
                  </a:moveTo>
                  <a:lnTo>
                    <a:pt x="130220" y="814523"/>
                  </a:lnTo>
                  <a:lnTo>
                    <a:pt x="134479" y="814523"/>
                  </a:lnTo>
                  <a:lnTo>
                    <a:pt x="131795" y="812505"/>
                  </a:lnTo>
                  <a:close/>
                </a:path>
                <a:path w="354330" h="857250">
                  <a:moveTo>
                    <a:pt x="353904" y="805983"/>
                  </a:moveTo>
                  <a:lnTo>
                    <a:pt x="346219" y="806790"/>
                  </a:lnTo>
                  <a:lnTo>
                    <a:pt x="346496" y="809360"/>
                  </a:lnTo>
                  <a:lnTo>
                    <a:pt x="319869" y="812229"/>
                  </a:lnTo>
                  <a:lnTo>
                    <a:pt x="353904" y="812229"/>
                  </a:lnTo>
                  <a:lnTo>
                    <a:pt x="353904" y="805983"/>
                  </a:lnTo>
                  <a:close/>
                </a:path>
                <a:path w="354330" h="857250">
                  <a:moveTo>
                    <a:pt x="96676" y="786057"/>
                  </a:moveTo>
                  <a:lnTo>
                    <a:pt x="95164" y="788139"/>
                  </a:lnTo>
                  <a:lnTo>
                    <a:pt x="99439" y="788139"/>
                  </a:lnTo>
                  <a:lnTo>
                    <a:pt x="96676" y="786057"/>
                  </a:lnTo>
                  <a:close/>
                </a:path>
                <a:path w="354330" h="857250">
                  <a:moveTo>
                    <a:pt x="87523" y="782402"/>
                  </a:moveTo>
                  <a:lnTo>
                    <a:pt x="85586" y="782594"/>
                  </a:lnTo>
                  <a:lnTo>
                    <a:pt x="87778" y="782594"/>
                  </a:lnTo>
                  <a:lnTo>
                    <a:pt x="87523" y="782402"/>
                  </a:lnTo>
                  <a:close/>
                </a:path>
                <a:path w="354330" h="857250">
                  <a:moveTo>
                    <a:pt x="120512" y="602490"/>
                  </a:moveTo>
                  <a:lnTo>
                    <a:pt x="98421" y="602490"/>
                  </a:lnTo>
                  <a:lnTo>
                    <a:pt x="98536" y="603531"/>
                  </a:lnTo>
                  <a:lnTo>
                    <a:pt x="98632" y="604403"/>
                  </a:lnTo>
                  <a:lnTo>
                    <a:pt x="98719" y="605189"/>
                  </a:lnTo>
                  <a:lnTo>
                    <a:pt x="120557" y="602894"/>
                  </a:lnTo>
                  <a:lnTo>
                    <a:pt x="120512" y="602490"/>
                  </a:lnTo>
                  <a:close/>
                </a:path>
                <a:path w="354330" h="857250">
                  <a:moveTo>
                    <a:pt x="120343" y="600961"/>
                  </a:moveTo>
                  <a:lnTo>
                    <a:pt x="85394" y="600961"/>
                  </a:lnTo>
                  <a:lnTo>
                    <a:pt x="88886" y="603531"/>
                  </a:lnTo>
                  <a:lnTo>
                    <a:pt x="98421" y="602490"/>
                  </a:lnTo>
                  <a:lnTo>
                    <a:pt x="120512" y="602490"/>
                  </a:lnTo>
                  <a:lnTo>
                    <a:pt x="120343" y="600961"/>
                  </a:lnTo>
                  <a:close/>
                </a:path>
                <a:path w="354330" h="857250">
                  <a:moveTo>
                    <a:pt x="164346" y="597711"/>
                  </a:moveTo>
                  <a:lnTo>
                    <a:pt x="143438" y="597711"/>
                  </a:lnTo>
                  <a:lnTo>
                    <a:pt x="143708" y="600196"/>
                  </a:lnTo>
                  <a:lnTo>
                    <a:pt x="143736" y="600450"/>
                  </a:lnTo>
                  <a:lnTo>
                    <a:pt x="164404" y="598262"/>
                  </a:lnTo>
                  <a:lnTo>
                    <a:pt x="164346" y="597711"/>
                  </a:lnTo>
                  <a:close/>
                </a:path>
                <a:path w="354330" h="857250">
                  <a:moveTo>
                    <a:pt x="208235" y="593121"/>
                  </a:moveTo>
                  <a:lnTo>
                    <a:pt x="188456" y="593121"/>
                  </a:lnTo>
                  <a:lnTo>
                    <a:pt x="188733" y="595692"/>
                  </a:lnTo>
                  <a:lnTo>
                    <a:pt x="208293" y="593632"/>
                  </a:lnTo>
                  <a:lnTo>
                    <a:pt x="208235" y="593121"/>
                  </a:lnTo>
                  <a:close/>
                </a:path>
                <a:path w="354330" h="857250">
                  <a:moveTo>
                    <a:pt x="252068" y="588342"/>
                  </a:moveTo>
                  <a:lnTo>
                    <a:pt x="233474" y="588342"/>
                  </a:lnTo>
                  <a:lnTo>
                    <a:pt x="233735" y="590636"/>
                  </a:lnTo>
                  <a:lnTo>
                    <a:pt x="233778" y="591018"/>
                  </a:lnTo>
                  <a:lnTo>
                    <a:pt x="233167" y="591018"/>
                  </a:lnTo>
                  <a:lnTo>
                    <a:pt x="252140" y="589022"/>
                  </a:lnTo>
                  <a:lnTo>
                    <a:pt x="252068" y="588342"/>
                  </a:lnTo>
                  <a:close/>
                </a:path>
                <a:path w="354330" h="857250">
                  <a:moveTo>
                    <a:pt x="295940" y="583562"/>
                  </a:moveTo>
                  <a:lnTo>
                    <a:pt x="278682" y="583562"/>
                  </a:lnTo>
                  <a:lnTo>
                    <a:pt x="278742" y="584391"/>
                  </a:lnTo>
                  <a:lnTo>
                    <a:pt x="278849" y="585857"/>
                  </a:lnTo>
                  <a:lnTo>
                    <a:pt x="278874" y="586196"/>
                  </a:lnTo>
                  <a:lnTo>
                    <a:pt x="296030" y="584391"/>
                  </a:lnTo>
                  <a:lnTo>
                    <a:pt x="295940" y="583562"/>
                  </a:lnTo>
                  <a:close/>
                </a:path>
                <a:path w="354330" h="857250">
                  <a:moveTo>
                    <a:pt x="339790" y="578783"/>
                  </a:moveTo>
                  <a:lnTo>
                    <a:pt x="323700" y="578783"/>
                  </a:lnTo>
                  <a:lnTo>
                    <a:pt x="323939" y="581077"/>
                  </a:lnTo>
                  <a:lnTo>
                    <a:pt x="323977" y="581437"/>
                  </a:lnTo>
                  <a:lnTo>
                    <a:pt x="339898" y="579760"/>
                  </a:lnTo>
                  <a:lnTo>
                    <a:pt x="339790" y="578783"/>
                  </a:lnTo>
                  <a:close/>
                </a:path>
                <a:path w="354330" h="857250">
                  <a:moveTo>
                    <a:pt x="148" y="377967"/>
                  </a:moveTo>
                  <a:lnTo>
                    <a:pt x="170" y="426975"/>
                  </a:lnTo>
                  <a:lnTo>
                    <a:pt x="2447" y="425616"/>
                  </a:lnTo>
                  <a:lnTo>
                    <a:pt x="353746" y="425616"/>
                  </a:lnTo>
                  <a:lnTo>
                    <a:pt x="353743" y="419200"/>
                  </a:lnTo>
                  <a:lnTo>
                    <a:pt x="23604" y="419200"/>
                  </a:lnTo>
                  <a:lnTo>
                    <a:pt x="20880" y="414633"/>
                  </a:lnTo>
                  <a:lnTo>
                    <a:pt x="39312" y="403672"/>
                  </a:lnTo>
                  <a:lnTo>
                    <a:pt x="353738" y="403672"/>
                  </a:lnTo>
                  <a:lnTo>
                    <a:pt x="353736" y="397255"/>
                  </a:lnTo>
                  <a:lnTo>
                    <a:pt x="60448" y="397255"/>
                  </a:lnTo>
                  <a:lnTo>
                    <a:pt x="57724" y="392689"/>
                  </a:lnTo>
                  <a:lnTo>
                    <a:pt x="76156" y="381706"/>
                  </a:lnTo>
                  <a:lnTo>
                    <a:pt x="353731" y="381706"/>
                  </a:lnTo>
                  <a:lnTo>
                    <a:pt x="353730" y="378625"/>
                  </a:lnTo>
                  <a:lnTo>
                    <a:pt x="382" y="378625"/>
                  </a:lnTo>
                  <a:lnTo>
                    <a:pt x="148" y="377967"/>
                  </a:lnTo>
                  <a:close/>
                </a:path>
                <a:path w="354330" h="857250">
                  <a:moveTo>
                    <a:pt x="353738" y="403672"/>
                  </a:moveTo>
                  <a:lnTo>
                    <a:pt x="39312" y="403672"/>
                  </a:lnTo>
                  <a:lnTo>
                    <a:pt x="42037" y="408217"/>
                  </a:lnTo>
                  <a:lnTo>
                    <a:pt x="23604" y="419200"/>
                  </a:lnTo>
                  <a:lnTo>
                    <a:pt x="353743" y="419200"/>
                  </a:lnTo>
                  <a:lnTo>
                    <a:pt x="353738" y="403672"/>
                  </a:lnTo>
                  <a:close/>
                </a:path>
                <a:path w="354330" h="857250">
                  <a:moveTo>
                    <a:pt x="353731" y="381706"/>
                  </a:moveTo>
                  <a:lnTo>
                    <a:pt x="76156" y="381706"/>
                  </a:lnTo>
                  <a:lnTo>
                    <a:pt x="78880" y="386273"/>
                  </a:lnTo>
                  <a:lnTo>
                    <a:pt x="60448" y="397255"/>
                  </a:lnTo>
                  <a:lnTo>
                    <a:pt x="353736" y="397255"/>
                  </a:lnTo>
                  <a:lnTo>
                    <a:pt x="353731" y="381706"/>
                  </a:lnTo>
                  <a:close/>
                </a:path>
                <a:path w="354330" h="857250">
                  <a:moveTo>
                    <a:pt x="101661" y="366516"/>
                  </a:moveTo>
                  <a:lnTo>
                    <a:pt x="19241" y="366516"/>
                  </a:lnTo>
                  <a:lnTo>
                    <a:pt x="20986" y="371551"/>
                  </a:lnTo>
                  <a:lnTo>
                    <a:pt x="382" y="378625"/>
                  </a:lnTo>
                  <a:lnTo>
                    <a:pt x="353730" y="378625"/>
                  </a:lnTo>
                  <a:lnTo>
                    <a:pt x="353728" y="375311"/>
                  </a:lnTo>
                  <a:lnTo>
                    <a:pt x="97293" y="375311"/>
                  </a:lnTo>
                  <a:lnTo>
                    <a:pt x="94568" y="370743"/>
                  </a:lnTo>
                  <a:lnTo>
                    <a:pt x="101661" y="366516"/>
                  </a:lnTo>
                  <a:close/>
                </a:path>
                <a:path w="354330" h="857250">
                  <a:moveTo>
                    <a:pt x="353723" y="359760"/>
                  </a:moveTo>
                  <a:lnTo>
                    <a:pt x="113000" y="359760"/>
                  </a:lnTo>
                  <a:lnTo>
                    <a:pt x="115801" y="364455"/>
                  </a:lnTo>
                  <a:lnTo>
                    <a:pt x="115513" y="364455"/>
                  </a:lnTo>
                  <a:lnTo>
                    <a:pt x="97293" y="375311"/>
                  </a:lnTo>
                  <a:lnTo>
                    <a:pt x="353728" y="375311"/>
                  </a:lnTo>
                  <a:lnTo>
                    <a:pt x="353723" y="359760"/>
                  </a:lnTo>
                  <a:close/>
                </a:path>
                <a:path w="354330" h="857250">
                  <a:moveTo>
                    <a:pt x="105" y="268646"/>
                  </a:moveTo>
                  <a:lnTo>
                    <a:pt x="148" y="373101"/>
                  </a:lnTo>
                  <a:lnTo>
                    <a:pt x="19241" y="366516"/>
                  </a:lnTo>
                  <a:lnTo>
                    <a:pt x="101661" y="366516"/>
                  </a:lnTo>
                  <a:lnTo>
                    <a:pt x="105120" y="364455"/>
                  </a:lnTo>
                  <a:lnTo>
                    <a:pt x="41589" y="364455"/>
                  </a:lnTo>
                  <a:lnTo>
                    <a:pt x="39955" y="359760"/>
                  </a:lnTo>
                  <a:lnTo>
                    <a:pt x="39844" y="359441"/>
                  </a:lnTo>
                  <a:lnTo>
                    <a:pt x="60469" y="352347"/>
                  </a:lnTo>
                  <a:lnTo>
                    <a:pt x="133539" y="352347"/>
                  </a:lnTo>
                  <a:lnTo>
                    <a:pt x="132304" y="350286"/>
                  </a:lnTo>
                  <a:lnTo>
                    <a:pt x="82797" y="350286"/>
                  </a:lnTo>
                  <a:lnTo>
                    <a:pt x="81074" y="345252"/>
                  </a:lnTo>
                  <a:lnTo>
                    <a:pt x="101677" y="338156"/>
                  </a:lnTo>
                  <a:lnTo>
                    <a:pt x="149274" y="338156"/>
                  </a:lnTo>
                  <a:lnTo>
                    <a:pt x="149846" y="337816"/>
                  </a:lnTo>
                  <a:lnTo>
                    <a:pt x="353715" y="337816"/>
                  </a:lnTo>
                  <a:lnTo>
                    <a:pt x="353715" y="336095"/>
                  </a:lnTo>
                  <a:lnTo>
                    <a:pt x="124005" y="336095"/>
                  </a:lnTo>
                  <a:lnTo>
                    <a:pt x="122391" y="331400"/>
                  </a:lnTo>
                  <a:lnTo>
                    <a:pt x="122281" y="331082"/>
                  </a:lnTo>
                  <a:lnTo>
                    <a:pt x="142885" y="323987"/>
                  </a:lnTo>
                  <a:lnTo>
                    <a:pt x="173085" y="323987"/>
                  </a:lnTo>
                  <a:lnTo>
                    <a:pt x="176540" y="321925"/>
                  </a:lnTo>
                  <a:lnTo>
                    <a:pt x="165234" y="321925"/>
                  </a:lnTo>
                  <a:lnTo>
                    <a:pt x="163489" y="316891"/>
                  </a:lnTo>
                  <a:lnTo>
                    <a:pt x="184092" y="309817"/>
                  </a:lnTo>
                  <a:lnTo>
                    <a:pt x="353706" y="309817"/>
                  </a:lnTo>
                  <a:lnTo>
                    <a:pt x="353704" y="303465"/>
                  </a:lnTo>
                  <a:lnTo>
                    <a:pt x="184199" y="303465"/>
                  </a:lnTo>
                  <a:lnTo>
                    <a:pt x="163786" y="302807"/>
                  </a:lnTo>
                  <a:lnTo>
                    <a:pt x="163807" y="302169"/>
                  </a:lnTo>
                  <a:lnTo>
                    <a:pt x="143395" y="302169"/>
                  </a:lnTo>
                  <a:lnTo>
                    <a:pt x="122984" y="301510"/>
                  </a:lnTo>
                  <a:lnTo>
                    <a:pt x="123005" y="300852"/>
                  </a:lnTo>
                  <a:lnTo>
                    <a:pt x="102593" y="300852"/>
                  </a:lnTo>
                  <a:lnTo>
                    <a:pt x="82180" y="300193"/>
                  </a:lnTo>
                  <a:lnTo>
                    <a:pt x="82201" y="299535"/>
                  </a:lnTo>
                  <a:lnTo>
                    <a:pt x="61789" y="299535"/>
                  </a:lnTo>
                  <a:lnTo>
                    <a:pt x="41377" y="298876"/>
                  </a:lnTo>
                  <a:lnTo>
                    <a:pt x="41398" y="298217"/>
                  </a:lnTo>
                  <a:lnTo>
                    <a:pt x="20986" y="298217"/>
                  </a:lnTo>
                  <a:lnTo>
                    <a:pt x="574" y="297559"/>
                  </a:lnTo>
                  <a:lnTo>
                    <a:pt x="687" y="294011"/>
                  </a:lnTo>
                  <a:lnTo>
                    <a:pt x="744" y="292248"/>
                  </a:lnTo>
                  <a:lnTo>
                    <a:pt x="141843" y="292248"/>
                  </a:lnTo>
                  <a:lnTo>
                    <a:pt x="122175" y="288977"/>
                  </a:lnTo>
                  <a:lnTo>
                    <a:pt x="122760" y="285556"/>
                  </a:lnTo>
                  <a:lnTo>
                    <a:pt x="101635" y="285556"/>
                  </a:lnTo>
                  <a:lnTo>
                    <a:pt x="81074" y="282136"/>
                  </a:lnTo>
                  <a:lnTo>
                    <a:pt x="81642" y="278716"/>
                  </a:lnTo>
                  <a:lnTo>
                    <a:pt x="60512" y="278716"/>
                  </a:lnTo>
                  <a:lnTo>
                    <a:pt x="39973" y="275296"/>
                  </a:lnTo>
                  <a:lnTo>
                    <a:pt x="40545" y="271854"/>
                  </a:lnTo>
                  <a:lnTo>
                    <a:pt x="19411" y="271854"/>
                  </a:lnTo>
                  <a:lnTo>
                    <a:pt x="105" y="268646"/>
                  </a:lnTo>
                  <a:close/>
                </a:path>
                <a:path w="354330" h="857250">
                  <a:moveTo>
                    <a:pt x="133539" y="352347"/>
                  </a:moveTo>
                  <a:lnTo>
                    <a:pt x="60469" y="352347"/>
                  </a:lnTo>
                  <a:lnTo>
                    <a:pt x="62194" y="357360"/>
                  </a:lnTo>
                  <a:lnTo>
                    <a:pt x="41589" y="364455"/>
                  </a:lnTo>
                  <a:lnTo>
                    <a:pt x="105120" y="364455"/>
                  </a:lnTo>
                  <a:lnTo>
                    <a:pt x="113000" y="359760"/>
                  </a:lnTo>
                  <a:lnTo>
                    <a:pt x="353723" y="359760"/>
                  </a:lnTo>
                  <a:lnTo>
                    <a:pt x="353721" y="353345"/>
                  </a:lnTo>
                  <a:lnTo>
                    <a:pt x="134137" y="353345"/>
                  </a:lnTo>
                  <a:lnTo>
                    <a:pt x="133539" y="352347"/>
                  </a:lnTo>
                  <a:close/>
                </a:path>
                <a:path w="354330" h="857250">
                  <a:moveTo>
                    <a:pt x="353715" y="337816"/>
                  </a:moveTo>
                  <a:lnTo>
                    <a:pt x="149846" y="337816"/>
                  </a:lnTo>
                  <a:lnTo>
                    <a:pt x="152570" y="342383"/>
                  </a:lnTo>
                  <a:lnTo>
                    <a:pt x="134137" y="353345"/>
                  </a:lnTo>
                  <a:lnTo>
                    <a:pt x="353721" y="353345"/>
                  </a:lnTo>
                  <a:lnTo>
                    <a:pt x="353715" y="337816"/>
                  </a:lnTo>
                  <a:close/>
                </a:path>
                <a:path w="354330" h="857250">
                  <a:moveTo>
                    <a:pt x="149274" y="338156"/>
                  </a:moveTo>
                  <a:lnTo>
                    <a:pt x="101677" y="338156"/>
                  </a:lnTo>
                  <a:lnTo>
                    <a:pt x="103402" y="343190"/>
                  </a:lnTo>
                  <a:lnTo>
                    <a:pt x="82797" y="350286"/>
                  </a:lnTo>
                  <a:lnTo>
                    <a:pt x="132304" y="350286"/>
                  </a:lnTo>
                  <a:lnTo>
                    <a:pt x="131413" y="348799"/>
                  </a:lnTo>
                  <a:lnTo>
                    <a:pt x="149274" y="338156"/>
                  </a:lnTo>
                  <a:close/>
                </a:path>
                <a:path w="354330" h="857250">
                  <a:moveTo>
                    <a:pt x="173085" y="323987"/>
                  </a:moveTo>
                  <a:lnTo>
                    <a:pt x="142885" y="323987"/>
                  </a:lnTo>
                  <a:lnTo>
                    <a:pt x="144609" y="328999"/>
                  </a:lnTo>
                  <a:lnTo>
                    <a:pt x="124005" y="336095"/>
                  </a:lnTo>
                  <a:lnTo>
                    <a:pt x="353715" y="336095"/>
                  </a:lnTo>
                  <a:lnTo>
                    <a:pt x="353713" y="331400"/>
                  </a:lnTo>
                  <a:lnTo>
                    <a:pt x="171002" y="331400"/>
                  </a:lnTo>
                  <a:lnTo>
                    <a:pt x="168277" y="326854"/>
                  </a:lnTo>
                  <a:lnTo>
                    <a:pt x="173085" y="323987"/>
                  </a:lnTo>
                  <a:close/>
                </a:path>
                <a:path w="354330" h="857250">
                  <a:moveTo>
                    <a:pt x="353708" y="315871"/>
                  </a:moveTo>
                  <a:lnTo>
                    <a:pt x="186690" y="315871"/>
                  </a:lnTo>
                  <a:lnTo>
                    <a:pt x="189414" y="320438"/>
                  </a:lnTo>
                  <a:lnTo>
                    <a:pt x="171002" y="331400"/>
                  </a:lnTo>
                  <a:lnTo>
                    <a:pt x="353713" y="331400"/>
                  </a:lnTo>
                  <a:lnTo>
                    <a:pt x="353708" y="315871"/>
                  </a:lnTo>
                  <a:close/>
                </a:path>
                <a:path w="354330" h="857250">
                  <a:moveTo>
                    <a:pt x="353706" y="309817"/>
                  </a:moveTo>
                  <a:lnTo>
                    <a:pt x="184092" y="309817"/>
                  </a:lnTo>
                  <a:lnTo>
                    <a:pt x="185837" y="314830"/>
                  </a:lnTo>
                  <a:lnTo>
                    <a:pt x="165234" y="321925"/>
                  </a:lnTo>
                  <a:lnTo>
                    <a:pt x="176540" y="321925"/>
                  </a:lnTo>
                  <a:lnTo>
                    <a:pt x="186690" y="315871"/>
                  </a:lnTo>
                  <a:lnTo>
                    <a:pt x="353708" y="315871"/>
                  </a:lnTo>
                  <a:lnTo>
                    <a:pt x="353706" y="309817"/>
                  </a:lnTo>
                  <a:close/>
                </a:path>
                <a:path w="354330" h="857250">
                  <a:moveTo>
                    <a:pt x="353699" y="290591"/>
                  </a:moveTo>
                  <a:lnTo>
                    <a:pt x="164170" y="290591"/>
                  </a:lnTo>
                  <a:lnTo>
                    <a:pt x="184710" y="294011"/>
                  </a:lnTo>
                  <a:lnTo>
                    <a:pt x="184675" y="294224"/>
                  </a:lnTo>
                  <a:lnTo>
                    <a:pt x="184566" y="294882"/>
                  </a:lnTo>
                  <a:lnTo>
                    <a:pt x="184458" y="295541"/>
                  </a:lnTo>
                  <a:lnTo>
                    <a:pt x="184350" y="296199"/>
                  </a:lnTo>
                  <a:lnTo>
                    <a:pt x="184242" y="296858"/>
                  </a:lnTo>
                  <a:lnTo>
                    <a:pt x="184127" y="297559"/>
                  </a:lnTo>
                  <a:lnTo>
                    <a:pt x="184018" y="298217"/>
                  </a:lnTo>
                  <a:lnTo>
                    <a:pt x="184368" y="298217"/>
                  </a:lnTo>
                  <a:lnTo>
                    <a:pt x="184325" y="299535"/>
                  </a:lnTo>
                  <a:lnTo>
                    <a:pt x="184199" y="303465"/>
                  </a:lnTo>
                  <a:lnTo>
                    <a:pt x="353704" y="303465"/>
                  </a:lnTo>
                  <a:lnTo>
                    <a:pt x="353699" y="290591"/>
                  </a:lnTo>
                  <a:close/>
                </a:path>
                <a:path w="354330" h="857250">
                  <a:moveTo>
                    <a:pt x="165595" y="296199"/>
                  </a:moveTo>
                  <a:lnTo>
                    <a:pt x="123154" y="296199"/>
                  </a:lnTo>
                  <a:lnTo>
                    <a:pt x="143565" y="296858"/>
                  </a:lnTo>
                  <a:lnTo>
                    <a:pt x="143522" y="298217"/>
                  </a:lnTo>
                  <a:lnTo>
                    <a:pt x="143395" y="302169"/>
                  </a:lnTo>
                  <a:lnTo>
                    <a:pt x="163807" y="302169"/>
                  </a:lnTo>
                  <a:lnTo>
                    <a:pt x="163913" y="298876"/>
                  </a:lnTo>
                  <a:lnTo>
                    <a:pt x="163955" y="297559"/>
                  </a:lnTo>
                  <a:lnTo>
                    <a:pt x="173769" y="297559"/>
                  </a:lnTo>
                  <a:lnTo>
                    <a:pt x="165595" y="296199"/>
                  </a:lnTo>
                  <a:close/>
                </a:path>
                <a:path w="354330" h="857250">
                  <a:moveTo>
                    <a:pt x="163453" y="294882"/>
                  </a:moveTo>
                  <a:lnTo>
                    <a:pt x="82350" y="294882"/>
                  </a:lnTo>
                  <a:lnTo>
                    <a:pt x="102763" y="295541"/>
                  </a:lnTo>
                  <a:lnTo>
                    <a:pt x="102698" y="297559"/>
                  </a:lnTo>
                  <a:lnTo>
                    <a:pt x="102593" y="300852"/>
                  </a:lnTo>
                  <a:lnTo>
                    <a:pt x="123005" y="300852"/>
                  </a:lnTo>
                  <a:lnTo>
                    <a:pt x="123110" y="297559"/>
                  </a:lnTo>
                  <a:lnTo>
                    <a:pt x="123154" y="296199"/>
                  </a:lnTo>
                  <a:lnTo>
                    <a:pt x="165595" y="296199"/>
                  </a:lnTo>
                  <a:lnTo>
                    <a:pt x="163297" y="295817"/>
                  </a:lnTo>
                  <a:lnTo>
                    <a:pt x="163343" y="295541"/>
                  </a:lnTo>
                  <a:lnTo>
                    <a:pt x="163453" y="294882"/>
                  </a:lnTo>
                  <a:close/>
                </a:path>
                <a:path w="354330" h="857250">
                  <a:moveTo>
                    <a:pt x="163673" y="293565"/>
                  </a:moveTo>
                  <a:lnTo>
                    <a:pt x="41548" y="293565"/>
                  </a:lnTo>
                  <a:lnTo>
                    <a:pt x="61959" y="294224"/>
                  </a:lnTo>
                  <a:lnTo>
                    <a:pt x="61908" y="295817"/>
                  </a:lnTo>
                  <a:lnTo>
                    <a:pt x="61789" y="299535"/>
                  </a:lnTo>
                  <a:lnTo>
                    <a:pt x="82201" y="299535"/>
                  </a:lnTo>
                  <a:lnTo>
                    <a:pt x="82320" y="295817"/>
                  </a:lnTo>
                  <a:lnTo>
                    <a:pt x="82350" y="294882"/>
                  </a:lnTo>
                  <a:lnTo>
                    <a:pt x="163453" y="294882"/>
                  </a:lnTo>
                  <a:lnTo>
                    <a:pt x="163563" y="294224"/>
                  </a:lnTo>
                  <a:lnTo>
                    <a:pt x="163673" y="293565"/>
                  </a:lnTo>
                  <a:close/>
                </a:path>
                <a:path w="354330" h="857250">
                  <a:moveTo>
                    <a:pt x="141843" y="292248"/>
                  </a:moveTo>
                  <a:lnTo>
                    <a:pt x="744" y="292248"/>
                  </a:lnTo>
                  <a:lnTo>
                    <a:pt x="21156" y="292907"/>
                  </a:lnTo>
                  <a:lnTo>
                    <a:pt x="21093" y="294882"/>
                  </a:lnTo>
                  <a:lnTo>
                    <a:pt x="20986" y="298217"/>
                  </a:lnTo>
                  <a:lnTo>
                    <a:pt x="41398" y="298217"/>
                  </a:lnTo>
                  <a:lnTo>
                    <a:pt x="41505" y="294882"/>
                  </a:lnTo>
                  <a:lnTo>
                    <a:pt x="41548" y="293565"/>
                  </a:lnTo>
                  <a:lnTo>
                    <a:pt x="163673" y="293565"/>
                  </a:lnTo>
                  <a:lnTo>
                    <a:pt x="163783" y="292907"/>
                  </a:lnTo>
                  <a:lnTo>
                    <a:pt x="163868" y="292397"/>
                  </a:lnTo>
                  <a:lnTo>
                    <a:pt x="142736" y="292397"/>
                  </a:lnTo>
                  <a:lnTo>
                    <a:pt x="141843" y="292248"/>
                  </a:lnTo>
                  <a:close/>
                </a:path>
                <a:path w="354330" h="857250">
                  <a:moveTo>
                    <a:pt x="173769" y="297559"/>
                  </a:moveTo>
                  <a:lnTo>
                    <a:pt x="165356" y="297559"/>
                  </a:lnTo>
                  <a:lnTo>
                    <a:pt x="175685" y="297878"/>
                  </a:lnTo>
                  <a:lnTo>
                    <a:pt x="173769" y="297559"/>
                  </a:lnTo>
                  <a:close/>
                </a:path>
                <a:path w="354330" h="857250">
                  <a:moveTo>
                    <a:pt x="353697" y="283751"/>
                  </a:moveTo>
                  <a:lnTo>
                    <a:pt x="123069" y="283751"/>
                  </a:lnTo>
                  <a:lnTo>
                    <a:pt x="143609" y="287150"/>
                  </a:lnTo>
                  <a:lnTo>
                    <a:pt x="142761" y="292248"/>
                  </a:lnTo>
                  <a:lnTo>
                    <a:pt x="142736" y="292397"/>
                  </a:lnTo>
                  <a:lnTo>
                    <a:pt x="163868" y="292397"/>
                  </a:lnTo>
                  <a:lnTo>
                    <a:pt x="164170" y="290591"/>
                  </a:lnTo>
                  <a:lnTo>
                    <a:pt x="353699" y="290591"/>
                  </a:lnTo>
                  <a:lnTo>
                    <a:pt x="353697" y="283751"/>
                  </a:lnTo>
                  <a:close/>
                </a:path>
                <a:path w="354330" h="857250">
                  <a:moveTo>
                    <a:pt x="353694" y="276889"/>
                  </a:moveTo>
                  <a:lnTo>
                    <a:pt x="81946" y="276889"/>
                  </a:lnTo>
                  <a:lnTo>
                    <a:pt x="102508" y="280309"/>
                  </a:lnTo>
                  <a:lnTo>
                    <a:pt x="101635" y="285556"/>
                  </a:lnTo>
                  <a:lnTo>
                    <a:pt x="122760" y="285556"/>
                  </a:lnTo>
                  <a:lnTo>
                    <a:pt x="123069" y="283751"/>
                  </a:lnTo>
                  <a:lnTo>
                    <a:pt x="353697" y="283751"/>
                  </a:lnTo>
                  <a:lnTo>
                    <a:pt x="353694" y="276889"/>
                  </a:lnTo>
                  <a:close/>
                </a:path>
                <a:path w="354330" h="857250">
                  <a:moveTo>
                    <a:pt x="353692" y="270048"/>
                  </a:moveTo>
                  <a:lnTo>
                    <a:pt x="40845" y="270048"/>
                  </a:lnTo>
                  <a:lnTo>
                    <a:pt x="61407" y="273469"/>
                  </a:lnTo>
                  <a:lnTo>
                    <a:pt x="60512" y="278716"/>
                  </a:lnTo>
                  <a:lnTo>
                    <a:pt x="81642" y="278716"/>
                  </a:lnTo>
                  <a:lnTo>
                    <a:pt x="81946" y="276889"/>
                  </a:lnTo>
                  <a:lnTo>
                    <a:pt x="353694" y="276889"/>
                  </a:lnTo>
                  <a:lnTo>
                    <a:pt x="353692" y="270048"/>
                  </a:lnTo>
                  <a:close/>
                </a:path>
                <a:path w="354330" h="857250">
                  <a:moveTo>
                    <a:pt x="0" y="0"/>
                  </a:moveTo>
                  <a:lnTo>
                    <a:pt x="105" y="263250"/>
                  </a:lnTo>
                  <a:lnTo>
                    <a:pt x="20284" y="266628"/>
                  </a:lnTo>
                  <a:lnTo>
                    <a:pt x="19411" y="271854"/>
                  </a:lnTo>
                  <a:lnTo>
                    <a:pt x="40545" y="271854"/>
                  </a:lnTo>
                  <a:lnTo>
                    <a:pt x="40845" y="270048"/>
                  </a:lnTo>
                  <a:lnTo>
                    <a:pt x="353692" y="270048"/>
                  </a:lnTo>
                  <a:lnTo>
                    <a:pt x="353691" y="2659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B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704737" y="4238364"/>
              <a:ext cx="351155" cy="37465"/>
            </a:xfrm>
            <a:custGeom>
              <a:avLst/>
              <a:gdLst/>
              <a:ahLst/>
              <a:cxnLst/>
              <a:rect l="l" t="t" r="r" b="b"/>
              <a:pathLst>
                <a:path w="351155" h="37464">
                  <a:moveTo>
                    <a:pt x="351115" y="0"/>
                  </a:moveTo>
                  <a:lnTo>
                    <a:pt x="0" y="37028"/>
                  </a:lnTo>
                  <a:lnTo>
                    <a:pt x="351115" y="0"/>
                  </a:lnTo>
                  <a:close/>
                </a:path>
              </a:pathLst>
            </a:custGeom>
            <a:solidFill>
              <a:srgbClr val="7BA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1700395" y="4233223"/>
              <a:ext cx="353695" cy="37465"/>
            </a:xfrm>
            <a:custGeom>
              <a:avLst/>
              <a:gdLst/>
              <a:ahLst/>
              <a:cxnLst/>
              <a:rect l="l" t="t" r="r" b="b"/>
              <a:pathLst>
                <a:path w="353694" h="37464">
                  <a:moveTo>
                    <a:pt x="353564" y="0"/>
                  </a:moveTo>
                  <a:lnTo>
                    <a:pt x="0" y="37283"/>
                  </a:lnTo>
                  <a:lnTo>
                    <a:pt x="353564" y="0"/>
                  </a:lnTo>
                  <a:close/>
                </a:path>
              </a:pathLst>
            </a:custGeom>
            <a:solidFill>
              <a:srgbClr val="7A98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1700395" y="4233223"/>
              <a:ext cx="355600" cy="42545"/>
            </a:xfrm>
            <a:custGeom>
              <a:avLst/>
              <a:gdLst/>
              <a:ahLst/>
              <a:cxnLst/>
              <a:rect l="l" t="t" r="r" b="b"/>
              <a:pathLst>
                <a:path w="355600" h="42545">
                  <a:moveTo>
                    <a:pt x="353564" y="0"/>
                  </a:moveTo>
                  <a:lnTo>
                    <a:pt x="0" y="37283"/>
                  </a:lnTo>
                  <a:lnTo>
                    <a:pt x="0" y="38919"/>
                  </a:lnTo>
                  <a:lnTo>
                    <a:pt x="4342" y="42169"/>
                  </a:lnTo>
                  <a:lnTo>
                    <a:pt x="355457" y="5140"/>
                  </a:lnTo>
                  <a:lnTo>
                    <a:pt x="353564" y="3718"/>
                  </a:lnTo>
                  <a:lnTo>
                    <a:pt x="353564" y="0"/>
                  </a:lnTo>
                  <a:close/>
                </a:path>
              </a:pathLst>
            </a:custGeom>
            <a:solidFill>
              <a:srgbClr val="809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2058041" y="3683481"/>
              <a:ext cx="73025" cy="605155"/>
            </a:xfrm>
            <a:custGeom>
              <a:avLst/>
              <a:gdLst/>
              <a:ahLst/>
              <a:cxnLst/>
              <a:rect l="l" t="t" r="r" b="b"/>
              <a:pathLst>
                <a:path w="73025" h="605154">
                  <a:moveTo>
                    <a:pt x="6624" y="534871"/>
                  </a:moveTo>
                  <a:lnTo>
                    <a:pt x="1237" y="535424"/>
                  </a:lnTo>
                  <a:lnTo>
                    <a:pt x="1237" y="550805"/>
                  </a:lnTo>
                  <a:lnTo>
                    <a:pt x="72840" y="604657"/>
                  </a:lnTo>
                  <a:lnTo>
                    <a:pt x="72822" y="537463"/>
                  </a:lnTo>
                  <a:lnTo>
                    <a:pt x="6900" y="537463"/>
                  </a:lnTo>
                  <a:lnTo>
                    <a:pt x="6683" y="535424"/>
                  </a:lnTo>
                  <a:lnTo>
                    <a:pt x="6624" y="534871"/>
                  </a:lnTo>
                  <a:close/>
                </a:path>
                <a:path w="73025" h="605154">
                  <a:moveTo>
                    <a:pt x="51726" y="530092"/>
                  </a:moveTo>
                  <a:lnTo>
                    <a:pt x="32101" y="532174"/>
                  </a:lnTo>
                  <a:lnTo>
                    <a:pt x="32387" y="534871"/>
                  </a:lnTo>
                  <a:lnTo>
                    <a:pt x="31560" y="534871"/>
                  </a:lnTo>
                  <a:lnTo>
                    <a:pt x="6900" y="537463"/>
                  </a:lnTo>
                  <a:lnTo>
                    <a:pt x="72822" y="537463"/>
                  </a:lnTo>
                  <a:lnTo>
                    <a:pt x="72820" y="532683"/>
                  </a:lnTo>
                  <a:lnTo>
                    <a:pt x="51917" y="532683"/>
                  </a:lnTo>
                  <a:lnTo>
                    <a:pt x="51879" y="532174"/>
                  </a:lnTo>
                  <a:lnTo>
                    <a:pt x="51770" y="530687"/>
                  </a:lnTo>
                  <a:lnTo>
                    <a:pt x="51726" y="530092"/>
                  </a:lnTo>
                  <a:close/>
                </a:path>
                <a:path w="73025" h="605154">
                  <a:moveTo>
                    <a:pt x="72820" y="530687"/>
                  </a:moveTo>
                  <a:lnTo>
                    <a:pt x="71691" y="530687"/>
                  </a:lnTo>
                  <a:lnTo>
                    <a:pt x="51917" y="532683"/>
                  </a:lnTo>
                  <a:lnTo>
                    <a:pt x="72820" y="532683"/>
                  </a:lnTo>
                  <a:lnTo>
                    <a:pt x="72820" y="530687"/>
                  </a:lnTo>
                  <a:close/>
                </a:path>
                <a:path w="73025" h="605154">
                  <a:moveTo>
                    <a:pt x="25641" y="304017"/>
                  </a:moveTo>
                  <a:lnTo>
                    <a:pt x="10731" y="304017"/>
                  </a:lnTo>
                  <a:lnTo>
                    <a:pt x="11029" y="306694"/>
                  </a:lnTo>
                  <a:lnTo>
                    <a:pt x="25759" y="305142"/>
                  </a:lnTo>
                  <a:lnTo>
                    <a:pt x="25641" y="304017"/>
                  </a:lnTo>
                  <a:close/>
                </a:path>
                <a:path w="73025" h="605154">
                  <a:moveTo>
                    <a:pt x="1025" y="0"/>
                  </a:moveTo>
                  <a:lnTo>
                    <a:pt x="1132" y="305142"/>
                  </a:lnTo>
                  <a:lnTo>
                    <a:pt x="0" y="305142"/>
                  </a:lnTo>
                  <a:lnTo>
                    <a:pt x="3643" y="304803"/>
                  </a:lnTo>
                  <a:lnTo>
                    <a:pt x="10731" y="304017"/>
                  </a:lnTo>
                  <a:lnTo>
                    <a:pt x="25641" y="304017"/>
                  </a:lnTo>
                  <a:lnTo>
                    <a:pt x="25482" y="302488"/>
                  </a:lnTo>
                  <a:lnTo>
                    <a:pt x="55748" y="299237"/>
                  </a:lnTo>
                  <a:lnTo>
                    <a:pt x="69501" y="299237"/>
                  </a:lnTo>
                  <a:lnTo>
                    <a:pt x="69350" y="297898"/>
                  </a:lnTo>
                  <a:lnTo>
                    <a:pt x="72713" y="297559"/>
                  </a:lnTo>
                  <a:lnTo>
                    <a:pt x="72628" y="53853"/>
                  </a:lnTo>
                  <a:lnTo>
                    <a:pt x="1025" y="0"/>
                  </a:lnTo>
                  <a:close/>
                </a:path>
                <a:path w="73025" h="605154">
                  <a:moveTo>
                    <a:pt x="69501" y="299237"/>
                  </a:moveTo>
                  <a:lnTo>
                    <a:pt x="55748" y="299237"/>
                  </a:lnTo>
                  <a:lnTo>
                    <a:pt x="55891" y="300534"/>
                  </a:lnTo>
                  <a:lnTo>
                    <a:pt x="55951" y="301086"/>
                  </a:lnTo>
                  <a:lnTo>
                    <a:pt x="56047" y="301956"/>
                  </a:lnTo>
                  <a:lnTo>
                    <a:pt x="69647" y="300534"/>
                  </a:lnTo>
                  <a:lnTo>
                    <a:pt x="69501" y="299237"/>
                  </a:lnTo>
                  <a:close/>
                </a:path>
              </a:pathLst>
            </a:custGeom>
            <a:solidFill>
              <a:srgbClr val="90B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8" name="object 17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3959" y="4218940"/>
              <a:ext cx="76922" cy="69198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2053746" y="3679487"/>
              <a:ext cx="5715" cy="309880"/>
            </a:xfrm>
            <a:custGeom>
              <a:avLst/>
              <a:gdLst/>
              <a:ahLst/>
              <a:cxnLst/>
              <a:rect l="l" t="t" r="r" b="b"/>
              <a:pathLst>
                <a:path w="5714" h="309879">
                  <a:moveTo>
                    <a:pt x="0" y="0"/>
                  </a:moveTo>
                  <a:lnTo>
                    <a:pt x="106" y="309584"/>
                  </a:lnTo>
                  <a:lnTo>
                    <a:pt x="5427" y="309031"/>
                  </a:lnTo>
                  <a:lnTo>
                    <a:pt x="5321" y="39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9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2055853" y="4238364"/>
              <a:ext cx="75565" cy="56515"/>
            </a:xfrm>
            <a:custGeom>
              <a:avLst/>
              <a:gdLst/>
              <a:ahLst/>
              <a:cxnLst/>
              <a:rect l="l" t="t" r="r" b="b"/>
              <a:pathLst>
                <a:path w="75564" h="56514">
                  <a:moveTo>
                    <a:pt x="0" y="0"/>
                  </a:moveTo>
                  <a:lnTo>
                    <a:pt x="75029" y="56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9D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2055853" y="423836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F8C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2055853" y="4234286"/>
              <a:ext cx="75565" cy="60960"/>
            </a:xfrm>
            <a:custGeom>
              <a:avLst/>
              <a:gdLst/>
              <a:ahLst/>
              <a:cxnLst/>
              <a:rect l="l" t="t" r="r" b="b"/>
              <a:pathLst>
                <a:path w="75564" h="60960">
                  <a:moveTo>
                    <a:pt x="3426" y="0"/>
                  </a:moveTo>
                  <a:lnTo>
                    <a:pt x="3426" y="3717"/>
                  </a:lnTo>
                  <a:lnTo>
                    <a:pt x="0" y="4077"/>
                  </a:lnTo>
                  <a:lnTo>
                    <a:pt x="75029" y="60501"/>
                  </a:lnTo>
                  <a:lnTo>
                    <a:pt x="75029" y="53851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809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2053959" y="423322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D8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2053959" y="423286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3426" y="0"/>
                  </a:moveTo>
                  <a:lnTo>
                    <a:pt x="0" y="360"/>
                  </a:lnTo>
                  <a:lnTo>
                    <a:pt x="0" y="4079"/>
                  </a:lnTo>
                  <a:lnTo>
                    <a:pt x="1893" y="5501"/>
                  </a:lnTo>
                  <a:lnTo>
                    <a:pt x="5320" y="5140"/>
                  </a:lnTo>
                  <a:lnTo>
                    <a:pt x="5320" y="142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081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2132905" y="4603713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426" y="0"/>
                  </a:moveTo>
                  <a:lnTo>
                    <a:pt x="0" y="360"/>
                  </a:lnTo>
                  <a:lnTo>
                    <a:pt x="3426" y="2931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696968" y="4275392"/>
              <a:ext cx="434340" cy="327660"/>
            </a:xfrm>
            <a:custGeom>
              <a:avLst/>
              <a:gdLst/>
              <a:ahLst/>
              <a:cxnLst/>
              <a:rect l="l" t="t" r="r" b="b"/>
              <a:pathLst>
                <a:path w="434339" h="327660">
                  <a:moveTo>
                    <a:pt x="7768" y="0"/>
                  </a:moveTo>
                  <a:lnTo>
                    <a:pt x="0" y="828"/>
                  </a:lnTo>
                  <a:lnTo>
                    <a:pt x="434041" y="327237"/>
                  </a:lnTo>
                  <a:lnTo>
                    <a:pt x="434041" y="320587"/>
                  </a:lnTo>
                  <a:lnTo>
                    <a:pt x="7768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1694733" y="3402810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0"/>
                  </a:moveTo>
                  <a:lnTo>
                    <a:pt x="0" y="2592"/>
                  </a:lnTo>
                  <a:lnTo>
                    <a:pt x="3426" y="25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694733" y="3409481"/>
              <a:ext cx="5715" cy="861694"/>
            </a:xfrm>
            <a:custGeom>
              <a:avLst/>
              <a:gdLst/>
              <a:ahLst/>
              <a:cxnLst/>
              <a:rect l="l" t="t" r="r" b="b"/>
              <a:pathLst>
                <a:path w="5714" h="861695">
                  <a:moveTo>
                    <a:pt x="5491" y="437172"/>
                  </a:moveTo>
                  <a:lnTo>
                    <a:pt x="170" y="440336"/>
                  </a:lnTo>
                  <a:lnTo>
                    <a:pt x="340" y="861025"/>
                  </a:lnTo>
                  <a:lnTo>
                    <a:pt x="340" y="861598"/>
                  </a:lnTo>
                  <a:lnTo>
                    <a:pt x="5661" y="861025"/>
                  </a:lnTo>
                  <a:lnTo>
                    <a:pt x="5492" y="440336"/>
                  </a:lnTo>
                  <a:lnTo>
                    <a:pt x="5491" y="437172"/>
                  </a:lnTo>
                  <a:close/>
                </a:path>
                <a:path w="5714" h="861695">
                  <a:moveTo>
                    <a:pt x="5426" y="272661"/>
                  </a:moveTo>
                  <a:lnTo>
                    <a:pt x="106" y="272661"/>
                  </a:lnTo>
                  <a:lnTo>
                    <a:pt x="170" y="434155"/>
                  </a:lnTo>
                  <a:lnTo>
                    <a:pt x="5491" y="430989"/>
                  </a:lnTo>
                  <a:lnTo>
                    <a:pt x="5469" y="381981"/>
                  </a:lnTo>
                  <a:lnTo>
                    <a:pt x="3958" y="377626"/>
                  </a:lnTo>
                  <a:lnTo>
                    <a:pt x="5469" y="377116"/>
                  </a:lnTo>
                  <a:lnTo>
                    <a:pt x="5426" y="272661"/>
                  </a:lnTo>
                  <a:close/>
                </a:path>
                <a:path w="5714" h="861695">
                  <a:moveTo>
                    <a:pt x="0" y="0"/>
                  </a:moveTo>
                  <a:lnTo>
                    <a:pt x="106" y="272449"/>
                  </a:lnTo>
                  <a:lnTo>
                    <a:pt x="4192" y="272449"/>
                  </a:lnTo>
                  <a:lnTo>
                    <a:pt x="5059" y="267265"/>
                  </a:lnTo>
                  <a:lnTo>
                    <a:pt x="5426" y="267265"/>
                  </a:lnTo>
                  <a:lnTo>
                    <a:pt x="5321" y="39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1700395" y="427050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1695074" y="4270507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4">
                  <a:moveTo>
                    <a:pt x="5321" y="0"/>
                  </a:moveTo>
                  <a:lnTo>
                    <a:pt x="0" y="572"/>
                  </a:lnTo>
                  <a:lnTo>
                    <a:pt x="0" y="4269"/>
                  </a:lnTo>
                  <a:lnTo>
                    <a:pt x="1894" y="5713"/>
                  </a:lnTo>
                  <a:lnTo>
                    <a:pt x="9663" y="4885"/>
                  </a:lnTo>
                  <a:lnTo>
                    <a:pt x="5321" y="1635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2136203" y="4298802"/>
              <a:ext cx="349885" cy="299720"/>
            </a:xfrm>
            <a:custGeom>
              <a:avLst/>
              <a:gdLst/>
              <a:ahLst/>
              <a:cxnLst/>
              <a:rect l="l" t="t" r="r" b="b"/>
              <a:pathLst>
                <a:path w="349885" h="299720">
                  <a:moveTo>
                    <a:pt x="0" y="0"/>
                  </a:moveTo>
                  <a:lnTo>
                    <a:pt x="128" y="299557"/>
                  </a:lnTo>
                  <a:lnTo>
                    <a:pt x="349349" y="262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2136331" y="4561523"/>
              <a:ext cx="349250" cy="37465"/>
            </a:xfrm>
            <a:custGeom>
              <a:avLst/>
              <a:gdLst/>
              <a:ahLst/>
              <a:cxnLst/>
              <a:rect l="l" t="t" r="r" b="b"/>
              <a:pathLst>
                <a:path w="349250" h="37464">
                  <a:moveTo>
                    <a:pt x="349242" y="0"/>
                  </a:moveTo>
                  <a:lnTo>
                    <a:pt x="0" y="36836"/>
                  </a:lnTo>
                  <a:lnTo>
                    <a:pt x="349242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2135987" y="3701097"/>
              <a:ext cx="354330" cy="857250"/>
            </a:xfrm>
            <a:custGeom>
              <a:avLst/>
              <a:gdLst/>
              <a:ahLst/>
              <a:cxnLst/>
              <a:rect l="l" t="t" r="r" b="b"/>
              <a:pathLst>
                <a:path w="354330" h="857250">
                  <a:moveTo>
                    <a:pt x="353898" y="857034"/>
                  </a:moveTo>
                  <a:lnTo>
                    <a:pt x="353796" y="590867"/>
                  </a:lnTo>
                  <a:lnTo>
                    <a:pt x="353771" y="561428"/>
                  </a:lnTo>
                  <a:lnTo>
                    <a:pt x="353758" y="510298"/>
                  </a:lnTo>
                  <a:lnTo>
                    <a:pt x="353758" y="463829"/>
                  </a:lnTo>
                  <a:lnTo>
                    <a:pt x="352501" y="464019"/>
                  </a:lnTo>
                  <a:lnTo>
                    <a:pt x="352056" y="460971"/>
                  </a:lnTo>
                  <a:lnTo>
                    <a:pt x="351726" y="458673"/>
                  </a:lnTo>
                  <a:lnTo>
                    <a:pt x="353733" y="458368"/>
                  </a:lnTo>
                  <a:lnTo>
                    <a:pt x="353733" y="453504"/>
                  </a:lnTo>
                  <a:lnTo>
                    <a:pt x="353733" y="441617"/>
                  </a:lnTo>
                  <a:lnTo>
                    <a:pt x="343687" y="442036"/>
                  </a:lnTo>
                  <a:lnTo>
                    <a:pt x="343573" y="440512"/>
                  </a:lnTo>
                  <a:lnTo>
                    <a:pt x="343496" y="439356"/>
                  </a:lnTo>
                  <a:lnTo>
                    <a:pt x="343433" y="438594"/>
                  </a:lnTo>
                  <a:lnTo>
                    <a:pt x="343357" y="437451"/>
                  </a:lnTo>
                  <a:lnTo>
                    <a:pt x="343306" y="436689"/>
                  </a:lnTo>
                  <a:lnTo>
                    <a:pt x="353733" y="436232"/>
                  </a:lnTo>
                  <a:lnTo>
                    <a:pt x="353707" y="387591"/>
                  </a:lnTo>
                  <a:lnTo>
                    <a:pt x="351536" y="387159"/>
                  </a:lnTo>
                  <a:lnTo>
                    <a:pt x="352107" y="384111"/>
                  </a:lnTo>
                  <a:lnTo>
                    <a:pt x="352386" y="382574"/>
                  </a:lnTo>
                  <a:lnTo>
                    <a:pt x="352501" y="382003"/>
                  </a:lnTo>
                  <a:lnTo>
                    <a:pt x="353707" y="382231"/>
                  </a:lnTo>
                  <a:lnTo>
                    <a:pt x="353707" y="382003"/>
                  </a:lnTo>
                  <a:lnTo>
                    <a:pt x="353707" y="373595"/>
                  </a:lnTo>
                  <a:lnTo>
                    <a:pt x="353707" y="371487"/>
                  </a:lnTo>
                  <a:lnTo>
                    <a:pt x="353707" y="359638"/>
                  </a:lnTo>
                  <a:lnTo>
                    <a:pt x="353695" y="349123"/>
                  </a:lnTo>
                  <a:lnTo>
                    <a:pt x="353695" y="338607"/>
                  </a:lnTo>
                  <a:lnTo>
                    <a:pt x="353695" y="327901"/>
                  </a:lnTo>
                  <a:lnTo>
                    <a:pt x="353682" y="317385"/>
                  </a:lnTo>
                  <a:lnTo>
                    <a:pt x="353682" y="306679"/>
                  </a:lnTo>
                  <a:lnTo>
                    <a:pt x="353682" y="296164"/>
                  </a:lnTo>
                  <a:lnTo>
                    <a:pt x="353669" y="285648"/>
                  </a:lnTo>
                  <a:lnTo>
                    <a:pt x="353669" y="277799"/>
                  </a:lnTo>
                  <a:lnTo>
                    <a:pt x="353669" y="275513"/>
                  </a:lnTo>
                  <a:lnTo>
                    <a:pt x="353555" y="0"/>
                  </a:lnTo>
                  <a:lnTo>
                    <a:pt x="345211" y="889"/>
                  </a:lnTo>
                  <a:lnTo>
                    <a:pt x="345211" y="366331"/>
                  </a:lnTo>
                  <a:lnTo>
                    <a:pt x="343877" y="371487"/>
                  </a:lnTo>
                  <a:lnTo>
                    <a:pt x="336981" y="369658"/>
                  </a:lnTo>
                  <a:lnTo>
                    <a:pt x="336981" y="378752"/>
                  </a:lnTo>
                  <a:lnTo>
                    <a:pt x="336981" y="466318"/>
                  </a:lnTo>
                  <a:lnTo>
                    <a:pt x="310921" y="469950"/>
                  </a:lnTo>
                  <a:lnTo>
                    <a:pt x="310502" y="467080"/>
                  </a:lnTo>
                  <a:lnTo>
                    <a:pt x="310159" y="464794"/>
                  </a:lnTo>
                  <a:lnTo>
                    <a:pt x="336219" y="460971"/>
                  </a:lnTo>
                  <a:lnTo>
                    <a:pt x="336981" y="466318"/>
                  </a:lnTo>
                  <a:lnTo>
                    <a:pt x="336981" y="378752"/>
                  </a:lnTo>
                  <a:lnTo>
                    <a:pt x="336016" y="384111"/>
                  </a:lnTo>
                  <a:lnTo>
                    <a:pt x="327215" y="382308"/>
                  </a:lnTo>
                  <a:lnTo>
                    <a:pt x="327215" y="442798"/>
                  </a:lnTo>
                  <a:lnTo>
                    <a:pt x="300393" y="443953"/>
                  </a:lnTo>
                  <a:lnTo>
                    <a:pt x="300266" y="440512"/>
                  </a:lnTo>
                  <a:lnTo>
                    <a:pt x="300228" y="439356"/>
                  </a:lnTo>
                  <a:lnTo>
                    <a:pt x="300202" y="438594"/>
                  </a:lnTo>
                  <a:lnTo>
                    <a:pt x="327025" y="437451"/>
                  </a:lnTo>
                  <a:lnTo>
                    <a:pt x="327088" y="439356"/>
                  </a:lnTo>
                  <a:lnTo>
                    <a:pt x="327215" y="442798"/>
                  </a:lnTo>
                  <a:lnTo>
                    <a:pt x="327215" y="382308"/>
                  </a:lnTo>
                  <a:lnTo>
                    <a:pt x="309968" y="378752"/>
                  </a:lnTo>
                  <a:lnTo>
                    <a:pt x="310654" y="375691"/>
                  </a:lnTo>
                  <a:lnTo>
                    <a:pt x="311124" y="373595"/>
                  </a:lnTo>
                  <a:lnTo>
                    <a:pt x="336981" y="378752"/>
                  </a:lnTo>
                  <a:lnTo>
                    <a:pt x="336981" y="369658"/>
                  </a:lnTo>
                  <a:lnTo>
                    <a:pt x="320217" y="365175"/>
                  </a:lnTo>
                  <a:lnTo>
                    <a:pt x="318782" y="364794"/>
                  </a:lnTo>
                  <a:lnTo>
                    <a:pt x="319773" y="360972"/>
                  </a:lnTo>
                  <a:lnTo>
                    <a:pt x="320128" y="359638"/>
                  </a:lnTo>
                  <a:lnTo>
                    <a:pt x="345211" y="366331"/>
                  </a:lnTo>
                  <a:lnTo>
                    <a:pt x="345211" y="889"/>
                  </a:lnTo>
                  <a:lnTo>
                    <a:pt x="305181" y="5105"/>
                  </a:lnTo>
                  <a:lnTo>
                    <a:pt x="305181" y="355815"/>
                  </a:lnTo>
                  <a:lnTo>
                    <a:pt x="303885" y="360781"/>
                  </a:lnTo>
                  <a:lnTo>
                    <a:pt x="303834" y="360972"/>
                  </a:lnTo>
                  <a:lnTo>
                    <a:pt x="295605" y="358800"/>
                  </a:lnTo>
                  <a:lnTo>
                    <a:pt x="295605" y="370344"/>
                  </a:lnTo>
                  <a:lnTo>
                    <a:pt x="295414" y="371233"/>
                  </a:lnTo>
                  <a:lnTo>
                    <a:pt x="295414" y="472249"/>
                  </a:lnTo>
                  <a:lnTo>
                    <a:pt x="269354" y="476072"/>
                  </a:lnTo>
                  <a:lnTo>
                    <a:pt x="268909" y="473011"/>
                  </a:lnTo>
                  <a:lnTo>
                    <a:pt x="268592" y="470903"/>
                  </a:lnTo>
                  <a:lnTo>
                    <a:pt x="294640" y="467080"/>
                  </a:lnTo>
                  <a:lnTo>
                    <a:pt x="295414" y="472249"/>
                  </a:lnTo>
                  <a:lnTo>
                    <a:pt x="295414" y="371233"/>
                  </a:lnTo>
                  <a:lnTo>
                    <a:pt x="294449" y="375691"/>
                  </a:lnTo>
                  <a:lnTo>
                    <a:pt x="284111" y="373570"/>
                  </a:lnTo>
                  <a:lnTo>
                    <a:pt x="284111" y="444715"/>
                  </a:lnTo>
                  <a:lnTo>
                    <a:pt x="257098" y="445858"/>
                  </a:lnTo>
                  <a:lnTo>
                    <a:pt x="256984" y="442607"/>
                  </a:lnTo>
                  <a:lnTo>
                    <a:pt x="256933" y="441274"/>
                  </a:lnTo>
                  <a:lnTo>
                    <a:pt x="256908" y="440512"/>
                  </a:lnTo>
                  <a:lnTo>
                    <a:pt x="283730" y="439356"/>
                  </a:lnTo>
                  <a:lnTo>
                    <a:pt x="283806" y="440512"/>
                  </a:lnTo>
                  <a:lnTo>
                    <a:pt x="283883" y="441617"/>
                  </a:lnTo>
                  <a:lnTo>
                    <a:pt x="283997" y="443179"/>
                  </a:lnTo>
                  <a:lnTo>
                    <a:pt x="284111" y="444715"/>
                  </a:lnTo>
                  <a:lnTo>
                    <a:pt x="284111" y="373570"/>
                  </a:lnTo>
                  <a:lnTo>
                    <a:pt x="268401" y="370344"/>
                  </a:lnTo>
                  <a:lnTo>
                    <a:pt x="269074" y="367284"/>
                  </a:lnTo>
                  <a:lnTo>
                    <a:pt x="269544" y="365175"/>
                  </a:lnTo>
                  <a:lnTo>
                    <a:pt x="295605" y="370344"/>
                  </a:lnTo>
                  <a:lnTo>
                    <a:pt x="295605" y="358800"/>
                  </a:lnTo>
                  <a:lnTo>
                    <a:pt x="287947" y="356768"/>
                  </a:lnTo>
                  <a:lnTo>
                    <a:pt x="278549" y="354279"/>
                  </a:lnTo>
                  <a:lnTo>
                    <a:pt x="279692" y="350456"/>
                  </a:lnTo>
                  <a:lnTo>
                    <a:pt x="279742" y="350266"/>
                  </a:lnTo>
                  <a:lnTo>
                    <a:pt x="280085" y="349123"/>
                  </a:lnTo>
                  <a:lnTo>
                    <a:pt x="305181" y="355815"/>
                  </a:lnTo>
                  <a:lnTo>
                    <a:pt x="305181" y="5105"/>
                  </a:lnTo>
                  <a:lnTo>
                    <a:pt x="265137" y="9334"/>
                  </a:lnTo>
                  <a:lnTo>
                    <a:pt x="265137" y="345097"/>
                  </a:lnTo>
                  <a:lnTo>
                    <a:pt x="263804" y="350266"/>
                  </a:lnTo>
                  <a:lnTo>
                    <a:pt x="256578" y="348348"/>
                  </a:lnTo>
                  <a:lnTo>
                    <a:pt x="254038" y="347687"/>
                  </a:lnTo>
                  <a:lnTo>
                    <a:pt x="254038" y="362115"/>
                  </a:lnTo>
                  <a:lnTo>
                    <a:pt x="254038" y="478370"/>
                  </a:lnTo>
                  <a:lnTo>
                    <a:pt x="227977" y="482193"/>
                  </a:lnTo>
                  <a:lnTo>
                    <a:pt x="227545" y="479132"/>
                  </a:lnTo>
                  <a:lnTo>
                    <a:pt x="227215" y="476834"/>
                  </a:lnTo>
                  <a:lnTo>
                    <a:pt x="253263" y="473011"/>
                  </a:lnTo>
                  <a:lnTo>
                    <a:pt x="254038" y="478370"/>
                  </a:lnTo>
                  <a:lnTo>
                    <a:pt x="254038" y="362115"/>
                  </a:lnTo>
                  <a:lnTo>
                    <a:pt x="252882" y="367284"/>
                  </a:lnTo>
                  <a:lnTo>
                    <a:pt x="240817" y="364794"/>
                  </a:lnTo>
                  <a:lnTo>
                    <a:pt x="240817" y="446620"/>
                  </a:lnTo>
                  <a:lnTo>
                    <a:pt x="213804" y="447776"/>
                  </a:lnTo>
                  <a:lnTo>
                    <a:pt x="213677" y="444525"/>
                  </a:lnTo>
                  <a:lnTo>
                    <a:pt x="213639" y="443179"/>
                  </a:lnTo>
                  <a:lnTo>
                    <a:pt x="213614" y="442607"/>
                  </a:lnTo>
                  <a:lnTo>
                    <a:pt x="240626" y="441274"/>
                  </a:lnTo>
                  <a:lnTo>
                    <a:pt x="240690" y="443179"/>
                  </a:lnTo>
                  <a:lnTo>
                    <a:pt x="240817" y="446620"/>
                  </a:lnTo>
                  <a:lnTo>
                    <a:pt x="240817" y="364794"/>
                  </a:lnTo>
                  <a:lnTo>
                    <a:pt x="227025" y="361924"/>
                  </a:lnTo>
                  <a:lnTo>
                    <a:pt x="227584" y="358863"/>
                  </a:lnTo>
                  <a:lnTo>
                    <a:pt x="227977" y="356768"/>
                  </a:lnTo>
                  <a:lnTo>
                    <a:pt x="254038" y="362115"/>
                  </a:lnTo>
                  <a:lnTo>
                    <a:pt x="254038" y="347687"/>
                  </a:lnTo>
                  <a:lnTo>
                    <a:pt x="238518" y="343573"/>
                  </a:lnTo>
                  <a:lnTo>
                    <a:pt x="239496" y="339940"/>
                  </a:lnTo>
                  <a:lnTo>
                    <a:pt x="239547" y="339750"/>
                  </a:lnTo>
                  <a:lnTo>
                    <a:pt x="239852" y="338607"/>
                  </a:lnTo>
                  <a:lnTo>
                    <a:pt x="265137" y="345097"/>
                  </a:lnTo>
                  <a:lnTo>
                    <a:pt x="265137" y="9334"/>
                  </a:lnTo>
                  <a:lnTo>
                    <a:pt x="225107" y="13563"/>
                  </a:lnTo>
                  <a:lnTo>
                    <a:pt x="225107" y="334581"/>
                  </a:lnTo>
                  <a:lnTo>
                    <a:pt x="223570" y="339750"/>
                  </a:lnTo>
                  <a:lnTo>
                    <a:pt x="212458" y="336791"/>
                  </a:lnTo>
                  <a:lnTo>
                    <a:pt x="212458" y="353707"/>
                  </a:lnTo>
                  <a:lnTo>
                    <a:pt x="212458" y="484289"/>
                  </a:lnTo>
                  <a:lnTo>
                    <a:pt x="186410" y="488111"/>
                  </a:lnTo>
                  <a:lnTo>
                    <a:pt x="185978" y="485241"/>
                  </a:lnTo>
                  <a:lnTo>
                    <a:pt x="185648" y="482955"/>
                  </a:lnTo>
                  <a:lnTo>
                    <a:pt x="211696" y="479132"/>
                  </a:lnTo>
                  <a:lnTo>
                    <a:pt x="212458" y="484289"/>
                  </a:lnTo>
                  <a:lnTo>
                    <a:pt x="212458" y="353707"/>
                  </a:lnTo>
                  <a:lnTo>
                    <a:pt x="211505" y="358863"/>
                  </a:lnTo>
                  <a:lnTo>
                    <a:pt x="197523" y="356006"/>
                  </a:lnTo>
                  <a:lnTo>
                    <a:pt x="197523" y="448538"/>
                  </a:lnTo>
                  <a:lnTo>
                    <a:pt x="170891" y="449668"/>
                  </a:lnTo>
                  <a:lnTo>
                    <a:pt x="170891" y="490410"/>
                  </a:lnTo>
                  <a:lnTo>
                    <a:pt x="145034" y="494233"/>
                  </a:lnTo>
                  <a:lnTo>
                    <a:pt x="144272" y="488886"/>
                  </a:lnTo>
                  <a:lnTo>
                    <a:pt x="170129" y="485241"/>
                  </a:lnTo>
                  <a:lnTo>
                    <a:pt x="170891" y="490410"/>
                  </a:lnTo>
                  <a:lnTo>
                    <a:pt x="170891" y="449668"/>
                  </a:lnTo>
                  <a:lnTo>
                    <a:pt x="170510" y="449681"/>
                  </a:lnTo>
                  <a:lnTo>
                    <a:pt x="170383" y="446430"/>
                  </a:lnTo>
                  <a:lnTo>
                    <a:pt x="170345" y="445096"/>
                  </a:lnTo>
                  <a:lnTo>
                    <a:pt x="170319" y="444525"/>
                  </a:lnTo>
                  <a:lnTo>
                    <a:pt x="197332" y="443179"/>
                  </a:lnTo>
                  <a:lnTo>
                    <a:pt x="197396" y="445096"/>
                  </a:lnTo>
                  <a:lnTo>
                    <a:pt x="197523" y="448538"/>
                  </a:lnTo>
                  <a:lnTo>
                    <a:pt x="197523" y="356006"/>
                  </a:lnTo>
                  <a:lnTo>
                    <a:pt x="185458" y="353517"/>
                  </a:lnTo>
                  <a:lnTo>
                    <a:pt x="186131" y="350456"/>
                  </a:lnTo>
                  <a:lnTo>
                    <a:pt x="186601" y="348348"/>
                  </a:lnTo>
                  <a:lnTo>
                    <a:pt x="212458" y="353707"/>
                  </a:lnTo>
                  <a:lnTo>
                    <a:pt x="212458" y="336791"/>
                  </a:lnTo>
                  <a:lnTo>
                    <a:pt x="198475" y="333057"/>
                  </a:lnTo>
                  <a:lnTo>
                    <a:pt x="198831" y="331724"/>
                  </a:lnTo>
                  <a:lnTo>
                    <a:pt x="199517" y="329044"/>
                  </a:lnTo>
                  <a:lnTo>
                    <a:pt x="199821" y="327901"/>
                  </a:lnTo>
                  <a:lnTo>
                    <a:pt x="225107" y="334581"/>
                  </a:lnTo>
                  <a:lnTo>
                    <a:pt x="225107" y="13563"/>
                  </a:lnTo>
                  <a:lnTo>
                    <a:pt x="184873" y="17805"/>
                  </a:lnTo>
                  <a:lnTo>
                    <a:pt x="184873" y="324065"/>
                  </a:lnTo>
                  <a:lnTo>
                    <a:pt x="183540" y="329044"/>
                  </a:lnTo>
                  <a:lnTo>
                    <a:pt x="170891" y="325780"/>
                  </a:lnTo>
                  <a:lnTo>
                    <a:pt x="170891" y="345300"/>
                  </a:lnTo>
                  <a:lnTo>
                    <a:pt x="169976" y="350266"/>
                  </a:lnTo>
                  <a:lnTo>
                    <a:pt x="169938" y="350456"/>
                  </a:lnTo>
                  <a:lnTo>
                    <a:pt x="154228" y="347357"/>
                  </a:lnTo>
                  <a:lnTo>
                    <a:pt x="154228" y="450456"/>
                  </a:lnTo>
                  <a:lnTo>
                    <a:pt x="129514" y="451510"/>
                  </a:lnTo>
                  <a:lnTo>
                    <a:pt x="129514" y="496531"/>
                  </a:lnTo>
                  <a:lnTo>
                    <a:pt x="103466" y="500354"/>
                  </a:lnTo>
                  <a:lnTo>
                    <a:pt x="103022" y="497293"/>
                  </a:lnTo>
                  <a:lnTo>
                    <a:pt x="102692" y="494995"/>
                  </a:lnTo>
                  <a:lnTo>
                    <a:pt x="128752" y="491172"/>
                  </a:lnTo>
                  <a:lnTo>
                    <a:pt x="129514" y="496531"/>
                  </a:lnTo>
                  <a:lnTo>
                    <a:pt x="129514" y="451510"/>
                  </a:lnTo>
                  <a:lnTo>
                    <a:pt x="127406" y="451599"/>
                  </a:lnTo>
                  <a:lnTo>
                    <a:pt x="127317" y="450456"/>
                  </a:lnTo>
                  <a:lnTo>
                    <a:pt x="127266" y="449681"/>
                  </a:lnTo>
                  <a:lnTo>
                    <a:pt x="127165" y="448348"/>
                  </a:lnTo>
                  <a:lnTo>
                    <a:pt x="127063" y="447014"/>
                  </a:lnTo>
                  <a:lnTo>
                    <a:pt x="127025" y="446430"/>
                  </a:lnTo>
                  <a:lnTo>
                    <a:pt x="154038" y="445096"/>
                  </a:lnTo>
                  <a:lnTo>
                    <a:pt x="154101" y="447014"/>
                  </a:lnTo>
                  <a:lnTo>
                    <a:pt x="154228" y="450456"/>
                  </a:lnTo>
                  <a:lnTo>
                    <a:pt x="154228" y="347357"/>
                  </a:lnTo>
                  <a:lnTo>
                    <a:pt x="143878" y="345300"/>
                  </a:lnTo>
                  <a:lnTo>
                    <a:pt x="144576" y="342049"/>
                  </a:lnTo>
                  <a:lnTo>
                    <a:pt x="145034" y="339940"/>
                  </a:lnTo>
                  <a:lnTo>
                    <a:pt x="170891" y="345300"/>
                  </a:lnTo>
                  <a:lnTo>
                    <a:pt x="170891" y="325780"/>
                  </a:lnTo>
                  <a:lnTo>
                    <a:pt x="169506" y="325412"/>
                  </a:lnTo>
                  <a:lnTo>
                    <a:pt x="158445" y="322541"/>
                  </a:lnTo>
                  <a:lnTo>
                    <a:pt x="159131" y="319862"/>
                  </a:lnTo>
                  <a:lnTo>
                    <a:pt x="159486" y="318528"/>
                  </a:lnTo>
                  <a:lnTo>
                    <a:pt x="159778" y="317385"/>
                  </a:lnTo>
                  <a:lnTo>
                    <a:pt x="184873" y="324065"/>
                  </a:lnTo>
                  <a:lnTo>
                    <a:pt x="184873" y="17805"/>
                  </a:lnTo>
                  <a:lnTo>
                    <a:pt x="144843" y="22021"/>
                  </a:lnTo>
                  <a:lnTo>
                    <a:pt x="144843" y="313359"/>
                  </a:lnTo>
                  <a:lnTo>
                    <a:pt x="143497" y="318528"/>
                  </a:lnTo>
                  <a:lnTo>
                    <a:pt x="129514" y="314833"/>
                  </a:lnTo>
                  <a:lnTo>
                    <a:pt x="129514" y="336880"/>
                  </a:lnTo>
                  <a:lnTo>
                    <a:pt x="128371" y="342049"/>
                  </a:lnTo>
                  <a:lnTo>
                    <a:pt x="111125" y="338607"/>
                  </a:lnTo>
                  <a:lnTo>
                    <a:pt x="111125" y="452361"/>
                  </a:lnTo>
                  <a:lnTo>
                    <a:pt x="84112" y="453504"/>
                  </a:lnTo>
                  <a:lnTo>
                    <a:pt x="83997" y="450456"/>
                  </a:lnTo>
                  <a:lnTo>
                    <a:pt x="83921" y="448348"/>
                  </a:lnTo>
                  <a:lnTo>
                    <a:pt x="110744" y="447014"/>
                  </a:lnTo>
                  <a:lnTo>
                    <a:pt x="110832" y="448348"/>
                  </a:lnTo>
                  <a:lnTo>
                    <a:pt x="110934" y="449681"/>
                  </a:lnTo>
                  <a:lnTo>
                    <a:pt x="110985" y="450456"/>
                  </a:lnTo>
                  <a:lnTo>
                    <a:pt x="111074" y="451599"/>
                  </a:lnTo>
                  <a:lnTo>
                    <a:pt x="111125" y="452361"/>
                  </a:lnTo>
                  <a:lnTo>
                    <a:pt x="111125" y="338607"/>
                  </a:lnTo>
                  <a:lnTo>
                    <a:pt x="102501" y="336880"/>
                  </a:lnTo>
                  <a:lnTo>
                    <a:pt x="103111" y="333629"/>
                  </a:lnTo>
                  <a:lnTo>
                    <a:pt x="103466" y="331724"/>
                  </a:lnTo>
                  <a:lnTo>
                    <a:pt x="129514" y="336880"/>
                  </a:lnTo>
                  <a:lnTo>
                    <a:pt x="129514" y="314833"/>
                  </a:lnTo>
                  <a:lnTo>
                    <a:pt x="118211" y="311835"/>
                  </a:lnTo>
                  <a:lnTo>
                    <a:pt x="119240" y="308394"/>
                  </a:lnTo>
                  <a:lnTo>
                    <a:pt x="119341" y="308013"/>
                  </a:lnTo>
                  <a:lnTo>
                    <a:pt x="119748" y="306679"/>
                  </a:lnTo>
                  <a:lnTo>
                    <a:pt x="144843" y="313359"/>
                  </a:lnTo>
                  <a:lnTo>
                    <a:pt x="144843" y="22021"/>
                  </a:lnTo>
                  <a:lnTo>
                    <a:pt x="104800" y="26250"/>
                  </a:lnTo>
                  <a:lnTo>
                    <a:pt x="104800" y="302844"/>
                  </a:lnTo>
                  <a:lnTo>
                    <a:pt x="103466" y="308013"/>
                  </a:lnTo>
                  <a:lnTo>
                    <a:pt x="78181" y="301320"/>
                  </a:lnTo>
                  <a:lnTo>
                    <a:pt x="79222" y="297307"/>
                  </a:lnTo>
                  <a:lnTo>
                    <a:pt x="79514" y="296164"/>
                  </a:lnTo>
                  <a:lnTo>
                    <a:pt x="104800" y="302844"/>
                  </a:lnTo>
                  <a:lnTo>
                    <a:pt x="104800" y="26250"/>
                  </a:lnTo>
                  <a:lnTo>
                    <a:pt x="64770" y="30467"/>
                  </a:lnTo>
                  <a:lnTo>
                    <a:pt x="64770" y="292328"/>
                  </a:lnTo>
                  <a:lnTo>
                    <a:pt x="63233" y="297307"/>
                  </a:lnTo>
                  <a:lnTo>
                    <a:pt x="48475" y="293484"/>
                  </a:lnTo>
                  <a:lnTo>
                    <a:pt x="38138" y="290804"/>
                  </a:lnTo>
                  <a:lnTo>
                    <a:pt x="39077" y="287197"/>
                  </a:lnTo>
                  <a:lnTo>
                    <a:pt x="39179" y="286791"/>
                  </a:lnTo>
                  <a:lnTo>
                    <a:pt x="39370" y="286042"/>
                  </a:lnTo>
                  <a:lnTo>
                    <a:pt x="39484" y="285648"/>
                  </a:lnTo>
                  <a:lnTo>
                    <a:pt x="64770" y="292328"/>
                  </a:lnTo>
                  <a:lnTo>
                    <a:pt x="64770" y="30467"/>
                  </a:lnTo>
                  <a:lnTo>
                    <a:pt x="0" y="37299"/>
                  </a:lnTo>
                  <a:lnTo>
                    <a:pt x="203" y="275513"/>
                  </a:lnTo>
                  <a:lnTo>
                    <a:pt x="215" y="279336"/>
                  </a:lnTo>
                  <a:lnTo>
                    <a:pt x="8445" y="278396"/>
                  </a:lnTo>
                  <a:lnTo>
                    <a:pt x="8445" y="275513"/>
                  </a:lnTo>
                  <a:lnTo>
                    <a:pt x="11709" y="278015"/>
                  </a:lnTo>
                  <a:lnTo>
                    <a:pt x="13614" y="277799"/>
                  </a:lnTo>
                  <a:lnTo>
                    <a:pt x="13614" y="278765"/>
                  </a:lnTo>
                  <a:lnTo>
                    <a:pt x="24536" y="281622"/>
                  </a:lnTo>
                  <a:lnTo>
                    <a:pt x="23202" y="286791"/>
                  </a:lnTo>
                  <a:lnTo>
                    <a:pt x="20370" y="286042"/>
                  </a:lnTo>
                  <a:lnTo>
                    <a:pt x="19532" y="287197"/>
                  </a:lnTo>
                  <a:lnTo>
                    <a:pt x="30734" y="295630"/>
                  </a:lnTo>
                  <a:lnTo>
                    <a:pt x="32397" y="293484"/>
                  </a:lnTo>
                  <a:lnTo>
                    <a:pt x="52120" y="308394"/>
                  </a:lnTo>
                  <a:lnTo>
                    <a:pt x="50482" y="310502"/>
                  </a:lnTo>
                  <a:lnTo>
                    <a:pt x="65836" y="322059"/>
                  </a:lnTo>
                  <a:lnTo>
                    <a:pt x="67449" y="319862"/>
                  </a:lnTo>
                  <a:lnTo>
                    <a:pt x="75107" y="325628"/>
                  </a:lnTo>
                  <a:lnTo>
                    <a:pt x="77025" y="325412"/>
                  </a:lnTo>
                  <a:lnTo>
                    <a:pt x="77025" y="326339"/>
                  </a:lnTo>
                  <a:lnTo>
                    <a:pt x="87947" y="328472"/>
                  </a:lnTo>
                  <a:lnTo>
                    <a:pt x="86791" y="333629"/>
                  </a:lnTo>
                  <a:lnTo>
                    <a:pt x="77139" y="331724"/>
                  </a:lnTo>
                  <a:lnTo>
                    <a:pt x="77025" y="339090"/>
                  </a:lnTo>
                  <a:lnTo>
                    <a:pt x="74345" y="339090"/>
                  </a:lnTo>
                  <a:lnTo>
                    <a:pt x="74383" y="360781"/>
                  </a:lnTo>
                  <a:lnTo>
                    <a:pt x="77025" y="360781"/>
                  </a:lnTo>
                  <a:lnTo>
                    <a:pt x="77025" y="382574"/>
                  </a:lnTo>
                  <a:lnTo>
                    <a:pt x="74409" y="382574"/>
                  </a:lnTo>
                  <a:lnTo>
                    <a:pt x="74434" y="404177"/>
                  </a:lnTo>
                  <a:lnTo>
                    <a:pt x="77025" y="404177"/>
                  </a:lnTo>
                  <a:lnTo>
                    <a:pt x="77025" y="425983"/>
                  </a:lnTo>
                  <a:lnTo>
                    <a:pt x="74447" y="425983"/>
                  </a:lnTo>
                  <a:lnTo>
                    <a:pt x="74472" y="447776"/>
                  </a:lnTo>
                  <a:lnTo>
                    <a:pt x="77025" y="447776"/>
                  </a:lnTo>
                  <a:lnTo>
                    <a:pt x="77025" y="469379"/>
                  </a:lnTo>
                  <a:lnTo>
                    <a:pt x="74498" y="469379"/>
                  </a:lnTo>
                  <a:lnTo>
                    <a:pt x="74510" y="491172"/>
                  </a:lnTo>
                  <a:lnTo>
                    <a:pt x="77025" y="491172"/>
                  </a:lnTo>
                  <a:lnTo>
                    <a:pt x="77025" y="498779"/>
                  </a:lnTo>
                  <a:lnTo>
                    <a:pt x="87185" y="497293"/>
                  </a:lnTo>
                  <a:lnTo>
                    <a:pt x="87947" y="502450"/>
                  </a:lnTo>
                  <a:lnTo>
                    <a:pt x="81013" y="503478"/>
                  </a:lnTo>
                  <a:lnTo>
                    <a:pt x="81432" y="503796"/>
                  </a:lnTo>
                  <a:lnTo>
                    <a:pt x="77025" y="504177"/>
                  </a:lnTo>
                  <a:lnTo>
                    <a:pt x="77025" y="507047"/>
                  </a:lnTo>
                  <a:lnTo>
                    <a:pt x="74917" y="505510"/>
                  </a:lnTo>
                  <a:lnTo>
                    <a:pt x="73723" y="504647"/>
                  </a:lnTo>
                  <a:lnTo>
                    <a:pt x="72212" y="504647"/>
                  </a:lnTo>
                  <a:lnTo>
                    <a:pt x="64198" y="505510"/>
                  </a:lnTo>
                  <a:lnTo>
                    <a:pt x="64096" y="504647"/>
                  </a:lnTo>
                  <a:lnTo>
                    <a:pt x="64008" y="503796"/>
                  </a:lnTo>
                  <a:lnTo>
                    <a:pt x="63919" y="502983"/>
                  </a:lnTo>
                  <a:lnTo>
                    <a:pt x="41884" y="505307"/>
                  </a:lnTo>
                  <a:lnTo>
                    <a:pt x="42075" y="507047"/>
                  </a:lnTo>
                  <a:lnTo>
                    <a:pt x="42164" y="507873"/>
                  </a:lnTo>
                  <a:lnTo>
                    <a:pt x="41567" y="507873"/>
                  </a:lnTo>
                  <a:lnTo>
                    <a:pt x="41592" y="508000"/>
                  </a:lnTo>
                  <a:lnTo>
                    <a:pt x="19177" y="510298"/>
                  </a:lnTo>
                  <a:lnTo>
                    <a:pt x="18923" y="508000"/>
                  </a:lnTo>
                  <a:lnTo>
                    <a:pt x="18910" y="507873"/>
                  </a:lnTo>
                  <a:lnTo>
                    <a:pt x="17487" y="507873"/>
                  </a:lnTo>
                  <a:lnTo>
                    <a:pt x="190" y="509701"/>
                  </a:lnTo>
                  <a:lnTo>
                    <a:pt x="215" y="591045"/>
                  </a:lnTo>
                  <a:lnTo>
                    <a:pt x="353898" y="857034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2136203" y="4292154"/>
              <a:ext cx="353695" cy="266065"/>
            </a:xfrm>
            <a:custGeom>
              <a:avLst/>
              <a:gdLst/>
              <a:ahLst/>
              <a:cxnLst/>
              <a:rect l="l" t="t" r="r" b="b"/>
              <a:pathLst>
                <a:path w="353694" h="266064">
                  <a:moveTo>
                    <a:pt x="0" y="0"/>
                  </a:moveTo>
                  <a:lnTo>
                    <a:pt x="353691" y="2659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5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2136203" y="4298782"/>
              <a:ext cx="349885" cy="262890"/>
            </a:xfrm>
            <a:custGeom>
              <a:avLst/>
              <a:gdLst/>
              <a:ahLst/>
              <a:cxnLst/>
              <a:rect l="l" t="t" r="r" b="b"/>
              <a:pathLst>
                <a:path w="349885" h="262889">
                  <a:moveTo>
                    <a:pt x="0" y="0"/>
                  </a:moveTo>
                  <a:lnTo>
                    <a:pt x="349370" y="2627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D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2136203" y="4292154"/>
              <a:ext cx="353695" cy="269875"/>
            </a:xfrm>
            <a:custGeom>
              <a:avLst/>
              <a:gdLst/>
              <a:ahLst/>
              <a:cxnLst/>
              <a:rect l="l" t="t" r="r" b="b"/>
              <a:pathLst>
                <a:path w="353694" h="269875">
                  <a:moveTo>
                    <a:pt x="0" y="0"/>
                  </a:moveTo>
                  <a:lnTo>
                    <a:pt x="0" y="6628"/>
                  </a:lnTo>
                  <a:lnTo>
                    <a:pt x="349370" y="269369"/>
                  </a:lnTo>
                  <a:lnTo>
                    <a:pt x="353691" y="268922"/>
                  </a:lnTo>
                  <a:lnTo>
                    <a:pt x="353691" y="2659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2136203" y="4298802"/>
              <a:ext cx="635" cy="299720"/>
            </a:xfrm>
            <a:custGeom>
              <a:avLst/>
              <a:gdLst/>
              <a:ahLst/>
              <a:cxnLst/>
              <a:rect l="l" t="t" r="r" b="b"/>
              <a:pathLst>
                <a:path w="635" h="299720">
                  <a:moveTo>
                    <a:pt x="0" y="0"/>
                  </a:moveTo>
                  <a:lnTo>
                    <a:pt x="128" y="2995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D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2136331" y="459836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2136203" y="429213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21"/>
                  </a:lnTo>
                </a:path>
              </a:pathLst>
            </a:custGeom>
            <a:solidFill>
              <a:srgbClr val="647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2136203" y="429878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379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2136203" y="429213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6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71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2131009" y="3695217"/>
              <a:ext cx="363855" cy="909319"/>
            </a:xfrm>
            <a:custGeom>
              <a:avLst/>
              <a:gdLst/>
              <a:ahLst/>
              <a:cxnLst/>
              <a:rect l="l" t="t" r="r" b="b"/>
              <a:pathLst>
                <a:path w="363855" h="909320">
                  <a:moveTo>
                    <a:pt x="1892" y="908862"/>
                  </a:moveTo>
                  <a:lnTo>
                    <a:pt x="0" y="907415"/>
                  </a:lnTo>
                  <a:lnTo>
                    <a:pt x="12" y="908862"/>
                  </a:lnTo>
                  <a:lnTo>
                    <a:pt x="1892" y="908862"/>
                  </a:lnTo>
                  <a:close/>
                </a:path>
                <a:path w="363855" h="909320">
                  <a:moveTo>
                    <a:pt x="363855" y="0"/>
                  </a:moveTo>
                  <a:lnTo>
                    <a:pt x="361962" y="190"/>
                  </a:lnTo>
                  <a:lnTo>
                    <a:pt x="363855" y="1612"/>
                  </a:lnTo>
                  <a:lnTo>
                    <a:pt x="363855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2136331" y="4561523"/>
              <a:ext cx="355600" cy="42545"/>
            </a:xfrm>
            <a:custGeom>
              <a:avLst/>
              <a:gdLst/>
              <a:ahLst/>
              <a:cxnLst/>
              <a:rect l="l" t="t" r="r" b="b"/>
              <a:pathLst>
                <a:path w="355600" h="42545">
                  <a:moveTo>
                    <a:pt x="349242" y="0"/>
                  </a:moveTo>
                  <a:lnTo>
                    <a:pt x="0" y="36836"/>
                  </a:lnTo>
                  <a:lnTo>
                    <a:pt x="0" y="42189"/>
                  </a:lnTo>
                  <a:lnTo>
                    <a:pt x="355457" y="4693"/>
                  </a:lnTo>
                  <a:lnTo>
                    <a:pt x="349242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2489894" y="455812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8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2489619" y="3700779"/>
              <a:ext cx="5715" cy="861694"/>
            </a:xfrm>
            <a:custGeom>
              <a:avLst/>
              <a:gdLst/>
              <a:ahLst/>
              <a:cxnLst/>
              <a:rect l="l" t="t" r="r" b="b"/>
              <a:pathLst>
                <a:path w="5714" h="861695">
                  <a:moveTo>
                    <a:pt x="5397" y="375920"/>
                  </a:moveTo>
                  <a:lnTo>
                    <a:pt x="5283" y="374650"/>
                  </a:lnTo>
                  <a:lnTo>
                    <a:pt x="5321" y="0"/>
                  </a:lnTo>
                  <a:lnTo>
                    <a:pt x="0" y="0"/>
                  </a:lnTo>
                  <a:lnTo>
                    <a:pt x="0" y="374650"/>
                  </a:lnTo>
                  <a:lnTo>
                    <a:pt x="76" y="375920"/>
                  </a:lnTo>
                  <a:lnTo>
                    <a:pt x="76" y="382270"/>
                  </a:lnTo>
                  <a:lnTo>
                    <a:pt x="1866" y="382270"/>
                  </a:lnTo>
                  <a:lnTo>
                    <a:pt x="1866" y="383540"/>
                  </a:lnTo>
                  <a:lnTo>
                    <a:pt x="5397" y="383540"/>
                  </a:lnTo>
                  <a:lnTo>
                    <a:pt x="5397" y="382270"/>
                  </a:lnTo>
                  <a:lnTo>
                    <a:pt x="5397" y="375920"/>
                  </a:lnTo>
                  <a:close/>
                </a:path>
                <a:path w="5714" h="861695">
                  <a:moveTo>
                    <a:pt x="5422" y="441934"/>
                  </a:moveTo>
                  <a:lnTo>
                    <a:pt x="101" y="441934"/>
                  </a:lnTo>
                  <a:lnTo>
                    <a:pt x="127" y="458685"/>
                  </a:lnTo>
                  <a:lnTo>
                    <a:pt x="5422" y="457911"/>
                  </a:lnTo>
                  <a:lnTo>
                    <a:pt x="5422" y="441934"/>
                  </a:lnTo>
                  <a:close/>
                </a:path>
                <a:path w="5714" h="861695">
                  <a:moveTo>
                    <a:pt x="5422" y="436346"/>
                  </a:moveTo>
                  <a:lnTo>
                    <a:pt x="5397" y="388975"/>
                  </a:lnTo>
                  <a:lnTo>
                    <a:pt x="76" y="387934"/>
                  </a:lnTo>
                  <a:lnTo>
                    <a:pt x="101" y="436346"/>
                  </a:lnTo>
                  <a:lnTo>
                    <a:pt x="5422" y="436346"/>
                  </a:lnTo>
                  <a:close/>
                </a:path>
                <a:path w="5714" h="861695">
                  <a:moveTo>
                    <a:pt x="5588" y="861364"/>
                  </a:moveTo>
                  <a:lnTo>
                    <a:pt x="5486" y="595122"/>
                  </a:lnTo>
                  <a:lnTo>
                    <a:pt x="5461" y="554558"/>
                  </a:lnTo>
                  <a:lnTo>
                    <a:pt x="5422" y="463359"/>
                  </a:lnTo>
                  <a:lnTo>
                    <a:pt x="127" y="464146"/>
                  </a:lnTo>
                  <a:lnTo>
                    <a:pt x="139" y="561746"/>
                  </a:lnTo>
                  <a:lnTo>
                    <a:pt x="165" y="591185"/>
                  </a:lnTo>
                  <a:lnTo>
                    <a:pt x="266" y="857351"/>
                  </a:lnTo>
                  <a:lnTo>
                    <a:pt x="5588" y="861364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2485574" y="4558145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4320" y="0"/>
                  </a:moveTo>
                  <a:lnTo>
                    <a:pt x="4320" y="2931"/>
                  </a:lnTo>
                  <a:lnTo>
                    <a:pt x="0" y="3378"/>
                  </a:lnTo>
                  <a:lnTo>
                    <a:pt x="6215" y="8072"/>
                  </a:lnTo>
                  <a:lnTo>
                    <a:pt x="9641" y="7711"/>
                  </a:lnTo>
                  <a:lnTo>
                    <a:pt x="9641" y="3994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2130882" y="4294788"/>
              <a:ext cx="635" cy="301625"/>
            </a:xfrm>
            <a:custGeom>
              <a:avLst/>
              <a:gdLst/>
              <a:ahLst/>
              <a:cxnLst/>
              <a:rect l="l" t="t" r="r" b="b"/>
              <a:pathLst>
                <a:path w="635" h="301625">
                  <a:moveTo>
                    <a:pt x="0" y="0"/>
                  </a:moveTo>
                  <a:lnTo>
                    <a:pt x="128" y="301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96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2131010" y="459598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E8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2130882" y="428813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186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2130882" y="429478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F80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2130882" y="4288138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6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8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2132905" y="4603713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10" h="635">
                  <a:moveTo>
                    <a:pt x="3426" y="0"/>
                  </a:moveTo>
                  <a:lnTo>
                    <a:pt x="0" y="360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2130882" y="4295139"/>
              <a:ext cx="5715" cy="303530"/>
            </a:xfrm>
            <a:custGeom>
              <a:avLst/>
              <a:gdLst/>
              <a:ahLst/>
              <a:cxnLst/>
              <a:rect l="l" t="t" r="r" b="b"/>
              <a:pathLst>
                <a:path w="5714" h="303529">
                  <a:moveTo>
                    <a:pt x="5448" y="300990"/>
                  </a:moveTo>
                  <a:lnTo>
                    <a:pt x="5384" y="3810"/>
                  </a:lnTo>
                  <a:lnTo>
                    <a:pt x="2997" y="3810"/>
                  </a:lnTo>
                  <a:lnTo>
                    <a:pt x="2997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63" y="300990"/>
                  </a:lnTo>
                  <a:lnTo>
                    <a:pt x="1993" y="300990"/>
                  </a:lnTo>
                  <a:lnTo>
                    <a:pt x="1993" y="303530"/>
                  </a:lnTo>
                  <a:lnTo>
                    <a:pt x="5448" y="303530"/>
                  </a:lnTo>
                  <a:lnTo>
                    <a:pt x="5448" y="30099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2131010" y="4595980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0" y="0"/>
                  </a:moveTo>
                  <a:lnTo>
                    <a:pt x="0" y="6649"/>
                  </a:lnTo>
                  <a:lnTo>
                    <a:pt x="1894" y="8093"/>
                  </a:lnTo>
                  <a:lnTo>
                    <a:pt x="5321" y="7733"/>
                  </a:lnTo>
                  <a:lnTo>
                    <a:pt x="5321" y="2379"/>
                  </a:lnTo>
                  <a:lnTo>
                    <a:pt x="3426" y="25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2130670" y="3737312"/>
              <a:ext cx="5715" cy="554990"/>
            </a:xfrm>
            <a:custGeom>
              <a:avLst/>
              <a:gdLst/>
              <a:ahLst/>
              <a:cxnLst/>
              <a:rect l="l" t="t" r="r" b="b"/>
              <a:pathLst>
                <a:path w="5714" h="554989">
                  <a:moveTo>
                    <a:pt x="5513" y="473711"/>
                  </a:moveTo>
                  <a:lnTo>
                    <a:pt x="3341" y="473711"/>
                  </a:lnTo>
                  <a:lnTo>
                    <a:pt x="3618" y="476366"/>
                  </a:lnTo>
                  <a:lnTo>
                    <a:pt x="191" y="476728"/>
                  </a:lnTo>
                  <a:lnTo>
                    <a:pt x="212" y="550825"/>
                  </a:lnTo>
                  <a:lnTo>
                    <a:pt x="5533" y="554819"/>
                  </a:lnTo>
                  <a:lnTo>
                    <a:pt x="5513" y="473711"/>
                  </a:lnTo>
                  <a:close/>
                </a:path>
                <a:path w="5714" h="554989">
                  <a:moveTo>
                    <a:pt x="5513" y="473711"/>
                  </a:moveTo>
                  <a:lnTo>
                    <a:pt x="5513" y="473477"/>
                  </a:lnTo>
                  <a:lnTo>
                    <a:pt x="5513" y="476366"/>
                  </a:lnTo>
                  <a:lnTo>
                    <a:pt x="5513" y="473711"/>
                  </a:lnTo>
                  <a:close/>
                </a:path>
                <a:path w="5714" h="554989">
                  <a:moveTo>
                    <a:pt x="0" y="0"/>
                  </a:moveTo>
                  <a:lnTo>
                    <a:pt x="106" y="243728"/>
                  </a:lnTo>
                  <a:lnTo>
                    <a:pt x="5406" y="243175"/>
                  </a:lnTo>
                  <a:lnTo>
                    <a:pt x="5321" y="1443"/>
                  </a:lnTo>
                  <a:lnTo>
                    <a:pt x="1893" y="1443"/>
                  </a:lnTo>
                  <a:lnTo>
                    <a:pt x="0" y="0"/>
                  </a:lnTo>
                  <a:close/>
                </a:path>
                <a:path w="5714" h="554989">
                  <a:moveTo>
                    <a:pt x="5321" y="1083"/>
                  </a:moveTo>
                  <a:lnTo>
                    <a:pt x="1893" y="1443"/>
                  </a:lnTo>
                  <a:lnTo>
                    <a:pt x="5321" y="1443"/>
                  </a:lnTo>
                  <a:lnTo>
                    <a:pt x="5321" y="1083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2130882" y="4288138"/>
              <a:ext cx="5715" cy="4445"/>
            </a:xfrm>
            <a:custGeom>
              <a:avLst/>
              <a:gdLst/>
              <a:ahLst/>
              <a:cxnLst/>
              <a:rect l="l" t="t" r="r" b="b"/>
              <a:pathLst>
                <a:path w="5714" h="4445">
                  <a:moveTo>
                    <a:pt x="0" y="0"/>
                  </a:moveTo>
                  <a:lnTo>
                    <a:pt x="5321" y="39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2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2130882" y="4294788"/>
              <a:ext cx="5715" cy="4445"/>
            </a:xfrm>
            <a:custGeom>
              <a:avLst/>
              <a:gdLst/>
              <a:ahLst/>
              <a:cxnLst/>
              <a:rect l="l" t="t" r="r" b="b"/>
              <a:pathLst>
                <a:path w="5714" h="4445">
                  <a:moveTo>
                    <a:pt x="0" y="0"/>
                  </a:moveTo>
                  <a:lnTo>
                    <a:pt x="5321" y="39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C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2130882" y="4288138"/>
              <a:ext cx="5715" cy="10795"/>
            </a:xfrm>
            <a:custGeom>
              <a:avLst/>
              <a:gdLst/>
              <a:ahLst/>
              <a:cxnLst/>
              <a:rect l="l" t="t" r="r" b="b"/>
              <a:pathLst>
                <a:path w="5714" h="10795">
                  <a:moveTo>
                    <a:pt x="0" y="0"/>
                  </a:moveTo>
                  <a:lnTo>
                    <a:pt x="0" y="6649"/>
                  </a:lnTo>
                  <a:lnTo>
                    <a:pt x="5321" y="10643"/>
                  </a:lnTo>
                  <a:lnTo>
                    <a:pt x="5321" y="39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1704397" y="3373239"/>
              <a:ext cx="349885" cy="299720"/>
            </a:xfrm>
            <a:custGeom>
              <a:avLst/>
              <a:gdLst/>
              <a:ahLst/>
              <a:cxnLst/>
              <a:rect l="l" t="t" r="r" b="b"/>
              <a:pathLst>
                <a:path w="349885" h="299720">
                  <a:moveTo>
                    <a:pt x="349220" y="0"/>
                  </a:moveTo>
                  <a:lnTo>
                    <a:pt x="0" y="36857"/>
                  </a:lnTo>
                  <a:lnTo>
                    <a:pt x="349349" y="299577"/>
                  </a:lnTo>
                  <a:lnTo>
                    <a:pt x="349220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2058939" y="3375639"/>
              <a:ext cx="635" cy="301625"/>
            </a:xfrm>
            <a:custGeom>
              <a:avLst/>
              <a:gdLst/>
              <a:ahLst/>
              <a:cxnLst/>
              <a:rect l="l" t="t" r="r" b="b"/>
              <a:pathLst>
                <a:path w="635" h="301625">
                  <a:moveTo>
                    <a:pt x="0" y="0"/>
                  </a:moveTo>
                  <a:lnTo>
                    <a:pt x="128" y="301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2053617" y="3373239"/>
              <a:ext cx="635" cy="299720"/>
            </a:xfrm>
            <a:custGeom>
              <a:avLst/>
              <a:gdLst/>
              <a:ahLst/>
              <a:cxnLst/>
              <a:rect l="l" t="t" r="r" b="b"/>
              <a:pathLst>
                <a:path w="635" h="299720">
                  <a:moveTo>
                    <a:pt x="0" y="0"/>
                  </a:moveTo>
                  <a:lnTo>
                    <a:pt x="128" y="299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2053678" y="3375659"/>
              <a:ext cx="5715" cy="300990"/>
            </a:xfrm>
            <a:custGeom>
              <a:avLst/>
              <a:gdLst/>
              <a:ahLst/>
              <a:cxnLst/>
              <a:rect l="l" t="t" r="r" b="b"/>
              <a:pathLst>
                <a:path w="5714" h="300989">
                  <a:moveTo>
                    <a:pt x="5384" y="297180"/>
                  </a:moveTo>
                  <a:lnTo>
                    <a:pt x="5321" y="0"/>
                  </a:lnTo>
                  <a:lnTo>
                    <a:pt x="0" y="0"/>
                  </a:lnTo>
                  <a:lnTo>
                    <a:pt x="0" y="297180"/>
                  </a:lnTo>
                  <a:lnTo>
                    <a:pt x="2628" y="297180"/>
                  </a:lnTo>
                  <a:lnTo>
                    <a:pt x="2628" y="300990"/>
                  </a:lnTo>
                  <a:lnTo>
                    <a:pt x="5384" y="300990"/>
                  </a:lnTo>
                  <a:lnTo>
                    <a:pt x="5384" y="29718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1704397" y="3410097"/>
              <a:ext cx="349885" cy="262890"/>
            </a:xfrm>
            <a:custGeom>
              <a:avLst/>
              <a:gdLst/>
              <a:ahLst/>
              <a:cxnLst/>
              <a:rect l="l" t="t" r="r" b="b"/>
              <a:pathLst>
                <a:path w="349885" h="262889">
                  <a:moveTo>
                    <a:pt x="0" y="0"/>
                  </a:moveTo>
                  <a:lnTo>
                    <a:pt x="349349" y="2627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2059067" y="367681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2053746" y="367281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8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2053746" y="3672817"/>
              <a:ext cx="5715" cy="4445"/>
            </a:xfrm>
            <a:custGeom>
              <a:avLst/>
              <a:gdLst/>
              <a:ahLst/>
              <a:cxnLst/>
              <a:rect l="l" t="t" r="r" b="b"/>
              <a:pathLst>
                <a:path w="5714" h="4445">
                  <a:moveTo>
                    <a:pt x="0" y="0"/>
                  </a:moveTo>
                  <a:lnTo>
                    <a:pt x="5321" y="40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C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2058939" y="3375639"/>
              <a:ext cx="426720" cy="358140"/>
            </a:xfrm>
            <a:custGeom>
              <a:avLst/>
              <a:gdLst/>
              <a:ahLst/>
              <a:cxnLst/>
              <a:rect l="l" t="t" r="r" b="b"/>
              <a:pathLst>
                <a:path w="426719" h="358139">
                  <a:moveTo>
                    <a:pt x="0" y="0"/>
                  </a:moveTo>
                  <a:lnTo>
                    <a:pt x="128" y="301171"/>
                  </a:lnTo>
                  <a:lnTo>
                    <a:pt x="75157" y="357615"/>
                  </a:lnTo>
                  <a:lnTo>
                    <a:pt x="426272" y="3205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B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2134096" y="3696227"/>
              <a:ext cx="351155" cy="37465"/>
            </a:xfrm>
            <a:custGeom>
              <a:avLst/>
              <a:gdLst/>
              <a:ahLst/>
              <a:cxnLst/>
              <a:rect l="l" t="t" r="r" b="b"/>
              <a:pathLst>
                <a:path w="351155" h="37464">
                  <a:moveTo>
                    <a:pt x="351115" y="0"/>
                  </a:moveTo>
                  <a:lnTo>
                    <a:pt x="0" y="37028"/>
                  </a:lnTo>
                  <a:lnTo>
                    <a:pt x="351115" y="0"/>
                  </a:lnTo>
                  <a:close/>
                </a:path>
              </a:pathLst>
            </a:custGeom>
            <a:solidFill>
              <a:srgbClr val="7C9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2134096" y="373325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D8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1690391" y="3405762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4" h="3810">
                  <a:moveTo>
                    <a:pt x="4342" y="0"/>
                  </a:moveTo>
                  <a:lnTo>
                    <a:pt x="0" y="467"/>
                  </a:lnTo>
                  <a:lnTo>
                    <a:pt x="4342" y="3718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1704397" y="3373239"/>
              <a:ext cx="349250" cy="37465"/>
            </a:xfrm>
            <a:custGeom>
              <a:avLst/>
              <a:gdLst/>
              <a:ahLst/>
              <a:cxnLst/>
              <a:rect l="l" t="t" r="r" b="b"/>
              <a:pathLst>
                <a:path w="349250" h="37464">
                  <a:moveTo>
                    <a:pt x="349220" y="0"/>
                  </a:moveTo>
                  <a:lnTo>
                    <a:pt x="0" y="36857"/>
                  </a:lnTo>
                  <a:lnTo>
                    <a:pt x="349220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1698160" y="3367906"/>
              <a:ext cx="355600" cy="42545"/>
            </a:xfrm>
            <a:custGeom>
              <a:avLst/>
              <a:gdLst/>
              <a:ahLst/>
              <a:cxnLst/>
              <a:rect l="l" t="t" r="r" b="b"/>
              <a:pathLst>
                <a:path w="355600" h="42545">
                  <a:moveTo>
                    <a:pt x="355457" y="0"/>
                  </a:moveTo>
                  <a:lnTo>
                    <a:pt x="0" y="37495"/>
                  </a:lnTo>
                  <a:lnTo>
                    <a:pt x="6236" y="42169"/>
                  </a:lnTo>
                  <a:lnTo>
                    <a:pt x="355457" y="5332"/>
                  </a:lnTo>
                  <a:lnTo>
                    <a:pt x="355457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1700054" y="3413474"/>
              <a:ext cx="353695" cy="266065"/>
            </a:xfrm>
            <a:custGeom>
              <a:avLst/>
              <a:gdLst/>
              <a:ahLst/>
              <a:cxnLst/>
              <a:rect l="l" t="t" r="r" b="b"/>
              <a:pathLst>
                <a:path w="353694" h="266064">
                  <a:moveTo>
                    <a:pt x="0" y="0"/>
                  </a:moveTo>
                  <a:lnTo>
                    <a:pt x="353691" y="2660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90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2059067" y="368345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8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2053746" y="367946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C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2053746" y="3679465"/>
              <a:ext cx="5715" cy="4445"/>
            </a:xfrm>
            <a:custGeom>
              <a:avLst/>
              <a:gdLst/>
              <a:ahLst/>
              <a:cxnLst/>
              <a:rect l="l" t="t" r="r" b="b"/>
              <a:pathLst>
                <a:path w="5714" h="4445">
                  <a:moveTo>
                    <a:pt x="0" y="0"/>
                  </a:moveTo>
                  <a:lnTo>
                    <a:pt x="5321" y="40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8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1694733" y="3405762"/>
              <a:ext cx="0" cy="2540"/>
            </a:xfrm>
            <a:custGeom>
              <a:avLst/>
              <a:gdLst/>
              <a:ahLst/>
              <a:cxnLst/>
              <a:rect l="l" t="t" r="r" b="b"/>
              <a:pathLst>
                <a:path h="2539">
                  <a:moveTo>
                    <a:pt x="0" y="0"/>
                  </a:moveTo>
                  <a:lnTo>
                    <a:pt x="0" y="23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1700054" y="3410075"/>
              <a:ext cx="353695" cy="269875"/>
            </a:xfrm>
            <a:custGeom>
              <a:avLst/>
              <a:gdLst/>
              <a:ahLst/>
              <a:cxnLst/>
              <a:rect l="l" t="t" r="r" b="b"/>
              <a:pathLst>
                <a:path w="353694" h="269875">
                  <a:moveTo>
                    <a:pt x="4342" y="0"/>
                  </a:moveTo>
                  <a:lnTo>
                    <a:pt x="0" y="467"/>
                  </a:lnTo>
                  <a:lnTo>
                    <a:pt x="0" y="3398"/>
                  </a:lnTo>
                  <a:lnTo>
                    <a:pt x="353691" y="269389"/>
                  </a:lnTo>
                  <a:lnTo>
                    <a:pt x="353691" y="262763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1694733" y="3405402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3426" y="0"/>
                  </a:moveTo>
                  <a:lnTo>
                    <a:pt x="0" y="360"/>
                  </a:lnTo>
                  <a:lnTo>
                    <a:pt x="0" y="4079"/>
                  </a:lnTo>
                  <a:lnTo>
                    <a:pt x="5321" y="8072"/>
                  </a:lnTo>
                  <a:lnTo>
                    <a:pt x="5321" y="5140"/>
                  </a:lnTo>
                  <a:lnTo>
                    <a:pt x="9663" y="467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0" name="object 2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53746" y="3672838"/>
              <a:ext cx="80350" cy="64495"/>
            </a:xfrm>
            <a:prstGeom prst="rect">
              <a:avLst/>
            </a:prstGeom>
          </p:spPr>
        </p:pic>
        <p:sp>
          <p:nvSpPr>
            <p:cNvPr id="241" name="object 241"/>
            <p:cNvSpPr/>
            <p:nvPr/>
          </p:nvSpPr>
          <p:spPr>
            <a:xfrm>
              <a:off x="2494875" y="3696822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4" h="3810">
                  <a:moveTo>
                    <a:pt x="0" y="0"/>
                  </a:moveTo>
                  <a:lnTo>
                    <a:pt x="0" y="3717"/>
                  </a:lnTo>
                  <a:lnTo>
                    <a:pt x="4321" y="32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2494875" y="3696822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10">
                  <a:moveTo>
                    <a:pt x="0" y="0"/>
                  </a:moveTo>
                  <a:lnTo>
                    <a:pt x="0" y="3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2135991" y="3701092"/>
              <a:ext cx="353695" cy="37465"/>
            </a:xfrm>
            <a:custGeom>
              <a:avLst/>
              <a:gdLst/>
              <a:ahLst/>
              <a:cxnLst/>
              <a:rect l="l" t="t" r="r" b="b"/>
              <a:pathLst>
                <a:path w="353694" h="37464">
                  <a:moveTo>
                    <a:pt x="353562" y="0"/>
                  </a:moveTo>
                  <a:lnTo>
                    <a:pt x="0" y="37303"/>
                  </a:lnTo>
                  <a:lnTo>
                    <a:pt x="353562" y="0"/>
                  </a:lnTo>
                  <a:close/>
                </a:path>
              </a:pathLst>
            </a:custGeom>
            <a:solidFill>
              <a:srgbClr val="778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2135991" y="373839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777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2134096" y="3696206"/>
              <a:ext cx="355600" cy="42545"/>
            </a:xfrm>
            <a:custGeom>
              <a:avLst/>
              <a:gdLst/>
              <a:ahLst/>
              <a:cxnLst/>
              <a:rect l="l" t="t" r="r" b="b"/>
              <a:pathLst>
                <a:path w="355600" h="42545">
                  <a:moveTo>
                    <a:pt x="351137" y="0"/>
                  </a:moveTo>
                  <a:lnTo>
                    <a:pt x="0" y="37048"/>
                  </a:lnTo>
                  <a:lnTo>
                    <a:pt x="1894" y="38472"/>
                  </a:lnTo>
                  <a:lnTo>
                    <a:pt x="1894" y="42189"/>
                  </a:lnTo>
                  <a:lnTo>
                    <a:pt x="355457" y="4885"/>
                  </a:lnTo>
                  <a:lnTo>
                    <a:pt x="355457" y="3271"/>
                  </a:lnTo>
                  <a:lnTo>
                    <a:pt x="351137" y="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2485233" y="3695399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4">
                  <a:moveTo>
                    <a:pt x="7726" y="0"/>
                  </a:moveTo>
                  <a:lnTo>
                    <a:pt x="0" y="807"/>
                  </a:lnTo>
                  <a:lnTo>
                    <a:pt x="4320" y="4079"/>
                  </a:lnTo>
                  <a:lnTo>
                    <a:pt x="4320" y="5693"/>
                  </a:lnTo>
                  <a:lnTo>
                    <a:pt x="9641" y="5140"/>
                  </a:lnTo>
                  <a:lnTo>
                    <a:pt x="9641" y="2760"/>
                  </a:lnTo>
                  <a:lnTo>
                    <a:pt x="6981" y="2760"/>
                  </a:lnTo>
                  <a:lnTo>
                    <a:pt x="8577" y="637"/>
                  </a:lnTo>
                  <a:lnTo>
                    <a:pt x="7726" y="0"/>
                  </a:lnTo>
                  <a:close/>
                </a:path>
                <a:path w="10160" h="5714">
                  <a:moveTo>
                    <a:pt x="8577" y="637"/>
                  </a:moveTo>
                  <a:lnTo>
                    <a:pt x="6981" y="2760"/>
                  </a:lnTo>
                  <a:lnTo>
                    <a:pt x="9641" y="2760"/>
                  </a:lnTo>
                  <a:lnTo>
                    <a:pt x="9641" y="1423"/>
                  </a:lnTo>
                  <a:lnTo>
                    <a:pt x="8577" y="637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2130670" y="373731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21"/>
                  </a:lnTo>
                </a:path>
              </a:pathLst>
            </a:custGeom>
            <a:solidFill>
              <a:srgbClr val="6F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2130670" y="373325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3426" y="0"/>
                  </a:moveTo>
                  <a:lnTo>
                    <a:pt x="0" y="360"/>
                  </a:lnTo>
                  <a:lnTo>
                    <a:pt x="0" y="4079"/>
                  </a:lnTo>
                  <a:lnTo>
                    <a:pt x="1893" y="5501"/>
                  </a:lnTo>
                  <a:lnTo>
                    <a:pt x="5321" y="5140"/>
                  </a:lnTo>
                  <a:lnTo>
                    <a:pt x="5321" y="142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686D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2058939" y="3375618"/>
              <a:ext cx="426720" cy="320675"/>
            </a:xfrm>
            <a:custGeom>
              <a:avLst/>
              <a:gdLst/>
              <a:ahLst/>
              <a:cxnLst/>
              <a:rect l="l" t="t" r="r" b="b"/>
              <a:pathLst>
                <a:path w="426719" h="320675">
                  <a:moveTo>
                    <a:pt x="0" y="0"/>
                  </a:moveTo>
                  <a:lnTo>
                    <a:pt x="426272" y="3205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2058939" y="3368969"/>
              <a:ext cx="434340" cy="327660"/>
            </a:xfrm>
            <a:custGeom>
              <a:avLst/>
              <a:gdLst/>
              <a:ahLst/>
              <a:cxnLst/>
              <a:rect l="l" t="t" r="r" b="b"/>
              <a:pathLst>
                <a:path w="434339" h="327660">
                  <a:moveTo>
                    <a:pt x="0" y="0"/>
                  </a:moveTo>
                  <a:lnTo>
                    <a:pt x="0" y="6648"/>
                  </a:lnTo>
                  <a:lnTo>
                    <a:pt x="426294" y="327237"/>
                  </a:lnTo>
                  <a:lnTo>
                    <a:pt x="434021" y="326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1547164" y="3709387"/>
              <a:ext cx="368935" cy="0"/>
            </a:xfrm>
            <a:custGeom>
              <a:avLst/>
              <a:gdLst/>
              <a:ahLst/>
              <a:cxnLst/>
              <a:rect l="l" t="t" r="r" b="b"/>
              <a:pathLst>
                <a:path w="368935">
                  <a:moveTo>
                    <a:pt x="0" y="0"/>
                  </a:moveTo>
                  <a:lnTo>
                    <a:pt x="368463" y="0"/>
                  </a:lnTo>
                </a:path>
              </a:pathLst>
            </a:custGeom>
            <a:ln w="17143">
              <a:solidFill>
                <a:srgbClr val="C7161D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1461973" y="3637305"/>
              <a:ext cx="455295" cy="299720"/>
            </a:xfrm>
            <a:custGeom>
              <a:avLst/>
              <a:gdLst/>
              <a:ahLst/>
              <a:cxnLst/>
              <a:rect l="l" t="t" r="r" b="b"/>
              <a:pathLst>
                <a:path w="455294" h="299720">
                  <a:moveTo>
                    <a:pt x="11709" y="1739"/>
                  </a:moveTo>
                  <a:lnTo>
                    <a:pt x="1219" y="0"/>
                  </a:lnTo>
                  <a:lnTo>
                    <a:pt x="342" y="5245"/>
                  </a:lnTo>
                  <a:lnTo>
                    <a:pt x="10833" y="6985"/>
                  </a:lnTo>
                  <a:lnTo>
                    <a:pt x="11709" y="1739"/>
                  </a:lnTo>
                  <a:close/>
                </a:path>
                <a:path w="455294" h="299720">
                  <a:moveTo>
                    <a:pt x="11798" y="232803"/>
                  </a:moveTo>
                  <a:lnTo>
                    <a:pt x="10071" y="227787"/>
                  </a:lnTo>
                  <a:lnTo>
                    <a:pt x="0" y="231254"/>
                  </a:lnTo>
                  <a:lnTo>
                    <a:pt x="1727" y="236270"/>
                  </a:lnTo>
                  <a:lnTo>
                    <a:pt x="11798" y="232803"/>
                  </a:lnTo>
                  <a:close/>
                </a:path>
                <a:path w="455294" h="299720">
                  <a:moveTo>
                    <a:pt x="52832" y="8597"/>
                  </a:moveTo>
                  <a:lnTo>
                    <a:pt x="32270" y="5156"/>
                  </a:lnTo>
                  <a:lnTo>
                    <a:pt x="31394" y="10401"/>
                  </a:lnTo>
                  <a:lnTo>
                    <a:pt x="51955" y="13830"/>
                  </a:lnTo>
                  <a:lnTo>
                    <a:pt x="52832" y="8597"/>
                  </a:lnTo>
                  <a:close/>
                </a:path>
                <a:path w="455294" h="299720">
                  <a:moveTo>
                    <a:pt x="52997" y="218643"/>
                  </a:moveTo>
                  <a:lnTo>
                    <a:pt x="51282" y="213601"/>
                  </a:lnTo>
                  <a:lnTo>
                    <a:pt x="30657" y="220700"/>
                  </a:lnTo>
                  <a:lnTo>
                    <a:pt x="32397" y="225729"/>
                  </a:lnTo>
                  <a:lnTo>
                    <a:pt x="52997" y="218643"/>
                  </a:lnTo>
                  <a:close/>
                </a:path>
                <a:path w="455294" h="299720">
                  <a:moveTo>
                    <a:pt x="93929" y="15443"/>
                  </a:moveTo>
                  <a:lnTo>
                    <a:pt x="73367" y="12026"/>
                  </a:lnTo>
                  <a:lnTo>
                    <a:pt x="72504" y="17246"/>
                  </a:lnTo>
                  <a:lnTo>
                    <a:pt x="93065" y="20662"/>
                  </a:lnTo>
                  <a:lnTo>
                    <a:pt x="93929" y="15443"/>
                  </a:lnTo>
                  <a:close/>
                </a:path>
                <a:path w="455294" h="299720">
                  <a:moveTo>
                    <a:pt x="94208" y="204444"/>
                  </a:moveTo>
                  <a:lnTo>
                    <a:pt x="92481" y="199428"/>
                  </a:lnTo>
                  <a:lnTo>
                    <a:pt x="71856" y="206527"/>
                  </a:lnTo>
                  <a:lnTo>
                    <a:pt x="73609" y="211543"/>
                  </a:lnTo>
                  <a:lnTo>
                    <a:pt x="94208" y="204444"/>
                  </a:lnTo>
                  <a:close/>
                </a:path>
                <a:path w="455294" h="299720">
                  <a:moveTo>
                    <a:pt x="95872" y="294157"/>
                  </a:moveTo>
                  <a:lnTo>
                    <a:pt x="93141" y="289585"/>
                  </a:lnTo>
                  <a:lnTo>
                    <a:pt x="84010" y="295033"/>
                  </a:lnTo>
                  <a:lnTo>
                    <a:pt x="86741" y="299593"/>
                  </a:lnTo>
                  <a:lnTo>
                    <a:pt x="95872" y="294157"/>
                  </a:lnTo>
                  <a:close/>
                </a:path>
                <a:path w="455294" h="299720">
                  <a:moveTo>
                    <a:pt x="132715" y="272211"/>
                  </a:moveTo>
                  <a:lnTo>
                    <a:pt x="129997" y="267652"/>
                  </a:lnTo>
                  <a:lnTo>
                    <a:pt x="111556" y="278625"/>
                  </a:lnTo>
                  <a:lnTo>
                    <a:pt x="114287" y="283171"/>
                  </a:lnTo>
                  <a:lnTo>
                    <a:pt x="132715" y="272211"/>
                  </a:lnTo>
                  <a:close/>
                </a:path>
                <a:path w="455294" h="299720">
                  <a:moveTo>
                    <a:pt x="135039" y="22288"/>
                  </a:moveTo>
                  <a:lnTo>
                    <a:pt x="114490" y="18859"/>
                  </a:lnTo>
                  <a:lnTo>
                    <a:pt x="113626" y="24104"/>
                  </a:lnTo>
                  <a:lnTo>
                    <a:pt x="134162" y="27533"/>
                  </a:lnTo>
                  <a:lnTo>
                    <a:pt x="135039" y="22288"/>
                  </a:lnTo>
                  <a:close/>
                </a:path>
                <a:path w="455294" h="299720">
                  <a:moveTo>
                    <a:pt x="135420" y="190271"/>
                  </a:moveTo>
                  <a:lnTo>
                    <a:pt x="133692" y="185267"/>
                  </a:lnTo>
                  <a:lnTo>
                    <a:pt x="113093" y="192341"/>
                  </a:lnTo>
                  <a:lnTo>
                    <a:pt x="114820" y="197345"/>
                  </a:lnTo>
                  <a:lnTo>
                    <a:pt x="135420" y="190271"/>
                  </a:lnTo>
                  <a:close/>
                </a:path>
                <a:path w="455294" h="299720">
                  <a:moveTo>
                    <a:pt x="169557" y="250266"/>
                  </a:moveTo>
                  <a:lnTo>
                    <a:pt x="166839" y="245706"/>
                  </a:lnTo>
                  <a:lnTo>
                    <a:pt x="148399" y="256679"/>
                  </a:lnTo>
                  <a:lnTo>
                    <a:pt x="151142" y="261226"/>
                  </a:lnTo>
                  <a:lnTo>
                    <a:pt x="169557" y="250266"/>
                  </a:lnTo>
                  <a:close/>
                </a:path>
                <a:path w="455294" h="299720">
                  <a:moveTo>
                    <a:pt x="176161" y="29121"/>
                  </a:moveTo>
                  <a:lnTo>
                    <a:pt x="155600" y="25704"/>
                  </a:lnTo>
                  <a:lnTo>
                    <a:pt x="154724" y="30949"/>
                  </a:lnTo>
                  <a:lnTo>
                    <a:pt x="175260" y="34366"/>
                  </a:lnTo>
                  <a:lnTo>
                    <a:pt x="176161" y="29121"/>
                  </a:lnTo>
                  <a:close/>
                </a:path>
                <a:path w="455294" h="299720">
                  <a:moveTo>
                    <a:pt x="176631" y="176110"/>
                  </a:moveTo>
                  <a:lnTo>
                    <a:pt x="174904" y="171069"/>
                  </a:lnTo>
                  <a:lnTo>
                    <a:pt x="154292" y="178168"/>
                  </a:lnTo>
                  <a:lnTo>
                    <a:pt x="156019" y="183184"/>
                  </a:lnTo>
                  <a:lnTo>
                    <a:pt x="176631" y="176110"/>
                  </a:lnTo>
                  <a:close/>
                </a:path>
                <a:path w="455294" h="299720">
                  <a:moveTo>
                    <a:pt x="206400" y="228320"/>
                  </a:moveTo>
                  <a:lnTo>
                    <a:pt x="203682" y="223761"/>
                  </a:lnTo>
                  <a:lnTo>
                    <a:pt x="185267" y="234721"/>
                  </a:lnTo>
                  <a:lnTo>
                    <a:pt x="187998" y="239280"/>
                  </a:lnTo>
                  <a:lnTo>
                    <a:pt x="206400" y="228320"/>
                  </a:lnTo>
                  <a:close/>
                </a:path>
                <a:path w="455294" h="299720">
                  <a:moveTo>
                    <a:pt x="217258" y="35979"/>
                  </a:moveTo>
                  <a:lnTo>
                    <a:pt x="196697" y="32537"/>
                  </a:lnTo>
                  <a:lnTo>
                    <a:pt x="195821" y="37795"/>
                  </a:lnTo>
                  <a:lnTo>
                    <a:pt x="216382" y="41211"/>
                  </a:lnTo>
                  <a:lnTo>
                    <a:pt x="217258" y="35979"/>
                  </a:lnTo>
                  <a:close/>
                </a:path>
                <a:path w="455294" h="299720">
                  <a:moveTo>
                    <a:pt x="217855" y="161912"/>
                  </a:moveTo>
                  <a:lnTo>
                    <a:pt x="216115" y="156908"/>
                  </a:lnTo>
                  <a:lnTo>
                    <a:pt x="195503" y="163982"/>
                  </a:lnTo>
                  <a:lnTo>
                    <a:pt x="197256" y="169011"/>
                  </a:lnTo>
                  <a:lnTo>
                    <a:pt x="217855" y="161912"/>
                  </a:lnTo>
                  <a:close/>
                </a:path>
                <a:path w="455294" h="299720">
                  <a:moveTo>
                    <a:pt x="243243" y="206362"/>
                  </a:moveTo>
                  <a:lnTo>
                    <a:pt x="240525" y="201815"/>
                  </a:lnTo>
                  <a:lnTo>
                    <a:pt x="222110" y="212775"/>
                  </a:lnTo>
                  <a:lnTo>
                    <a:pt x="224840" y="217347"/>
                  </a:lnTo>
                  <a:lnTo>
                    <a:pt x="243243" y="206362"/>
                  </a:lnTo>
                  <a:close/>
                </a:path>
                <a:path w="455294" h="299720">
                  <a:moveTo>
                    <a:pt x="258356" y="42824"/>
                  </a:moveTo>
                  <a:lnTo>
                    <a:pt x="237820" y="39408"/>
                  </a:lnTo>
                  <a:lnTo>
                    <a:pt x="236943" y="44627"/>
                  </a:lnTo>
                  <a:lnTo>
                    <a:pt x="257492" y="48056"/>
                  </a:lnTo>
                  <a:lnTo>
                    <a:pt x="258356" y="42824"/>
                  </a:lnTo>
                  <a:close/>
                </a:path>
                <a:path w="455294" h="299720">
                  <a:moveTo>
                    <a:pt x="259067" y="147751"/>
                  </a:moveTo>
                  <a:lnTo>
                    <a:pt x="257314" y="142709"/>
                  </a:lnTo>
                  <a:lnTo>
                    <a:pt x="236715" y="149809"/>
                  </a:lnTo>
                  <a:lnTo>
                    <a:pt x="238455" y="154825"/>
                  </a:lnTo>
                  <a:lnTo>
                    <a:pt x="259067" y="147751"/>
                  </a:lnTo>
                  <a:close/>
                </a:path>
                <a:path w="455294" h="299720">
                  <a:moveTo>
                    <a:pt x="280111" y="184416"/>
                  </a:moveTo>
                  <a:lnTo>
                    <a:pt x="277393" y="179870"/>
                  </a:lnTo>
                  <a:lnTo>
                    <a:pt x="258953" y="190830"/>
                  </a:lnTo>
                  <a:lnTo>
                    <a:pt x="261683" y="195402"/>
                  </a:lnTo>
                  <a:lnTo>
                    <a:pt x="280111" y="184416"/>
                  </a:lnTo>
                  <a:close/>
                </a:path>
                <a:path w="455294" h="299720">
                  <a:moveTo>
                    <a:pt x="299478" y="49669"/>
                  </a:moveTo>
                  <a:lnTo>
                    <a:pt x="278917" y="46240"/>
                  </a:lnTo>
                  <a:lnTo>
                    <a:pt x="278053" y="51498"/>
                  </a:lnTo>
                  <a:lnTo>
                    <a:pt x="298589" y="54914"/>
                  </a:lnTo>
                  <a:lnTo>
                    <a:pt x="299478" y="49669"/>
                  </a:lnTo>
                  <a:close/>
                </a:path>
                <a:path w="455294" h="299720">
                  <a:moveTo>
                    <a:pt x="300266" y="133553"/>
                  </a:moveTo>
                  <a:lnTo>
                    <a:pt x="298551" y="128549"/>
                  </a:lnTo>
                  <a:lnTo>
                    <a:pt x="277926" y="135636"/>
                  </a:lnTo>
                  <a:lnTo>
                    <a:pt x="279666" y="140652"/>
                  </a:lnTo>
                  <a:lnTo>
                    <a:pt x="300266" y="133553"/>
                  </a:lnTo>
                  <a:close/>
                </a:path>
                <a:path w="455294" h="299720">
                  <a:moveTo>
                    <a:pt x="316953" y="162471"/>
                  </a:moveTo>
                  <a:lnTo>
                    <a:pt x="314236" y="157899"/>
                  </a:lnTo>
                  <a:lnTo>
                    <a:pt x="295795" y="168884"/>
                  </a:lnTo>
                  <a:lnTo>
                    <a:pt x="298526" y="173456"/>
                  </a:lnTo>
                  <a:lnTo>
                    <a:pt x="316953" y="162471"/>
                  </a:lnTo>
                  <a:close/>
                </a:path>
                <a:path w="455294" h="299720">
                  <a:moveTo>
                    <a:pt x="340588" y="56502"/>
                  </a:moveTo>
                  <a:lnTo>
                    <a:pt x="320027" y="53086"/>
                  </a:lnTo>
                  <a:lnTo>
                    <a:pt x="319151" y="58331"/>
                  </a:lnTo>
                  <a:lnTo>
                    <a:pt x="339712" y="61747"/>
                  </a:lnTo>
                  <a:lnTo>
                    <a:pt x="340588" y="56502"/>
                  </a:lnTo>
                  <a:close/>
                </a:path>
                <a:path w="455294" h="299720">
                  <a:moveTo>
                    <a:pt x="341477" y="119392"/>
                  </a:moveTo>
                  <a:lnTo>
                    <a:pt x="339750" y="114350"/>
                  </a:lnTo>
                  <a:lnTo>
                    <a:pt x="319151" y="121450"/>
                  </a:lnTo>
                  <a:lnTo>
                    <a:pt x="320878" y="126479"/>
                  </a:lnTo>
                  <a:lnTo>
                    <a:pt x="341477" y="119392"/>
                  </a:lnTo>
                  <a:close/>
                </a:path>
                <a:path w="455294" h="299720">
                  <a:moveTo>
                    <a:pt x="353796" y="140525"/>
                  </a:moveTo>
                  <a:lnTo>
                    <a:pt x="351078" y="135953"/>
                  </a:lnTo>
                  <a:lnTo>
                    <a:pt x="332638" y="146939"/>
                  </a:lnTo>
                  <a:lnTo>
                    <a:pt x="335368" y="151511"/>
                  </a:lnTo>
                  <a:lnTo>
                    <a:pt x="353796" y="140525"/>
                  </a:lnTo>
                  <a:close/>
                </a:path>
                <a:path w="455294" h="299720">
                  <a:moveTo>
                    <a:pt x="381685" y="63347"/>
                  </a:moveTo>
                  <a:lnTo>
                    <a:pt x="361149" y="59944"/>
                  </a:lnTo>
                  <a:lnTo>
                    <a:pt x="360248" y="65176"/>
                  </a:lnTo>
                  <a:lnTo>
                    <a:pt x="380809" y="68592"/>
                  </a:lnTo>
                  <a:lnTo>
                    <a:pt x="381685" y="63347"/>
                  </a:lnTo>
                  <a:close/>
                </a:path>
                <a:path w="455294" h="299720">
                  <a:moveTo>
                    <a:pt x="382689" y="105194"/>
                  </a:moveTo>
                  <a:lnTo>
                    <a:pt x="380961" y="100177"/>
                  </a:lnTo>
                  <a:lnTo>
                    <a:pt x="360362" y="107276"/>
                  </a:lnTo>
                  <a:lnTo>
                    <a:pt x="362077" y="112293"/>
                  </a:lnTo>
                  <a:lnTo>
                    <a:pt x="382689" y="105194"/>
                  </a:lnTo>
                  <a:close/>
                </a:path>
                <a:path w="455294" h="299720">
                  <a:moveTo>
                    <a:pt x="390652" y="118579"/>
                  </a:moveTo>
                  <a:lnTo>
                    <a:pt x="387921" y="114007"/>
                  </a:lnTo>
                  <a:lnTo>
                    <a:pt x="369493" y="124993"/>
                  </a:lnTo>
                  <a:lnTo>
                    <a:pt x="372211" y="129540"/>
                  </a:lnTo>
                  <a:lnTo>
                    <a:pt x="390652" y="118579"/>
                  </a:lnTo>
                  <a:close/>
                </a:path>
                <a:path w="455294" h="299720">
                  <a:moveTo>
                    <a:pt x="422783" y="70205"/>
                  </a:moveTo>
                  <a:lnTo>
                    <a:pt x="402247" y="66789"/>
                  </a:lnTo>
                  <a:lnTo>
                    <a:pt x="401370" y="72009"/>
                  </a:lnTo>
                  <a:lnTo>
                    <a:pt x="421919" y="75438"/>
                  </a:lnTo>
                  <a:lnTo>
                    <a:pt x="422783" y="70205"/>
                  </a:lnTo>
                  <a:close/>
                </a:path>
                <a:path w="455294" h="299720">
                  <a:moveTo>
                    <a:pt x="423913" y="91020"/>
                  </a:moveTo>
                  <a:lnTo>
                    <a:pt x="422173" y="86017"/>
                  </a:lnTo>
                  <a:lnTo>
                    <a:pt x="401561" y="93091"/>
                  </a:lnTo>
                  <a:lnTo>
                    <a:pt x="403313" y="98120"/>
                  </a:lnTo>
                  <a:lnTo>
                    <a:pt x="423913" y="91020"/>
                  </a:lnTo>
                  <a:close/>
                </a:path>
                <a:path w="455294" h="299720">
                  <a:moveTo>
                    <a:pt x="427494" y="96634"/>
                  </a:moveTo>
                  <a:lnTo>
                    <a:pt x="424764" y="92062"/>
                  </a:lnTo>
                  <a:lnTo>
                    <a:pt x="406349" y="103047"/>
                  </a:lnTo>
                  <a:lnTo>
                    <a:pt x="409079" y="107594"/>
                  </a:lnTo>
                  <a:lnTo>
                    <a:pt x="427494" y="96634"/>
                  </a:lnTo>
                  <a:close/>
                </a:path>
                <a:path w="455294" h="299720">
                  <a:moveTo>
                    <a:pt x="454901" y="80302"/>
                  </a:moveTo>
                  <a:lnTo>
                    <a:pt x="453605" y="78155"/>
                  </a:lnTo>
                  <a:lnTo>
                    <a:pt x="453542" y="77990"/>
                  </a:lnTo>
                  <a:lnTo>
                    <a:pt x="453986" y="75387"/>
                  </a:lnTo>
                  <a:lnTo>
                    <a:pt x="443496" y="73647"/>
                  </a:lnTo>
                  <a:lnTo>
                    <a:pt x="442620" y="78892"/>
                  </a:lnTo>
                  <a:lnTo>
                    <a:pt x="443318" y="81000"/>
                  </a:lnTo>
                  <a:lnTo>
                    <a:pt x="443052" y="81165"/>
                  </a:lnTo>
                  <a:lnTo>
                    <a:pt x="443852" y="82537"/>
                  </a:lnTo>
                  <a:lnTo>
                    <a:pt x="444373" y="83997"/>
                  </a:lnTo>
                  <a:lnTo>
                    <a:pt x="444665" y="83896"/>
                  </a:lnTo>
                  <a:lnTo>
                    <a:pt x="445770" y="85737"/>
                  </a:lnTo>
                  <a:lnTo>
                    <a:pt x="454901" y="80302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3" name="object 253"/>
          <p:cNvSpPr txBox="1"/>
          <p:nvPr/>
        </p:nvSpPr>
        <p:spPr>
          <a:xfrm rot="2160000">
            <a:off x="1643380" y="4416036"/>
            <a:ext cx="480619" cy="102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0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192</a:t>
            </a:r>
            <a:r>
              <a:rPr sz="800" spc="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800" spc="4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256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54" name="object 254"/>
          <p:cNvSpPr txBox="1"/>
          <p:nvPr/>
        </p:nvSpPr>
        <p:spPr>
          <a:xfrm>
            <a:off x="1557512" y="4444564"/>
            <a:ext cx="1639570" cy="424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448435">
              <a:lnSpc>
                <a:spcPts val="894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128</a:t>
            </a:r>
            <a:endParaRPr sz="800">
              <a:latin typeface="Microsoft Sans Serif"/>
              <a:cs typeface="Microsoft Sans Serif"/>
            </a:endParaRPr>
          </a:p>
          <a:p>
            <a:pPr marL="704850">
              <a:lnSpc>
                <a:spcPts val="894"/>
              </a:lnSpc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64</a:t>
            </a:r>
            <a:endParaRPr sz="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8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6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55" name="object 255"/>
          <p:cNvSpPr txBox="1"/>
          <p:nvPr/>
        </p:nvSpPr>
        <p:spPr>
          <a:xfrm>
            <a:off x="4569126" y="4329529"/>
            <a:ext cx="20320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256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56" name="object 256"/>
          <p:cNvSpPr txBox="1"/>
          <p:nvPr/>
        </p:nvSpPr>
        <p:spPr>
          <a:xfrm>
            <a:off x="3764003" y="4325706"/>
            <a:ext cx="20320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256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57" name="object 257"/>
          <p:cNvSpPr txBox="1"/>
          <p:nvPr/>
        </p:nvSpPr>
        <p:spPr>
          <a:xfrm>
            <a:off x="7616169" y="4199518"/>
            <a:ext cx="20320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512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58" name="object 258"/>
          <p:cNvSpPr txBox="1"/>
          <p:nvPr/>
        </p:nvSpPr>
        <p:spPr>
          <a:xfrm>
            <a:off x="6874177" y="4199518"/>
            <a:ext cx="20320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512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59" name="object 259"/>
          <p:cNvSpPr txBox="1"/>
          <p:nvPr/>
        </p:nvSpPr>
        <p:spPr>
          <a:xfrm>
            <a:off x="6129630" y="4264949"/>
            <a:ext cx="20320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512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5334532" y="4264949"/>
            <a:ext cx="20320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512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8319423" y="4118899"/>
            <a:ext cx="26225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1024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62" name="object 262"/>
          <p:cNvSpPr txBox="1"/>
          <p:nvPr/>
        </p:nvSpPr>
        <p:spPr>
          <a:xfrm rot="2280000">
            <a:off x="1657885" y="4189879"/>
            <a:ext cx="255724" cy="10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5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5</a:t>
            </a:r>
            <a:r>
              <a:rPr sz="8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8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60" dirty="0">
                <a:solidFill>
                  <a:srgbClr val="231F20"/>
                </a:solidFill>
                <a:latin typeface="Microsoft Sans Serif"/>
                <a:cs typeface="Microsoft Sans Serif"/>
              </a:rPr>
              <a:t>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63" name="object 263"/>
          <p:cNvSpPr txBox="1"/>
          <p:nvPr/>
        </p:nvSpPr>
        <p:spPr>
          <a:xfrm rot="2280000">
            <a:off x="2629224" y="4032592"/>
            <a:ext cx="255724" cy="10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5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5</a:t>
            </a:r>
            <a:r>
              <a:rPr sz="8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8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60" dirty="0">
                <a:solidFill>
                  <a:srgbClr val="231F20"/>
                </a:solidFill>
                <a:latin typeface="Microsoft Sans Serif"/>
                <a:cs typeface="Microsoft Sans Serif"/>
              </a:rPr>
              <a:t>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64" name="object 264"/>
          <p:cNvSpPr txBox="1"/>
          <p:nvPr/>
        </p:nvSpPr>
        <p:spPr>
          <a:xfrm rot="2280000">
            <a:off x="3505135" y="4121805"/>
            <a:ext cx="255724" cy="10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5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3</a:t>
            </a:r>
            <a:r>
              <a:rPr sz="8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8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60" dirty="0">
                <a:solidFill>
                  <a:srgbClr val="231F20"/>
                </a:solidFill>
                <a:latin typeface="Microsoft Sans Serif"/>
                <a:cs typeface="Microsoft Sans Serif"/>
              </a:rPr>
              <a:t>3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65" name="object 265"/>
          <p:cNvSpPr/>
          <p:nvPr/>
        </p:nvSpPr>
        <p:spPr>
          <a:xfrm>
            <a:off x="7823403" y="3564038"/>
            <a:ext cx="469900" cy="212090"/>
          </a:xfrm>
          <a:custGeom>
            <a:avLst/>
            <a:gdLst/>
            <a:ahLst/>
            <a:cxnLst/>
            <a:rect l="l" t="t" r="r" b="b"/>
            <a:pathLst>
              <a:path w="469900" h="212089">
                <a:moveTo>
                  <a:pt x="469734" y="105930"/>
                </a:moveTo>
                <a:lnTo>
                  <a:pt x="285940" y="0"/>
                </a:lnTo>
                <a:lnTo>
                  <a:pt x="285940" y="52832"/>
                </a:lnTo>
                <a:lnTo>
                  <a:pt x="0" y="52832"/>
                </a:lnTo>
                <a:lnTo>
                  <a:pt x="0" y="159042"/>
                </a:lnTo>
                <a:lnTo>
                  <a:pt x="285940" y="159042"/>
                </a:lnTo>
                <a:lnTo>
                  <a:pt x="285940" y="211861"/>
                </a:lnTo>
                <a:lnTo>
                  <a:pt x="469734" y="105930"/>
                </a:lnTo>
                <a:close/>
              </a:path>
            </a:pathLst>
          </a:custGeom>
          <a:solidFill>
            <a:srgbClr val="D379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 txBox="1"/>
          <p:nvPr/>
        </p:nvSpPr>
        <p:spPr>
          <a:xfrm>
            <a:off x="7875264" y="3583285"/>
            <a:ext cx="30988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conv6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267" name="object 267"/>
          <p:cNvGrpSpPr/>
          <p:nvPr/>
        </p:nvGrpSpPr>
        <p:grpSpPr>
          <a:xfrm>
            <a:off x="7083818" y="3564027"/>
            <a:ext cx="2842895" cy="519430"/>
            <a:chOff x="7083818" y="3564027"/>
            <a:chExt cx="2842895" cy="519430"/>
          </a:xfrm>
        </p:grpSpPr>
        <p:sp>
          <p:nvSpPr>
            <p:cNvPr id="268" name="object 268"/>
            <p:cNvSpPr/>
            <p:nvPr/>
          </p:nvSpPr>
          <p:spPr>
            <a:xfrm>
              <a:off x="8640661" y="3635476"/>
              <a:ext cx="1285875" cy="447675"/>
            </a:xfrm>
            <a:custGeom>
              <a:avLst/>
              <a:gdLst/>
              <a:ahLst/>
              <a:cxnLst/>
              <a:rect l="l" t="t" r="r" b="b"/>
              <a:pathLst>
                <a:path w="1285875" h="447675">
                  <a:moveTo>
                    <a:pt x="469734" y="105943"/>
                  </a:moveTo>
                  <a:lnTo>
                    <a:pt x="285940" y="0"/>
                  </a:lnTo>
                  <a:lnTo>
                    <a:pt x="285940" y="52832"/>
                  </a:lnTo>
                  <a:lnTo>
                    <a:pt x="0" y="52832"/>
                  </a:lnTo>
                  <a:lnTo>
                    <a:pt x="0" y="159054"/>
                  </a:lnTo>
                  <a:lnTo>
                    <a:pt x="285940" y="159054"/>
                  </a:lnTo>
                  <a:lnTo>
                    <a:pt x="285940" y="211861"/>
                  </a:lnTo>
                  <a:lnTo>
                    <a:pt x="469734" y="105943"/>
                  </a:lnTo>
                  <a:close/>
                </a:path>
                <a:path w="1285875" h="447675">
                  <a:moveTo>
                    <a:pt x="1285481" y="341744"/>
                  </a:moveTo>
                  <a:lnTo>
                    <a:pt x="1101686" y="235800"/>
                  </a:lnTo>
                  <a:lnTo>
                    <a:pt x="1101686" y="288632"/>
                  </a:lnTo>
                  <a:lnTo>
                    <a:pt x="771080" y="288632"/>
                  </a:lnTo>
                  <a:lnTo>
                    <a:pt x="771080" y="394855"/>
                  </a:lnTo>
                  <a:lnTo>
                    <a:pt x="1101686" y="394855"/>
                  </a:lnTo>
                  <a:lnTo>
                    <a:pt x="1101686" y="447662"/>
                  </a:lnTo>
                  <a:lnTo>
                    <a:pt x="1285481" y="341744"/>
                  </a:lnTo>
                  <a:close/>
                </a:path>
              </a:pathLst>
            </a:custGeom>
            <a:solidFill>
              <a:srgbClr val="A7A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7083819" y="3564038"/>
              <a:ext cx="469900" cy="212090"/>
            </a:xfrm>
            <a:custGeom>
              <a:avLst/>
              <a:gdLst/>
              <a:ahLst/>
              <a:cxnLst/>
              <a:rect l="l" t="t" r="r" b="b"/>
              <a:pathLst>
                <a:path w="469900" h="212089">
                  <a:moveTo>
                    <a:pt x="469734" y="105930"/>
                  </a:moveTo>
                  <a:lnTo>
                    <a:pt x="285953" y="0"/>
                  </a:lnTo>
                  <a:lnTo>
                    <a:pt x="285940" y="52832"/>
                  </a:lnTo>
                  <a:lnTo>
                    <a:pt x="0" y="52832"/>
                  </a:lnTo>
                  <a:lnTo>
                    <a:pt x="0" y="159042"/>
                  </a:lnTo>
                  <a:lnTo>
                    <a:pt x="285940" y="159042"/>
                  </a:lnTo>
                  <a:lnTo>
                    <a:pt x="285940" y="211861"/>
                  </a:lnTo>
                  <a:lnTo>
                    <a:pt x="469734" y="105930"/>
                  </a:lnTo>
                  <a:close/>
                </a:path>
              </a:pathLst>
            </a:custGeom>
            <a:solidFill>
              <a:srgbClr val="D379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0" name="object 270"/>
          <p:cNvSpPr txBox="1"/>
          <p:nvPr/>
        </p:nvSpPr>
        <p:spPr>
          <a:xfrm>
            <a:off x="7076462" y="3583285"/>
            <a:ext cx="42799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conv5_1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71" name="object 271"/>
          <p:cNvSpPr/>
          <p:nvPr/>
        </p:nvSpPr>
        <p:spPr>
          <a:xfrm>
            <a:off x="6282334" y="3489426"/>
            <a:ext cx="469900" cy="212090"/>
          </a:xfrm>
          <a:custGeom>
            <a:avLst/>
            <a:gdLst/>
            <a:ahLst/>
            <a:cxnLst/>
            <a:rect l="l" t="t" r="r" b="b"/>
            <a:pathLst>
              <a:path w="469900" h="212089">
                <a:moveTo>
                  <a:pt x="469734" y="105943"/>
                </a:moveTo>
                <a:lnTo>
                  <a:pt x="285953" y="0"/>
                </a:lnTo>
                <a:lnTo>
                  <a:pt x="285940" y="52806"/>
                </a:lnTo>
                <a:lnTo>
                  <a:pt x="0" y="52806"/>
                </a:lnTo>
                <a:lnTo>
                  <a:pt x="0" y="159029"/>
                </a:lnTo>
                <a:lnTo>
                  <a:pt x="285940" y="159029"/>
                </a:lnTo>
                <a:lnTo>
                  <a:pt x="285940" y="211861"/>
                </a:lnTo>
                <a:lnTo>
                  <a:pt x="469734" y="105943"/>
                </a:lnTo>
                <a:close/>
              </a:path>
            </a:pathLst>
          </a:custGeom>
          <a:solidFill>
            <a:srgbClr val="D379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 txBox="1"/>
          <p:nvPr/>
        </p:nvSpPr>
        <p:spPr>
          <a:xfrm>
            <a:off x="6282356" y="3542231"/>
            <a:ext cx="362585" cy="11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35">
              <a:lnSpc>
                <a:spcPts val="830"/>
              </a:lnSpc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73" name="object 273"/>
          <p:cNvSpPr/>
          <p:nvPr/>
        </p:nvSpPr>
        <p:spPr>
          <a:xfrm>
            <a:off x="5487187" y="3489426"/>
            <a:ext cx="469900" cy="212090"/>
          </a:xfrm>
          <a:custGeom>
            <a:avLst/>
            <a:gdLst/>
            <a:ahLst/>
            <a:cxnLst/>
            <a:rect l="l" t="t" r="r" b="b"/>
            <a:pathLst>
              <a:path w="469900" h="212089">
                <a:moveTo>
                  <a:pt x="469734" y="105943"/>
                </a:moveTo>
                <a:lnTo>
                  <a:pt x="285965" y="0"/>
                </a:lnTo>
                <a:lnTo>
                  <a:pt x="285965" y="52806"/>
                </a:lnTo>
                <a:lnTo>
                  <a:pt x="0" y="52806"/>
                </a:lnTo>
                <a:lnTo>
                  <a:pt x="0" y="159029"/>
                </a:lnTo>
                <a:lnTo>
                  <a:pt x="285965" y="159029"/>
                </a:lnTo>
                <a:lnTo>
                  <a:pt x="285965" y="211861"/>
                </a:lnTo>
                <a:lnTo>
                  <a:pt x="469734" y="105943"/>
                </a:lnTo>
                <a:close/>
              </a:path>
            </a:pathLst>
          </a:custGeom>
          <a:solidFill>
            <a:srgbClr val="D379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 txBox="1"/>
          <p:nvPr/>
        </p:nvSpPr>
        <p:spPr>
          <a:xfrm>
            <a:off x="5479859" y="3508673"/>
            <a:ext cx="42799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conv4_1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75" name="object 275"/>
          <p:cNvSpPr/>
          <p:nvPr/>
        </p:nvSpPr>
        <p:spPr>
          <a:xfrm>
            <a:off x="4624387" y="3417988"/>
            <a:ext cx="469900" cy="212090"/>
          </a:xfrm>
          <a:custGeom>
            <a:avLst/>
            <a:gdLst/>
            <a:ahLst/>
            <a:cxnLst/>
            <a:rect l="l" t="t" r="r" b="b"/>
            <a:pathLst>
              <a:path w="469900" h="212089">
                <a:moveTo>
                  <a:pt x="469734" y="105930"/>
                </a:moveTo>
                <a:lnTo>
                  <a:pt x="285953" y="0"/>
                </a:lnTo>
                <a:lnTo>
                  <a:pt x="285940" y="52806"/>
                </a:lnTo>
                <a:lnTo>
                  <a:pt x="0" y="52806"/>
                </a:lnTo>
                <a:lnTo>
                  <a:pt x="0" y="159029"/>
                </a:lnTo>
                <a:lnTo>
                  <a:pt x="285940" y="159029"/>
                </a:lnTo>
                <a:lnTo>
                  <a:pt x="285940" y="211861"/>
                </a:lnTo>
                <a:lnTo>
                  <a:pt x="469734" y="105930"/>
                </a:lnTo>
                <a:close/>
              </a:path>
            </a:pathLst>
          </a:custGeom>
          <a:solidFill>
            <a:srgbClr val="D379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 txBox="1"/>
          <p:nvPr/>
        </p:nvSpPr>
        <p:spPr>
          <a:xfrm>
            <a:off x="4627433" y="3470789"/>
            <a:ext cx="359410" cy="11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960">
              <a:lnSpc>
                <a:spcPts val="830"/>
              </a:lnSpc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conv4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77" name="object 277"/>
          <p:cNvSpPr/>
          <p:nvPr/>
        </p:nvSpPr>
        <p:spPr>
          <a:xfrm>
            <a:off x="3832263" y="3417988"/>
            <a:ext cx="469900" cy="212090"/>
          </a:xfrm>
          <a:custGeom>
            <a:avLst/>
            <a:gdLst/>
            <a:ahLst/>
            <a:cxnLst/>
            <a:rect l="l" t="t" r="r" b="b"/>
            <a:pathLst>
              <a:path w="469900" h="212089">
                <a:moveTo>
                  <a:pt x="285940" y="52806"/>
                </a:moveTo>
                <a:lnTo>
                  <a:pt x="0" y="52806"/>
                </a:lnTo>
                <a:lnTo>
                  <a:pt x="0" y="159029"/>
                </a:lnTo>
                <a:lnTo>
                  <a:pt x="285940" y="159029"/>
                </a:lnTo>
                <a:lnTo>
                  <a:pt x="285940" y="52806"/>
                </a:lnTo>
                <a:close/>
              </a:path>
              <a:path w="469900" h="212089">
                <a:moveTo>
                  <a:pt x="469734" y="105930"/>
                </a:moveTo>
                <a:lnTo>
                  <a:pt x="285965" y="0"/>
                </a:lnTo>
                <a:lnTo>
                  <a:pt x="285940" y="159029"/>
                </a:lnTo>
                <a:lnTo>
                  <a:pt x="285940" y="211861"/>
                </a:lnTo>
                <a:lnTo>
                  <a:pt x="469734" y="105930"/>
                </a:lnTo>
                <a:close/>
              </a:path>
            </a:pathLst>
          </a:custGeom>
          <a:solidFill>
            <a:srgbClr val="D379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 txBox="1"/>
          <p:nvPr/>
        </p:nvSpPr>
        <p:spPr>
          <a:xfrm>
            <a:off x="3832313" y="3470789"/>
            <a:ext cx="362585" cy="114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0">
              <a:lnSpc>
                <a:spcPts val="830"/>
              </a:lnSpc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conv3_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79" name="object 279"/>
          <p:cNvSpPr txBox="1"/>
          <p:nvPr/>
        </p:nvSpPr>
        <p:spPr>
          <a:xfrm>
            <a:off x="4168112" y="3437225"/>
            <a:ext cx="8509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80" name="object 280"/>
          <p:cNvSpPr/>
          <p:nvPr/>
        </p:nvSpPr>
        <p:spPr>
          <a:xfrm>
            <a:off x="2950298" y="3309302"/>
            <a:ext cx="469900" cy="212090"/>
          </a:xfrm>
          <a:custGeom>
            <a:avLst/>
            <a:gdLst/>
            <a:ahLst/>
            <a:cxnLst/>
            <a:rect l="l" t="t" r="r" b="b"/>
            <a:pathLst>
              <a:path w="469900" h="212089">
                <a:moveTo>
                  <a:pt x="469722" y="105943"/>
                </a:moveTo>
                <a:lnTo>
                  <a:pt x="285940" y="0"/>
                </a:lnTo>
                <a:lnTo>
                  <a:pt x="285940" y="52832"/>
                </a:lnTo>
                <a:lnTo>
                  <a:pt x="0" y="52832"/>
                </a:lnTo>
                <a:lnTo>
                  <a:pt x="0" y="159054"/>
                </a:lnTo>
                <a:lnTo>
                  <a:pt x="285940" y="159054"/>
                </a:lnTo>
                <a:lnTo>
                  <a:pt x="285940" y="211861"/>
                </a:lnTo>
                <a:lnTo>
                  <a:pt x="469722" y="105943"/>
                </a:lnTo>
                <a:close/>
              </a:path>
            </a:pathLst>
          </a:custGeom>
          <a:solidFill>
            <a:srgbClr val="D379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 txBox="1"/>
          <p:nvPr/>
        </p:nvSpPr>
        <p:spPr>
          <a:xfrm>
            <a:off x="2950362" y="3362128"/>
            <a:ext cx="362585" cy="113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135">
              <a:lnSpc>
                <a:spcPts val="830"/>
              </a:lnSpc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conv3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82" name="object 282"/>
          <p:cNvSpPr/>
          <p:nvPr/>
        </p:nvSpPr>
        <p:spPr>
          <a:xfrm>
            <a:off x="2342220" y="3200634"/>
            <a:ext cx="184150" cy="212090"/>
          </a:xfrm>
          <a:custGeom>
            <a:avLst/>
            <a:gdLst/>
            <a:ahLst/>
            <a:cxnLst/>
            <a:rect l="l" t="t" r="r" b="b"/>
            <a:pathLst>
              <a:path w="184150" h="212089">
                <a:moveTo>
                  <a:pt x="0" y="0"/>
                </a:moveTo>
                <a:lnTo>
                  <a:pt x="0" y="211862"/>
                </a:lnTo>
                <a:lnTo>
                  <a:pt x="183795" y="105942"/>
                </a:lnTo>
                <a:lnTo>
                  <a:pt x="0" y="0"/>
                </a:lnTo>
                <a:close/>
              </a:path>
            </a:pathLst>
          </a:custGeom>
          <a:solidFill>
            <a:srgbClr val="D379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 txBox="1"/>
          <p:nvPr/>
        </p:nvSpPr>
        <p:spPr>
          <a:xfrm>
            <a:off x="2056395" y="3253446"/>
            <a:ext cx="362585" cy="106680"/>
          </a:xfrm>
          <a:prstGeom prst="rect">
            <a:avLst/>
          </a:prstGeom>
          <a:solidFill>
            <a:srgbClr val="D37968"/>
          </a:solidFill>
        </p:spPr>
        <p:txBody>
          <a:bodyPr vert="horz" wrap="square" lIns="0" tIns="0" rIns="0" bIns="0" rtlCol="0">
            <a:spAutoFit/>
          </a:bodyPr>
          <a:lstStyle/>
          <a:p>
            <a:pPr marL="64135">
              <a:lnSpc>
                <a:spcPts val="830"/>
              </a:lnSpc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conv2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84" name="object 284"/>
          <p:cNvSpPr/>
          <p:nvPr/>
        </p:nvSpPr>
        <p:spPr>
          <a:xfrm>
            <a:off x="1104519" y="3065081"/>
            <a:ext cx="469900" cy="212090"/>
          </a:xfrm>
          <a:custGeom>
            <a:avLst/>
            <a:gdLst/>
            <a:ahLst/>
            <a:cxnLst/>
            <a:rect l="l" t="t" r="r" b="b"/>
            <a:pathLst>
              <a:path w="469900" h="212089">
                <a:moveTo>
                  <a:pt x="469709" y="105943"/>
                </a:moveTo>
                <a:lnTo>
                  <a:pt x="285940" y="0"/>
                </a:lnTo>
                <a:lnTo>
                  <a:pt x="285940" y="52832"/>
                </a:lnTo>
                <a:lnTo>
                  <a:pt x="0" y="52832"/>
                </a:lnTo>
                <a:lnTo>
                  <a:pt x="0" y="159054"/>
                </a:lnTo>
                <a:lnTo>
                  <a:pt x="285940" y="159054"/>
                </a:lnTo>
                <a:lnTo>
                  <a:pt x="285940" y="211861"/>
                </a:lnTo>
                <a:lnTo>
                  <a:pt x="469709" y="105943"/>
                </a:lnTo>
                <a:close/>
              </a:path>
            </a:pathLst>
          </a:custGeom>
          <a:solidFill>
            <a:srgbClr val="D379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 txBox="1"/>
          <p:nvPr/>
        </p:nvSpPr>
        <p:spPr>
          <a:xfrm>
            <a:off x="1156364" y="3084340"/>
            <a:ext cx="30988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conv1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286" name="object 286"/>
          <p:cNvGrpSpPr/>
          <p:nvPr/>
        </p:nvGrpSpPr>
        <p:grpSpPr>
          <a:xfrm>
            <a:off x="9940297" y="3274159"/>
            <a:ext cx="561975" cy="1490980"/>
            <a:chOff x="9940297" y="3274159"/>
            <a:chExt cx="561975" cy="1490980"/>
          </a:xfrm>
        </p:grpSpPr>
        <p:sp>
          <p:nvSpPr>
            <p:cNvPr id="287" name="object 287"/>
            <p:cNvSpPr/>
            <p:nvPr/>
          </p:nvSpPr>
          <p:spPr>
            <a:xfrm>
              <a:off x="9947279" y="3279490"/>
              <a:ext cx="20955" cy="1083945"/>
            </a:xfrm>
            <a:custGeom>
              <a:avLst/>
              <a:gdLst/>
              <a:ahLst/>
              <a:cxnLst/>
              <a:rect l="l" t="t" r="r" b="b"/>
              <a:pathLst>
                <a:path w="20954" h="1083945">
                  <a:moveTo>
                    <a:pt x="19944" y="0"/>
                  </a:moveTo>
                  <a:lnTo>
                    <a:pt x="0" y="2103"/>
                  </a:lnTo>
                  <a:lnTo>
                    <a:pt x="447" y="1083702"/>
                  </a:lnTo>
                  <a:lnTo>
                    <a:pt x="20369" y="1081599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949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9947704" y="4361068"/>
              <a:ext cx="547370" cy="398780"/>
            </a:xfrm>
            <a:custGeom>
              <a:avLst/>
              <a:gdLst/>
              <a:ahLst/>
              <a:cxnLst/>
              <a:rect l="l" t="t" r="r" b="b"/>
              <a:pathLst>
                <a:path w="547370" h="398779">
                  <a:moveTo>
                    <a:pt x="19944" y="0"/>
                  </a:moveTo>
                  <a:lnTo>
                    <a:pt x="0" y="2103"/>
                  </a:lnTo>
                  <a:lnTo>
                    <a:pt x="527206" y="398616"/>
                  </a:lnTo>
                  <a:lnTo>
                    <a:pt x="547150" y="396513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A8AB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9967223" y="3279470"/>
              <a:ext cx="527685" cy="1478280"/>
            </a:xfrm>
            <a:custGeom>
              <a:avLst/>
              <a:gdLst/>
              <a:ahLst/>
              <a:cxnLst/>
              <a:rect l="l" t="t" r="r" b="b"/>
              <a:pathLst>
                <a:path w="527684" h="1478279">
                  <a:moveTo>
                    <a:pt x="0" y="0"/>
                  </a:moveTo>
                  <a:lnTo>
                    <a:pt x="425" y="1081598"/>
                  </a:lnTo>
                  <a:lnTo>
                    <a:pt x="527653" y="1478111"/>
                  </a:lnTo>
                  <a:lnTo>
                    <a:pt x="527206" y="3965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5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10474485" y="3675981"/>
              <a:ext cx="20955" cy="1083945"/>
            </a:xfrm>
            <a:custGeom>
              <a:avLst/>
              <a:gdLst/>
              <a:ahLst/>
              <a:cxnLst/>
              <a:rect l="l" t="t" r="r" b="b"/>
              <a:pathLst>
                <a:path w="20954" h="1083945">
                  <a:moveTo>
                    <a:pt x="19944" y="0"/>
                  </a:moveTo>
                  <a:lnTo>
                    <a:pt x="0" y="2103"/>
                  </a:lnTo>
                  <a:lnTo>
                    <a:pt x="425" y="1083702"/>
                  </a:lnTo>
                  <a:lnTo>
                    <a:pt x="20391" y="1081599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949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1" name="object 29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47279" y="3279490"/>
              <a:ext cx="547150" cy="1480193"/>
            </a:xfrm>
            <a:prstGeom prst="rect">
              <a:avLst/>
            </a:prstGeom>
          </p:spPr>
        </p:pic>
        <p:sp>
          <p:nvSpPr>
            <p:cNvPr id="292" name="object 292"/>
            <p:cNvSpPr/>
            <p:nvPr/>
          </p:nvSpPr>
          <p:spPr>
            <a:xfrm>
              <a:off x="9954281" y="3282422"/>
              <a:ext cx="10795" cy="8890"/>
            </a:xfrm>
            <a:custGeom>
              <a:avLst/>
              <a:gdLst/>
              <a:ahLst/>
              <a:cxnLst/>
              <a:rect l="l" t="t" r="r" b="b"/>
              <a:pathLst>
                <a:path w="10795" h="8889">
                  <a:moveTo>
                    <a:pt x="10300" y="0"/>
                  </a:moveTo>
                  <a:lnTo>
                    <a:pt x="0" y="1083"/>
                  </a:lnTo>
                  <a:lnTo>
                    <a:pt x="10280" y="20"/>
                  </a:lnTo>
                  <a:lnTo>
                    <a:pt x="10280" y="8816"/>
                  </a:lnTo>
                  <a:lnTo>
                    <a:pt x="10300" y="0"/>
                  </a:lnTo>
                  <a:close/>
                </a:path>
              </a:pathLst>
            </a:custGeom>
            <a:solidFill>
              <a:srgbClr val="616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9945065" y="3276729"/>
              <a:ext cx="25400" cy="1089660"/>
            </a:xfrm>
            <a:custGeom>
              <a:avLst/>
              <a:gdLst/>
              <a:ahLst/>
              <a:cxnLst/>
              <a:rect l="l" t="t" r="r" b="b"/>
              <a:pathLst>
                <a:path w="25400" h="1089660">
                  <a:moveTo>
                    <a:pt x="0" y="1087780"/>
                  </a:moveTo>
                  <a:lnTo>
                    <a:pt x="0" y="1089204"/>
                  </a:lnTo>
                  <a:lnTo>
                    <a:pt x="1893" y="1089204"/>
                  </a:lnTo>
                  <a:lnTo>
                    <a:pt x="0" y="1087780"/>
                  </a:lnTo>
                  <a:close/>
                </a:path>
                <a:path w="25400" h="1089660">
                  <a:moveTo>
                    <a:pt x="24818" y="0"/>
                  </a:moveTo>
                  <a:lnTo>
                    <a:pt x="22923" y="0"/>
                  </a:lnTo>
                  <a:lnTo>
                    <a:pt x="24818" y="1423"/>
                  </a:lnTo>
                  <a:lnTo>
                    <a:pt x="24818" y="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4" name="object 29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50386" y="4358689"/>
              <a:ext cx="16496" cy="6414"/>
            </a:xfrm>
            <a:prstGeom prst="rect">
              <a:avLst/>
            </a:prstGeom>
          </p:spPr>
        </p:pic>
        <p:sp>
          <p:nvSpPr>
            <p:cNvPr id="295" name="object 295"/>
            <p:cNvSpPr/>
            <p:nvPr/>
          </p:nvSpPr>
          <p:spPr>
            <a:xfrm>
              <a:off x="9940723" y="4360792"/>
              <a:ext cx="561340" cy="399415"/>
            </a:xfrm>
            <a:custGeom>
              <a:avLst/>
              <a:gdLst/>
              <a:ahLst/>
              <a:cxnLst/>
              <a:rect l="l" t="t" r="r" b="b"/>
              <a:pathLst>
                <a:path w="561340" h="399414">
                  <a:moveTo>
                    <a:pt x="4342" y="0"/>
                  </a:moveTo>
                  <a:lnTo>
                    <a:pt x="0" y="445"/>
                  </a:lnTo>
                  <a:lnTo>
                    <a:pt x="4349" y="3717"/>
                  </a:lnTo>
                  <a:lnTo>
                    <a:pt x="4342" y="0"/>
                  </a:lnTo>
                  <a:close/>
                </a:path>
                <a:path w="561340" h="399414">
                  <a:moveTo>
                    <a:pt x="556792" y="395470"/>
                  </a:moveTo>
                  <a:lnTo>
                    <a:pt x="556792" y="399188"/>
                  </a:lnTo>
                  <a:lnTo>
                    <a:pt x="561134" y="398721"/>
                  </a:lnTo>
                  <a:lnTo>
                    <a:pt x="556792" y="39547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10477593" y="4747915"/>
              <a:ext cx="10795" cy="8255"/>
            </a:xfrm>
            <a:custGeom>
              <a:avLst/>
              <a:gdLst/>
              <a:ahLst/>
              <a:cxnLst/>
              <a:rect l="l" t="t" r="r" b="b"/>
              <a:pathLst>
                <a:path w="10795" h="8254">
                  <a:moveTo>
                    <a:pt x="0" y="0"/>
                  </a:moveTo>
                  <a:lnTo>
                    <a:pt x="10280" y="7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A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9964582" y="3282231"/>
              <a:ext cx="5715" cy="13335"/>
            </a:xfrm>
            <a:custGeom>
              <a:avLst/>
              <a:gdLst/>
              <a:ahLst/>
              <a:cxnLst/>
              <a:rect l="l" t="t" r="r" b="b"/>
              <a:pathLst>
                <a:path w="5715" h="13335">
                  <a:moveTo>
                    <a:pt x="1873" y="0"/>
                  </a:moveTo>
                  <a:lnTo>
                    <a:pt x="0" y="191"/>
                  </a:lnTo>
                  <a:lnTo>
                    <a:pt x="0" y="9028"/>
                  </a:lnTo>
                  <a:lnTo>
                    <a:pt x="5321" y="13022"/>
                  </a:lnTo>
                  <a:lnTo>
                    <a:pt x="5321" y="2570"/>
                  </a:lnTo>
                  <a:lnTo>
                    <a:pt x="1873" y="0"/>
                  </a:lnTo>
                  <a:close/>
                </a:path>
              </a:pathLst>
            </a:custGeom>
            <a:solidFill>
              <a:srgbClr val="616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8" name="object 29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64582" y="3297909"/>
              <a:ext cx="507667" cy="1446011"/>
            </a:xfrm>
            <a:prstGeom prst="rect">
              <a:avLst/>
            </a:prstGeom>
          </p:spPr>
        </p:pic>
        <p:sp>
          <p:nvSpPr>
            <p:cNvPr id="299" name="object 299"/>
            <p:cNvSpPr/>
            <p:nvPr/>
          </p:nvSpPr>
          <p:spPr>
            <a:xfrm>
              <a:off x="10494109" y="4760342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3406" y="0"/>
                  </a:moveTo>
                  <a:lnTo>
                    <a:pt x="0" y="0"/>
                  </a:lnTo>
                  <a:lnTo>
                    <a:pt x="3406" y="2570"/>
                  </a:lnTo>
                  <a:lnTo>
                    <a:pt x="3406" y="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10477571" y="4741265"/>
              <a:ext cx="15240" cy="14604"/>
            </a:xfrm>
            <a:custGeom>
              <a:avLst/>
              <a:gdLst/>
              <a:ahLst/>
              <a:cxnLst/>
              <a:rect l="l" t="t" r="r" b="b"/>
              <a:pathLst>
                <a:path w="15240" h="14604">
                  <a:moveTo>
                    <a:pt x="0" y="0"/>
                  </a:moveTo>
                  <a:lnTo>
                    <a:pt x="21" y="6649"/>
                  </a:lnTo>
                  <a:lnTo>
                    <a:pt x="10302" y="14381"/>
                  </a:lnTo>
                  <a:lnTo>
                    <a:pt x="14622" y="13935"/>
                  </a:lnTo>
                  <a:lnTo>
                    <a:pt x="14622" y="109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A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9964562" y="3274159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0" y="0"/>
                  </a:moveTo>
                  <a:lnTo>
                    <a:pt x="0" y="2931"/>
                  </a:lnTo>
                  <a:lnTo>
                    <a:pt x="3418" y="25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10475272" y="3674049"/>
              <a:ext cx="12700" cy="1905"/>
            </a:xfrm>
            <a:custGeom>
              <a:avLst/>
              <a:gdLst/>
              <a:ahLst/>
              <a:cxnLst/>
              <a:rect l="l" t="t" r="r" b="b"/>
              <a:pathLst>
                <a:path w="12700" h="1904">
                  <a:moveTo>
                    <a:pt x="12174" y="0"/>
                  </a:moveTo>
                  <a:lnTo>
                    <a:pt x="0" y="1295"/>
                  </a:lnTo>
                  <a:lnTo>
                    <a:pt x="12174" y="0"/>
                  </a:lnTo>
                  <a:close/>
                </a:path>
              </a:pathLst>
            </a:custGeom>
            <a:solidFill>
              <a:srgbClr val="616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10472250" y="3678382"/>
              <a:ext cx="25400" cy="1084580"/>
            </a:xfrm>
            <a:custGeom>
              <a:avLst/>
              <a:gdLst/>
              <a:ahLst/>
              <a:cxnLst/>
              <a:rect l="l" t="t" r="r" b="b"/>
              <a:pathLst>
                <a:path w="25400" h="1084579">
                  <a:moveTo>
                    <a:pt x="0" y="1082619"/>
                  </a:moveTo>
                  <a:lnTo>
                    <a:pt x="0" y="1084063"/>
                  </a:lnTo>
                  <a:lnTo>
                    <a:pt x="1915" y="1084063"/>
                  </a:lnTo>
                  <a:lnTo>
                    <a:pt x="0" y="1082619"/>
                  </a:lnTo>
                  <a:close/>
                </a:path>
                <a:path w="25400" h="1084579">
                  <a:moveTo>
                    <a:pt x="24839" y="0"/>
                  </a:moveTo>
                  <a:lnTo>
                    <a:pt x="22199" y="276"/>
                  </a:lnTo>
                  <a:lnTo>
                    <a:pt x="22626" y="1079219"/>
                  </a:lnTo>
                  <a:lnTo>
                    <a:pt x="22434" y="1079219"/>
                  </a:lnTo>
                  <a:lnTo>
                    <a:pt x="5342" y="1081025"/>
                  </a:lnTo>
                  <a:lnTo>
                    <a:pt x="5342" y="1083702"/>
                  </a:lnTo>
                  <a:lnTo>
                    <a:pt x="25265" y="1081599"/>
                  </a:lnTo>
                  <a:lnTo>
                    <a:pt x="24840" y="276"/>
                  </a:lnTo>
                  <a:lnTo>
                    <a:pt x="24839" y="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10477593" y="4757793"/>
              <a:ext cx="15875" cy="1905"/>
            </a:xfrm>
            <a:custGeom>
              <a:avLst/>
              <a:gdLst/>
              <a:ahLst/>
              <a:cxnLst/>
              <a:rect l="l" t="t" r="r" b="b"/>
              <a:pathLst>
                <a:path w="15875" h="1904">
                  <a:moveTo>
                    <a:pt x="15367" y="0"/>
                  </a:moveTo>
                  <a:lnTo>
                    <a:pt x="0" y="1614"/>
                  </a:lnTo>
                  <a:lnTo>
                    <a:pt x="15367" y="0"/>
                  </a:lnTo>
                  <a:close/>
                </a:path>
              </a:pathLst>
            </a:custGeom>
            <a:solidFill>
              <a:srgbClr val="616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10477593" y="3678659"/>
              <a:ext cx="17780" cy="1080770"/>
            </a:xfrm>
            <a:custGeom>
              <a:avLst/>
              <a:gdLst/>
              <a:ahLst/>
              <a:cxnLst/>
              <a:rect l="l" t="t" r="r" b="b"/>
              <a:pathLst>
                <a:path w="17779" h="1080770">
                  <a:moveTo>
                    <a:pt x="16856" y="0"/>
                  </a:moveTo>
                  <a:lnTo>
                    <a:pt x="14175" y="275"/>
                  </a:lnTo>
                  <a:lnTo>
                    <a:pt x="14601" y="1076542"/>
                  </a:lnTo>
                  <a:lnTo>
                    <a:pt x="0" y="1078071"/>
                  </a:lnTo>
                  <a:lnTo>
                    <a:pt x="0" y="1080748"/>
                  </a:lnTo>
                  <a:lnTo>
                    <a:pt x="17283" y="1078922"/>
                  </a:lnTo>
                  <a:lnTo>
                    <a:pt x="16856" y="0"/>
                  </a:lnTo>
                  <a:close/>
                </a:path>
              </a:pathLst>
            </a:custGeom>
            <a:solidFill>
              <a:srgbClr val="595A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9948063" y="3276739"/>
              <a:ext cx="553720" cy="401955"/>
            </a:xfrm>
            <a:custGeom>
              <a:avLst/>
              <a:gdLst/>
              <a:ahLst/>
              <a:cxnLst/>
              <a:rect l="l" t="t" r="r" b="b"/>
              <a:pathLst>
                <a:path w="553720" h="401954">
                  <a:moveTo>
                    <a:pt x="553364" y="401205"/>
                  </a:moveTo>
                  <a:lnTo>
                    <a:pt x="549021" y="397929"/>
                  </a:lnTo>
                  <a:lnTo>
                    <a:pt x="549021" y="396506"/>
                  </a:lnTo>
                  <a:lnTo>
                    <a:pt x="547128" y="396506"/>
                  </a:lnTo>
                  <a:lnTo>
                    <a:pt x="23558" y="2730"/>
                  </a:lnTo>
                  <a:lnTo>
                    <a:pt x="19926" y="0"/>
                  </a:lnTo>
                  <a:lnTo>
                    <a:pt x="0" y="2095"/>
                  </a:lnTo>
                  <a:lnTo>
                    <a:pt x="3111" y="4432"/>
                  </a:lnTo>
                  <a:lnTo>
                    <a:pt x="19151" y="2730"/>
                  </a:lnTo>
                  <a:lnTo>
                    <a:pt x="546366" y="399249"/>
                  </a:lnTo>
                  <a:lnTo>
                    <a:pt x="546379" y="401929"/>
                  </a:lnTo>
                  <a:lnTo>
                    <a:pt x="553364" y="401205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10477166" y="3676003"/>
              <a:ext cx="17780" cy="5080"/>
            </a:xfrm>
            <a:custGeom>
              <a:avLst/>
              <a:gdLst/>
              <a:ahLst/>
              <a:cxnLst/>
              <a:rect l="l" t="t" r="r" b="b"/>
              <a:pathLst>
                <a:path w="17779" h="5079">
                  <a:moveTo>
                    <a:pt x="17263" y="0"/>
                  </a:moveTo>
                  <a:lnTo>
                    <a:pt x="0" y="1805"/>
                  </a:lnTo>
                  <a:lnTo>
                    <a:pt x="0" y="4481"/>
                  </a:lnTo>
                  <a:lnTo>
                    <a:pt x="17283" y="2655"/>
                  </a:lnTo>
                  <a:lnTo>
                    <a:pt x="17263" y="0"/>
                  </a:lnTo>
                  <a:close/>
                </a:path>
              </a:pathLst>
            </a:custGeom>
            <a:solidFill>
              <a:srgbClr val="595A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9951174" y="3279490"/>
              <a:ext cx="543560" cy="398780"/>
            </a:xfrm>
            <a:custGeom>
              <a:avLst/>
              <a:gdLst/>
              <a:ahLst/>
              <a:cxnLst/>
              <a:rect l="l" t="t" r="r" b="b"/>
              <a:pathLst>
                <a:path w="543559" h="398779">
                  <a:moveTo>
                    <a:pt x="16048" y="0"/>
                  </a:moveTo>
                  <a:lnTo>
                    <a:pt x="0" y="1678"/>
                  </a:lnTo>
                  <a:lnTo>
                    <a:pt x="3107" y="4015"/>
                  </a:lnTo>
                  <a:lnTo>
                    <a:pt x="15281" y="2740"/>
                  </a:lnTo>
                  <a:lnTo>
                    <a:pt x="536272" y="394558"/>
                  </a:lnTo>
                  <a:lnTo>
                    <a:pt x="524098" y="395853"/>
                  </a:lnTo>
                  <a:lnTo>
                    <a:pt x="525992" y="397277"/>
                  </a:lnTo>
                  <a:lnTo>
                    <a:pt x="525992" y="398318"/>
                  </a:lnTo>
                  <a:lnTo>
                    <a:pt x="543255" y="396513"/>
                  </a:lnTo>
                  <a:lnTo>
                    <a:pt x="16048" y="0"/>
                  </a:lnTo>
                  <a:close/>
                </a:path>
              </a:pathLst>
            </a:custGeom>
            <a:solidFill>
              <a:srgbClr val="616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9940290" y="3276269"/>
              <a:ext cx="537845" cy="1489075"/>
            </a:xfrm>
            <a:custGeom>
              <a:avLst/>
              <a:gdLst/>
              <a:ahLst/>
              <a:cxnLst/>
              <a:rect l="l" t="t" r="r" b="b"/>
              <a:pathLst>
                <a:path w="537845" h="1489075">
                  <a:moveTo>
                    <a:pt x="537298" y="1483144"/>
                  </a:moveTo>
                  <a:lnTo>
                    <a:pt x="534631" y="1483436"/>
                  </a:lnTo>
                  <a:lnTo>
                    <a:pt x="7404" y="1086904"/>
                  </a:lnTo>
                  <a:lnTo>
                    <a:pt x="6985" y="5334"/>
                  </a:lnTo>
                  <a:lnTo>
                    <a:pt x="10883" y="4902"/>
                  </a:lnTo>
                  <a:lnTo>
                    <a:pt x="4343" y="0"/>
                  </a:lnTo>
                  <a:lnTo>
                    <a:pt x="4343" y="2933"/>
                  </a:lnTo>
                  <a:lnTo>
                    <a:pt x="0" y="3390"/>
                  </a:lnTo>
                  <a:lnTo>
                    <a:pt x="4318" y="6642"/>
                  </a:lnTo>
                  <a:lnTo>
                    <a:pt x="4775" y="1088250"/>
                  </a:lnTo>
                  <a:lnTo>
                    <a:pt x="537298" y="1488757"/>
                  </a:lnTo>
                  <a:lnTo>
                    <a:pt x="537298" y="1483144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10474737" y="4759407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5">
                  <a:moveTo>
                    <a:pt x="2855" y="0"/>
                  </a:moveTo>
                  <a:lnTo>
                    <a:pt x="0" y="297"/>
                  </a:lnTo>
                  <a:lnTo>
                    <a:pt x="195" y="297"/>
                  </a:lnTo>
                  <a:lnTo>
                    <a:pt x="2855" y="0"/>
                  </a:lnTo>
                  <a:close/>
                </a:path>
              </a:pathLst>
            </a:custGeom>
            <a:solidFill>
              <a:srgbClr val="616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10474505" y="3677809"/>
              <a:ext cx="3175" cy="1082040"/>
            </a:xfrm>
            <a:custGeom>
              <a:avLst/>
              <a:gdLst/>
              <a:ahLst/>
              <a:cxnLst/>
              <a:rect l="l" t="t" r="r" b="b"/>
              <a:pathLst>
                <a:path w="3175" h="1082039">
                  <a:moveTo>
                    <a:pt x="2660" y="297"/>
                  </a:moveTo>
                  <a:lnTo>
                    <a:pt x="0" y="297"/>
                  </a:lnTo>
                  <a:lnTo>
                    <a:pt x="419" y="1063456"/>
                  </a:lnTo>
                  <a:lnTo>
                    <a:pt x="426" y="1081598"/>
                  </a:lnTo>
                  <a:lnTo>
                    <a:pt x="634" y="1081598"/>
                  </a:lnTo>
                  <a:lnTo>
                    <a:pt x="2023" y="1079750"/>
                  </a:lnTo>
                  <a:lnTo>
                    <a:pt x="3085" y="1079750"/>
                  </a:lnTo>
                  <a:lnTo>
                    <a:pt x="3065" y="1063456"/>
                  </a:lnTo>
                  <a:lnTo>
                    <a:pt x="2660" y="297"/>
                  </a:lnTo>
                  <a:close/>
                </a:path>
                <a:path w="3175" h="1082039">
                  <a:moveTo>
                    <a:pt x="3085" y="1079750"/>
                  </a:moveTo>
                  <a:lnTo>
                    <a:pt x="2023" y="1079750"/>
                  </a:lnTo>
                  <a:lnTo>
                    <a:pt x="647" y="1081598"/>
                  </a:lnTo>
                  <a:lnTo>
                    <a:pt x="3087" y="1081598"/>
                  </a:lnTo>
                  <a:lnTo>
                    <a:pt x="3085" y="1079750"/>
                  </a:lnTo>
                  <a:close/>
                </a:path>
                <a:path w="3175" h="1082039">
                  <a:moveTo>
                    <a:pt x="2660" y="297"/>
                  </a:moveTo>
                  <a:lnTo>
                    <a:pt x="2660" y="0"/>
                  </a:lnTo>
                  <a:lnTo>
                    <a:pt x="3065" y="1063456"/>
                  </a:lnTo>
                  <a:lnTo>
                    <a:pt x="2660" y="297"/>
                  </a:lnTo>
                  <a:close/>
                </a:path>
              </a:pathLst>
            </a:custGeom>
            <a:solidFill>
              <a:srgbClr val="595A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2" name="object 31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47300" y="3281169"/>
              <a:ext cx="529865" cy="1478514"/>
            </a:xfrm>
            <a:prstGeom prst="rect">
              <a:avLst/>
            </a:prstGeom>
          </p:spPr>
        </p:pic>
      </p:grpSp>
      <p:sp>
        <p:nvSpPr>
          <p:cNvPr id="313" name="object 313"/>
          <p:cNvSpPr txBox="1"/>
          <p:nvPr/>
        </p:nvSpPr>
        <p:spPr>
          <a:xfrm rot="2160000">
            <a:off x="9916350" y="4526788"/>
            <a:ext cx="479999" cy="102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0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136</a:t>
            </a:r>
            <a:r>
              <a:rPr sz="8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800" spc="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320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314" name="object 314"/>
          <p:cNvGrpSpPr/>
          <p:nvPr/>
        </p:nvGrpSpPr>
        <p:grpSpPr>
          <a:xfrm>
            <a:off x="997822" y="3229419"/>
            <a:ext cx="659130" cy="1513205"/>
            <a:chOff x="997822" y="3229419"/>
            <a:chExt cx="659130" cy="1513205"/>
          </a:xfrm>
        </p:grpSpPr>
        <p:sp>
          <p:nvSpPr>
            <p:cNvPr id="315" name="object 315"/>
            <p:cNvSpPr/>
            <p:nvPr/>
          </p:nvSpPr>
          <p:spPr>
            <a:xfrm>
              <a:off x="998245" y="3231997"/>
              <a:ext cx="659130" cy="1497330"/>
            </a:xfrm>
            <a:custGeom>
              <a:avLst/>
              <a:gdLst/>
              <a:ahLst/>
              <a:cxnLst/>
              <a:rect l="l" t="t" r="r" b="b"/>
              <a:pathLst>
                <a:path w="659130" h="1497329">
                  <a:moveTo>
                    <a:pt x="4356" y="1096378"/>
                  </a:moveTo>
                  <a:lnTo>
                    <a:pt x="4343" y="1092669"/>
                  </a:lnTo>
                  <a:lnTo>
                    <a:pt x="0" y="1093114"/>
                  </a:lnTo>
                  <a:lnTo>
                    <a:pt x="4356" y="1096378"/>
                  </a:lnTo>
                  <a:close/>
                </a:path>
                <a:path w="659130" h="1497329">
                  <a:moveTo>
                    <a:pt x="6235" y="1097788"/>
                  </a:moveTo>
                  <a:lnTo>
                    <a:pt x="4356" y="1096378"/>
                  </a:lnTo>
                  <a:lnTo>
                    <a:pt x="4356" y="1097788"/>
                  </a:lnTo>
                  <a:lnTo>
                    <a:pt x="6235" y="1097788"/>
                  </a:lnTo>
                  <a:close/>
                </a:path>
                <a:path w="659130" h="1497329">
                  <a:moveTo>
                    <a:pt x="108927" y="0"/>
                  </a:moveTo>
                  <a:lnTo>
                    <a:pt x="107035" y="0"/>
                  </a:lnTo>
                  <a:lnTo>
                    <a:pt x="108927" y="1422"/>
                  </a:lnTo>
                  <a:lnTo>
                    <a:pt x="108927" y="0"/>
                  </a:lnTo>
                  <a:close/>
                </a:path>
                <a:path w="659130" h="1497329">
                  <a:moveTo>
                    <a:pt x="658596" y="1496288"/>
                  </a:moveTo>
                  <a:lnTo>
                    <a:pt x="654278" y="1493037"/>
                  </a:lnTo>
                  <a:lnTo>
                    <a:pt x="654278" y="1496758"/>
                  </a:lnTo>
                  <a:lnTo>
                    <a:pt x="658596" y="1496288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1002611" y="4328353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4">
                  <a:moveTo>
                    <a:pt x="0" y="0"/>
                  </a:moveTo>
                  <a:lnTo>
                    <a:pt x="1873" y="1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1101863" y="3229419"/>
              <a:ext cx="551180" cy="1502410"/>
            </a:xfrm>
            <a:custGeom>
              <a:avLst/>
              <a:gdLst/>
              <a:ahLst/>
              <a:cxnLst/>
              <a:rect l="l" t="t" r="r" b="b"/>
              <a:pathLst>
                <a:path w="551180" h="1502410">
                  <a:moveTo>
                    <a:pt x="550661" y="1499694"/>
                  </a:moveTo>
                  <a:lnTo>
                    <a:pt x="547235" y="1499694"/>
                  </a:lnTo>
                  <a:lnTo>
                    <a:pt x="550661" y="1502243"/>
                  </a:lnTo>
                  <a:lnTo>
                    <a:pt x="550661" y="1499694"/>
                  </a:lnTo>
                  <a:close/>
                </a:path>
                <a:path w="551180" h="1502410">
                  <a:moveTo>
                    <a:pt x="0" y="0"/>
                  </a:moveTo>
                  <a:lnTo>
                    <a:pt x="0" y="2570"/>
                  </a:lnTo>
                  <a:lnTo>
                    <a:pt x="3426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1649098" y="4728732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10" h="635">
                  <a:moveTo>
                    <a:pt x="3426" y="0"/>
                  </a:moveTo>
                  <a:lnTo>
                    <a:pt x="0" y="360"/>
                  </a:lnTo>
                  <a:lnTo>
                    <a:pt x="3426" y="21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1549399" y="4739269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3426" y="0"/>
                  </a:moveTo>
                  <a:lnTo>
                    <a:pt x="85" y="339"/>
                  </a:lnTo>
                  <a:lnTo>
                    <a:pt x="3426" y="2909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1004484" y="4329372"/>
              <a:ext cx="543560" cy="408940"/>
            </a:xfrm>
            <a:custGeom>
              <a:avLst/>
              <a:gdLst/>
              <a:ahLst/>
              <a:cxnLst/>
              <a:rect l="l" t="t" r="r" b="b"/>
              <a:pathLst>
                <a:path w="543560" h="408939">
                  <a:moveTo>
                    <a:pt x="3958" y="0"/>
                  </a:moveTo>
                  <a:lnTo>
                    <a:pt x="0" y="403"/>
                  </a:lnTo>
                  <a:lnTo>
                    <a:pt x="543020" y="408813"/>
                  </a:lnTo>
                  <a:lnTo>
                    <a:pt x="543020" y="405413"/>
                  </a:lnTo>
                  <a:lnTo>
                    <a:pt x="3958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1002164" y="3239935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0" y="0"/>
                  </a:moveTo>
                  <a:lnTo>
                    <a:pt x="0" y="2570"/>
                  </a:lnTo>
                  <a:lnTo>
                    <a:pt x="3426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1002157" y="3246589"/>
              <a:ext cx="3175" cy="1082040"/>
            </a:xfrm>
            <a:custGeom>
              <a:avLst/>
              <a:gdLst/>
              <a:ahLst/>
              <a:cxnLst/>
              <a:rect l="l" t="t" r="r" b="b"/>
              <a:pathLst>
                <a:path w="3175" h="1082039">
                  <a:moveTo>
                    <a:pt x="3149" y="1077772"/>
                  </a:moveTo>
                  <a:lnTo>
                    <a:pt x="2730" y="2044"/>
                  </a:lnTo>
                  <a:lnTo>
                    <a:pt x="0" y="0"/>
                  </a:lnTo>
                  <a:lnTo>
                    <a:pt x="431" y="1078077"/>
                  </a:lnTo>
                  <a:lnTo>
                    <a:pt x="431" y="1081786"/>
                  </a:lnTo>
                  <a:lnTo>
                    <a:pt x="444" y="1078077"/>
                  </a:lnTo>
                  <a:lnTo>
                    <a:pt x="3149" y="1077772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1002590" y="4324358"/>
              <a:ext cx="6350" cy="5715"/>
            </a:xfrm>
            <a:custGeom>
              <a:avLst/>
              <a:gdLst/>
              <a:ahLst/>
              <a:cxnLst/>
              <a:rect l="l" t="t" r="r" b="b"/>
              <a:pathLst>
                <a:path w="6350" h="5714">
                  <a:moveTo>
                    <a:pt x="2724" y="0"/>
                  </a:moveTo>
                  <a:lnTo>
                    <a:pt x="21" y="297"/>
                  </a:lnTo>
                  <a:lnTo>
                    <a:pt x="0" y="3994"/>
                  </a:lnTo>
                  <a:lnTo>
                    <a:pt x="1894" y="5417"/>
                  </a:lnTo>
                  <a:lnTo>
                    <a:pt x="5853" y="5013"/>
                  </a:lnTo>
                  <a:lnTo>
                    <a:pt x="2724" y="2655"/>
                  </a:lnTo>
                  <a:lnTo>
                    <a:pt x="2724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1008443" y="4329372"/>
              <a:ext cx="539115" cy="405765"/>
            </a:xfrm>
            <a:custGeom>
              <a:avLst/>
              <a:gdLst/>
              <a:ahLst/>
              <a:cxnLst/>
              <a:rect l="l" t="t" r="r" b="b"/>
              <a:pathLst>
                <a:path w="539115" h="405764">
                  <a:moveTo>
                    <a:pt x="0" y="0"/>
                  </a:moveTo>
                  <a:lnTo>
                    <a:pt x="539061" y="405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9D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5" name="object 3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04889" y="3248624"/>
              <a:ext cx="60534" cy="1080344"/>
            </a:xfrm>
            <a:prstGeom prst="rect">
              <a:avLst/>
            </a:prstGeom>
          </p:spPr>
        </p:pic>
        <p:pic>
          <p:nvPicPr>
            <p:cNvPr id="326" name="object 3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04890" y="3248624"/>
              <a:ext cx="542614" cy="1486151"/>
            </a:xfrm>
            <a:prstGeom prst="rect">
              <a:avLst/>
            </a:prstGeom>
          </p:spPr>
        </p:pic>
        <p:pic>
          <p:nvPicPr>
            <p:cNvPr id="327" name="object 3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5444" y="4319281"/>
              <a:ext cx="482039" cy="366602"/>
            </a:xfrm>
            <a:prstGeom prst="rect">
              <a:avLst/>
            </a:prstGeom>
          </p:spPr>
        </p:pic>
        <p:pic>
          <p:nvPicPr>
            <p:cNvPr id="328" name="object 3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07205" y="3325590"/>
              <a:ext cx="440257" cy="1320418"/>
            </a:xfrm>
            <a:prstGeom prst="rect">
              <a:avLst/>
            </a:prstGeom>
          </p:spPr>
        </p:pic>
        <p:pic>
          <p:nvPicPr>
            <p:cNvPr id="329" name="object 3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47615" y="3869193"/>
              <a:ext cx="92737" cy="74819"/>
            </a:xfrm>
            <a:prstGeom prst="rect">
              <a:avLst/>
            </a:prstGeom>
          </p:spPr>
        </p:pic>
        <p:pic>
          <p:nvPicPr>
            <p:cNvPr id="330" name="object 3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14496" y="3639910"/>
              <a:ext cx="132689" cy="307969"/>
            </a:xfrm>
            <a:prstGeom prst="rect">
              <a:avLst/>
            </a:prstGeom>
          </p:spPr>
        </p:pic>
        <p:pic>
          <p:nvPicPr>
            <p:cNvPr id="331" name="object 3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70074" y="3642862"/>
              <a:ext cx="92716" cy="68383"/>
            </a:xfrm>
            <a:prstGeom prst="rect">
              <a:avLst/>
            </a:prstGeom>
          </p:spPr>
        </p:pic>
        <p:pic>
          <p:nvPicPr>
            <p:cNvPr id="332" name="object 33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01884" y="3321596"/>
              <a:ext cx="5725" cy="993607"/>
            </a:xfrm>
            <a:prstGeom prst="rect">
              <a:avLst/>
            </a:prstGeom>
          </p:spPr>
        </p:pic>
        <p:sp>
          <p:nvSpPr>
            <p:cNvPr id="333" name="object 333"/>
            <p:cNvSpPr/>
            <p:nvPr/>
          </p:nvSpPr>
          <p:spPr>
            <a:xfrm>
              <a:off x="1552806" y="4689897"/>
              <a:ext cx="90170" cy="44450"/>
            </a:xfrm>
            <a:custGeom>
              <a:avLst/>
              <a:gdLst/>
              <a:ahLst/>
              <a:cxnLst/>
              <a:rect l="l" t="t" r="r" b="b"/>
              <a:pathLst>
                <a:path w="90169" h="44450">
                  <a:moveTo>
                    <a:pt x="0" y="0"/>
                  </a:moveTo>
                  <a:lnTo>
                    <a:pt x="20" y="44016"/>
                  </a:lnTo>
                  <a:lnTo>
                    <a:pt x="90055" y="34521"/>
                  </a:lnTo>
                  <a:lnTo>
                    <a:pt x="50147" y="4504"/>
                  </a:lnTo>
                  <a:lnTo>
                    <a:pt x="50167" y="377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1602953" y="4694402"/>
              <a:ext cx="40005" cy="30480"/>
            </a:xfrm>
            <a:custGeom>
              <a:avLst/>
              <a:gdLst/>
              <a:ahLst/>
              <a:cxnLst/>
              <a:rect l="l" t="t" r="r" b="b"/>
              <a:pathLst>
                <a:path w="40005" h="30479">
                  <a:moveTo>
                    <a:pt x="0" y="0"/>
                  </a:moveTo>
                  <a:lnTo>
                    <a:pt x="39908" y="300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5" name="object 3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02288" y="3637297"/>
              <a:ext cx="500713" cy="1090350"/>
            </a:xfrm>
            <a:prstGeom prst="rect">
              <a:avLst/>
            </a:prstGeom>
          </p:spPr>
        </p:pic>
        <p:sp>
          <p:nvSpPr>
            <p:cNvPr id="336" name="object 336"/>
            <p:cNvSpPr/>
            <p:nvPr/>
          </p:nvSpPr>
          <p:spPr>
            <a:xfrm>
              <a:off x="1602548" y="3647536"/>
              <a:ext cx="45085" cy="1073785"/>
            </a:xfrm>
            <a:custGeom>
              <a:avLst/>
              <a:gdLst/>
              <a:ahLst/>
              <a:cxnLst/>
              <a:rect l="l" t="t" r="r" b="b"/>
              <a:pathLst>
                <a:path w="45085" h="1073785">
                  <a:moveTo>
                    <a:pt x="44230" y="0"/>
                  </a:moveTo>
                  <a:lnTo>
                    <a:pt x="0" y="4653"/>
                  </a:lnTo>
                  <a:lnTo>
                    <a:pt x="405" y="1040216"/>
                  </a:lnTo>
                  <a:lnTo>
                    <a:pt x="44655" y="1073484"/>
                  </a:lnTo>
                  <a:lnTo>
                    <a:pt x="44329" y="250993"/>
                  </a:lnTo>
                  <a:lnTo>
                    <a:pt x="10579" y="250993"/>
                  </a:lnTo>
                  <a:lnTo>
                    <a:pt x="7833" y="246447"/>
                  </a:lnTo>
                  <a:lnTo>
                    <a:pt x="26266" y="235464"/>
                  </a:lnTo>
                  <a:lnTo>
                    <a:pt x="44323" y="235464"/>
                  </a:lnTo>
                  <a:lnTo>
                    <a:pt x="44298" y="172944"/>
                  </a:lnTo>
                  <a:lnTo>
                    <a:pt x="15453" y="172944"/>
                  </a:lnTo>
                  <a:lnTo>
                    <a:pt x="13728" y="167930"/>
                  </a:lnTo>
                  <a:lnTo>
                    <a:pt x="34333" y="160836"/>
                  </a:lnTo>
                  <a:lnTo>
                    <a:pt x="44294" y="160836"/>
                  </a:lnTo>
                  <a:lnTo>
                    <a:pt x="44254" y="61564"/>
                  </a:lnTo>
                  <a:lnTo>
                    <a:pt x="36887" y="61564"/>
                  </a:lnTo>
                  <a:lnTo>
                    <a:pt x="16474" y="60905"/>
                  </a:lnTo>
                  <a:lnTo>
                    <a:pt x="16623" y="56253"/>
                  </a:lnTo>
                  <a:lnTo>
                    <a:pt x="16644" y="55595"/>
                  </a:lnTo>
                  <a:lnTo>
                    <a:pt x="44252" y="55595"/>
                  </a:lnTo>
                  <a:lnTo>
                    <a:pt x="44239" y="24133"/>
                  </a:lnTo>
                  <a:lnTo>
                    <a:pt x="34695" y="24133"/>
                  </a:lnTo>
                  <a:lnTo>
                    <a:pt x="14154" y="20712"/>
                  </a:lnTo>
                  <a:lnTo>
                    <a:pt x="15027" y="15466"/>
                  </a:lnTo>
                  <a:lnTo>
                    <a:pt x="44236" y="15466"/>
                  </a:lnTo>
                  <a:lnTo>
                    <a:pt x="44230" y="0"/>
                  </a:lnTo>
                  <a:close/>
                </a:path>
                <a:path w="45085" h="1073785">
                  <a:moveTo>
                    <a:pt x="44323" y="235464"/>
                  </a:moveTo>
                  <a:lnTo>
                    <a:pt x="26266" y="235464"/>
                  </a:lnTo>
                  <a:lnTo>
                    <a:pt x="28990" y="240032"/>
                  </a:lnTo>
                  <a:lnTo>
                    <a:pt x="10579" y="250993"/>
                  </a:lnTo>
                  <a:lnTo>
                    <a:pt x="44329" y="250993"/>
                  </a:lnTo>
                  <a:lnTo>
                    <a:pt x="44323" y="235464"/>
                  </a:lnTo>
                  <a:close/>
                </a:path>
                <a:path w="45085" h="1073785">
                  <a:moveTo>
                    <a:pt x="44294" y="160836"/>
                  </a:moveTo>
                  <a:lnTo>
                    <a:pt x="34333" y="160836"/>
                  </a:lnTo>
                  <a:lnTo>
                    <a:pt x="36056" y="165870"/>
                  </a:lnTo>
                  <a:lnTo>
                    <a:pt x="15453" y="172944"/>
                  </a:lnTo>
                  <a:lnTo>
                    <a:pt x="44298" y="172944"/>
                  </a:lnTo>
                  <a:lnTo>
                    <a:pt x="44294" y="160836"/>
                  </a:lnTo>
                  <a:close/>
                </a:path>
                <a:path w="45085" h="1073785">
                  <a:moveTo>
                    <a:pt x="44252" y="55595"/>
                  </a:moveTo>
                  <a:lnTo>
                    <a:pt x="16644" y="55595"/>
                  </a:lnTo>
                  <a:lnTo>
                    <a:pt x="37057" y="56253"/>
                  </a:lnTo>
                  <a:lnTo>
                    <a:pt x="36908" y="60905"/>
                  </a:lnTo>
                  <a:lnTo>
                    <a:pt x="36887" y="61564"/>
                  </a:lnTo>
                  <a:lnTo>
                    <a:pt x="44254" y="61564"/>
                  </a:lnTo>
                  <a:lnTo>
                    <a:pt x="44252" y="55595"/>
                  </a:lnTo>
                  <a:close/>
                </a:path>
                <a:path w="45085" h="1073785">
                  <a:moveTo>
                    <a:pt x="44236" y="15466"/>
                  </a:moveTo>
                  <a:lnTo>
                    <a:pt x="15027" y="15466"/>
                  </a:lnTo>
                  <a:lnTo>
                    <a:pt x="35589" y="18886"/>
                  </a:lnTo>
                  <a:lnTo>
                    <a:pt x="34695" y="24133"/>
                  </a:lnTo>
                  <a:lnTo>
                    <a:pt x="44239" y="24133"/>
                  </a:lnTo>
                  <a:lnTo>
                    <a:pt x="44236" y="15466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1610372" y="3663009"/>
              <a:ext cx="29845" cy="235585"/>
            </a:xfrm>
            <a:custGeom>
              <a:avLst/>
              <a:gdLst/>
              <a:ahLst/>
              <a:cxnLst/>
              <a:rect l="l" t="t" r="r" b="b"/>
              <a:pathLst>
                <a:path w="29844" h="235585">
                  <a:moveTo>
                    <a:pt x="21158" y="224561"/>
                  </a:moveTo>
                  <a:lnTo>
                    <a:pt x="18440" y="220002"/>
                  </a:lnTo>
                  <a:lnTo>
                    <a:pt x="0" y="230974"/>
                  </a:lnTo>
                  <a:lnTo>
                    <a:pt x="2743" y="235521"/>
                  </a:lnTo>
                  <a:lnTo>
                    <a:pt x="21158" y="224561"/>
                  </a:lnTo>
                  <a:close/>
                </a:path>
                <a:path w="29844" h="235585">
                  <a:moveTo>
                    <a:pt x="27762" y="3416"/>
                  </a:moveTo>
                  <a:lnTo>
                    <a:pt x="7200" y="0"/>
                  </a:lnTo>
                  <a:lnTo>
                    <a:pt x="6324" y="5245"/>
                  </a:lnTo>
                  <a:lnTo>
                    <a:pt x="26860" y="8661"/>
                  </a:lnTo>
                  <a:lnTo>
                    <a:pt x="27762" y="3416"/>
                  </a:lnTo>
                  <a:close/>
                </a:path>
                <a:path w="29844" h="235585">
                  <a:moveTo>
                    <a:pt x="28232" y="150406"/>
                  </a:moveTo>
                  <a:lnTo>
                    <a:pt x="26504" y="145364"/>
                  </a:lnTo>
                  <a:lnTo>
                    <a:pt x="5892" y="152463"/>
                  </a:lnTo>
                  <a:lnTo>
                    <a:pt x="7620" y="157480"/>
                  </a:lnTo>
                  <a:lnTo>
                    <a:pt x="28232" y="150406"/>
                  </a:lnTo>
                  <a:close/>
                </a:path>
                <a:path w="29844" h="235585">
                  <a:moveTo>
                    <a:pt x="29222" y="40779"/>
                  </a:moveTo>
                  <a:lnTo>
                    <a:pt x="8813" y="40132"/>
                  </a:lnTo>
                  <a:lnTo>
                    <a:pt x="8648" y="45440"/>
                  </a:lnTo>
                  <a:lnTo>
                    <a:pt x="29057" y="46101"/>
                  </a:lnTo>
                  <a:lnTo>
                    <a:pt x="29222" y="40779"/>
                  </a:lnTo>
                  <a:close/>
                </a:path>
              </a:pathLst>
            </a:custGeom>
            <a:solidFill>
              <a:srgbClr val="845F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1602953" y="4687752"/>
              <a:ext cx="44450" cy="36830"/>
            </a:xfrm>
            <a:custGeom>
              <a:avLst/>
              <a:gdLst/>
              <a:ahLst/>
              <a:cxnLst/>
              <a:rect l="l" t="t" r="r" b="b"/>
              <a:pathLst>
                <a:path w="44450" h="36829">
                  <a:moveTo>
                    <a:pt x="0" y="0"/>
                  </a:moveTo>
                  <a:lnTo>
                    <a:pt x="0" y="6649"/>
                  </a:lnTo>
                  <a:lnTo>
                    <a:pt x="39930" y="36666"/>
                  </a:lnTo>
                  <a:lnTo>
                    <a:pt x="44250" y="36198"/>
                  </a:lnTo>
                  <a:lnTo>
                    <a:pt x="44250" y="33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1552806" y="4689897"/>
              <a:ext cx="635" cy="44450"/>
            </a:xfrm>
            <a:custGeom>
              <a:avLst/>
              <a:gdLst/>
              <a:ahLst/>
              <a:cxnLst/>
              <a:rect l="l" t="t" r="r" b="b"/>
              <a:pathLst>
                <a:path w="634" h="44450">
                  <a:moveTo>
                    <a:pt x="0" y="0"/>
                  </a:moveTo>
                  <a:lnTo>
                    <a:pt x="20" y="440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D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1602953" y="469440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889B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1602548" y="3652189"/>
              <a:ext cx="635" cy="1035685"/>
            </a:xfrm>
            <a:custGeom>
              <a:avLst/>
              <a:gdLst/>
              <a:ahLst/>
              <a:cxnLst/>
              <a:rect l="l" t="t" r="r" b="b"/>
              <a:pathLst>
                <a:path w="634" h="1035685">
                  <a:moveTo>
                    <a:pt x="0" y="0"/>
                  </a:moveTo>
                  <a:lnTo>
                    <a:pt x="405" y="10355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A7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1602953" y="468775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889B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1602953" y="4687752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h="6985">
                  <a:moveTo>
                    <a:pt x="0" y="0"/>
                  </a:moveTo>
                  <a:lnTo>
                    <a:pt x="0" y="66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9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1552806" y="468989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791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1547505" y="3641822"/>
              <a:ext cx="104775" cy="1097915"/>
            </a:xfrm>
            <a:custGeom>
              <a:avLst/>
              <a:gdLst/>
              <a:ahLst/>
              <a:cxnLst/>
              <a:rect l="l" t="t" r="r" b="b"/>
              <a:pathLst>
                <a:path w="104775" h="1097914">
                  <a:moveTo>
                    <a:pt x="0" y="1096383"/>
                  </a:moveTo>
                  <a:lnTo>
                    <a:pt x="19" y="1097807"/>
                  </a:lnTo>
                  <a:lnTo>
                    <a:pt x="1894" y="1097807"/>
                  </a:lnTo>
                  <a:lnTo>
                    <a:pt x="0" y="1096383"/>
                  </a:lnTo>
                  <a:close/>
                </a:path>
                <a:path w="104775" h="1097914">
                  <a:moveTo>
                    <a:pt x="104594" y="0"/>
                  </a:moveTo>
                  <a:lnTo>
                    <a:pt x="102699" y="0"/>
                  </a:lnTo>
                  <a:lnTo>
                    <a:pt x="104594" y="1422"/>
                  </a:lnTo>
                  <a:lnTo>
                    <a:pt x="104594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1652184" y="3869086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0" y="0"/>
                  </a:moveTo>
                  <a:lnTo>
                    <a:pt x="0" y="6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46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1552826" y="4724419"/>
              <a:ext cx="90170" cy="9525"/>
            </a:xfrm>
            <a:custGeom>
              <a:avLst/>
              <a:gdLst/>
              <a:ahLst/>
              <a:cxnLst/>
              <a:rect l="l" t="t" r="r" b="b"/>
              <a:pathLst>
                <a:path w="90169" h="9525">
                  <a:moveTo>
                    <a:pt x="90035" y="0"/>
                  </a:moveTo>
                  <a:lnTo>
                    <a:pt x="0" y="9495"/>
                  </a:lnTo>
                  <a:lnTo>
                    <a:pt x="90035" y="0"/>
                  </a:lnTo>
                  <a:close/>
                </a:path>
              </a:pathLst>
            </a:custGeom>
            <a:solidFill>
              <a:srgbClr val="94A1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1552826" y="4724419"/>
              <a:ext cx="96520" cy="15240"/>
            </a:xfrm>
            <a:custGeom>
              <a:avLst/>
              <a:gdLst/>
              <a:ahLst/>
              <a:cxnLst/>
              <a:rect l="l" t="t" r="r" b="b"/>
              <a:pathLst>
                <a:path w="96519" h="15239">
                  <a:moveTo>
                    <a:pt x="90035" y="0"/>
                  </a:moveTo>
                  <a:lnTo>
                    <a:pt x="0" y="9495"/>
                  </a:lnTo>
                  <a:lnTo>
                    <a:pt x="0" y="14828"/>
                  </a:lnTo>
                  <a:lnTo>
                    <a:pt x="96272" y="4673"/>
                  </a:lnTo>
                  <a:lnTo>
                    <a:pt x="90035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1602548" y="3647536"/>
              <a:ext cx="44450" cy="5080"/>
            </a:xfrm>
            <a:custGeom>
              <a:avLst/>
              <a:gdLst/>
              <a:ahLst/>
              <a:cxnLst/>
              <a:rect l="l" t="t" r="r" b="b"/>
              <a:pathLst>
                <a:path w="44450" h="5079">
                  <a:moveTo>
                    <a:pt x="44230" y="0"/>
                  </a:moveTo>
                  <a:lnTo>
                    <a:pt x="0" y="4653"/>
                  </a:lnTo>
                  <a:lnTo>
                    <a:pt x="44230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1646778" y="3646963"/>
              <a:ext cx="6350" cy="1078230"/>
            </a:xfrm>
            <a:custGeom>
              <a:avLst/>
              <a:gdLst/>
              <a:ahLst/>
              <a:cxnLst/>
              <a:rect l="l" t="t" r="r" b="b"/>
              <a:pathLst>
                <a:path w="6350" h="1078229">
                  <a:moveTo>
                    <a:pt x="5321" y="0"/>
                  </a:moveTo>
                  <a:lnTo>
                    <a:pt x="0" y="552"/>
                  </a:lnTo>
                  <a:lnTo>
                    <a:pt x="425" y="1074056"/>
                  </a:lnTo>
                  <a:lnTo>
                    <a:pt x="5746" y="1078071"/>
                  </a:lnTo>
                  <a:lnTo>
                    <a:pt x="5406" y="228305"/>
                  </a:lnTo>
                  <a:lnTo>
                    <a:pt x="3192" y="229622"/>
                  </a:lnTo>
                  <a:lnTo>
                    <a:pt x="468" y="225054"/>
                  </a:lnTo>
                  <a:lnTo>
                    <a:pt x="5406" y="22212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1647247" y="3869086"/>
              <a:ext cx="5080" cy="7620"/>
            </a:xfrm>
            <a:custGeom>
              <a:avLst/>
              <a:gdLst/>
              <a:ahLst/>
              <a:cxnLst/>
              <a:rect l="l" t="t" r="r" b="b"/>
              <a:pathLst>
                <a:path w="5080" h="7620">
                  <a:moveTo>
                    <a:pt x="4937" y="0"/>
                  </a:moveTo>
                  <a:lnTo>
                    <a:pt x="0" y="2931"/>
                  </a:lnTo>
                  <a:lnTo>
                    <a:pt x="2724" y="7499"/>
                  </a:lnTo>
                  <a:lnTo>
                    <a:pt x="4937" y="6182"/>
                  </a:lnTo>
                  <a:lnTo>
                    <a:pt x="4937" y="0"/>
                  </a:lnTo>
                  <a:close/>
                </a:path>
              </a:pathLst>
            </a:custGeom>
            <a:solidFill>
              <a:srgbClr val="7C4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1642883" y="4721020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4320" y="0"/>
                  </a:moveTo>
                  <a:lnTo>
                    <a:pt x="4320" y="2931"/>
                  </a:lnTo>
                  <a:lnTo>
                    <a:pt x="0" y="3398"/>
                  </a:lnTo>
                  <a:lnTo>
                    <a:pt x="6215" y="8072"/>
                  </a:lnTo>
                  <a:lnTo>
                    <a:pt x="9641" y="7711"/>
                  </a:lnTo>
                  <a:lnTo>
                    <a:pt x="9641" y="4014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1549399" y="4739608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>
                  <a:moveTo>
                    <a:pt x="0" y="0"/>
                  </a:moveTo>
                  <a:lnTo>
                    <a:pt x="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1550145" y="4687901"/>
              <a:ext cx="3175" cy="46355"/>
            </a:xfrm>
            <a:custGeom>
              <a:avLst/>
              <a:gdLst/>
              <a:ahLst/>
              <a:cxnLst/>
              <a:rect l="l" t="t" r="r" b="b"/>
              <a:pathLst>
                <a:path w="3175" h="46354">
                  <a:moveTo>
                    <a:pt x="0" y="0"/>
                  </a:moveTo>
                  <a:lnTo>
                    <a:pt x="20" y="45652"/>
                  </a:lnTo>
                  <a:lnTo>
                    <a:pt x="787" y="46226"/>
                  </a:lnTo>
                  <a:lnTo>
                    <a:pt x="2680" y="46013"/>
                  </a:lnTo>
                  <a:lnTo>
                    <a:pt x="266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1547505" y="4733554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5" h="6350">
                  <a:moveTo>
                    <a:pt x="2660" y="0"/>
                  </a:moveTo>
                  <a:lnTo>
                    <a:pt x="2660" y="3229"/>
                  </a:lnTo>
                  <a:lnTo>
                    <a:pt x="0" y="1231"/>
                  </a:lnTo>
                  <a:lnTo>
                    <a:pt x="0" y="4631"/>
                  </a:lnTo>
                  <a:lnTo>
                    <a:pt x="1894" y="6054"/>
                  </a:lnTo>
                  <a:lnTo>
                    <a:pt x="5321" y="5693"/>
                  </a:lnTo>
                  <a:lnTo>
                    <a:pt x="5321" y="360"/>
                  </a:lnTo>
                  <a:lnTo>
                    <a:pt x="3427" y="574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1602548" y="365218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94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1550145" y="4687901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0" y="0"/>
                  </a:moveTo>
                  <a:lnTo>
                    <a:pt x="266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85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8" name="object 35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47079" y="3656714"/>
              <a:ext cx="5726" cy="1080068"/>
            </a:xfrm>
            <a:prstGeom prst="rect">
              <a:avLst/>
            </a:prstGeom>
          </p:spPr>
        </p:pic>
        <p:sp>
          <p:nvSpPr>
            <p:cNvPr id="359" name="object 359"/>
            <p:cNvSpPr/>
            <p:nvPr/>
          </p:nvSpPr>
          <p:spPr>
            <a:xfrm>
              <a:off x="1547505" y="4734764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0" y="0"/>
                  </a:moveTo>
                  <a:lnTo>
                    <a:pt x="2660" y="2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7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0" name="object 36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11806" y="3237492"/>
              <a:ext cx="95398" cy="81447"/>
            </a:xfrm>
            <a:prstGeom prst="rect">
              <a:avLst/>
            </a:prstGeom>
          </p:spPr>
        </p:pic>
        <p:pic>
          <p:nvPicPr>
            <p:cNvPr id="361" name="object 36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57654" y="3240063"/>
              <a:ext cx="584781" cy="412083"/>
            </a:xfrm>
            <a:prstGeom prst="rect">
              <a:avLst/>
            </a:prstGeom>
          </p:spPr>
        </p:pic>
        <p:sp>
          <p:nvSpPr>
            <p:cNvPr id="362" name="object 362"/>
            <p:cNvSpPr/>
            <p:nvPr/>
          </p:nvSpPr>
          <p:spPr>
            <a:xfrm>
              <a:off x="997822" y="3242867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4" h="3810">
                  <a:moveTo>
                    <a:pt x="4342" y="0"/>
                  </a:moveTo>
                  <a:lnTo>
                    <a:pt x="0" y="445"/>
                  </a:lnTo>
                  <a:lnTo>
                    <a:pt x="4342" y="3717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1005591" y="3232351"/>
              <a:ext cx="96520" cy="15240"/>
            </a:xfrm>
            <a:custGeom>
              <a:avLst/>
              <a:gdLst/>
              <a:ahLst/>
              <a:cxnLst/>
              <a:rect l="l" t="t" r="r" b="b"/>
              <a:pathLst>
                <a:path w="96519" h="15239">
                  <a:moveTo>
                    <a:pt x="52041" y="4673"/>
                  </a:moveTo>
                  <a:lnTo>
                    <a:pt x="0" y="10153"/>
                  </a:lnTo>
                  <a:lnTo>
                    <a:pt x="6215" y="14827"/>
                  </a:lnTo>
                  <a:lnTo>
                    <a:pt x="52041" y="10005"/>
                  </a:lnTo>
                  <a:lnTo>
                    <a:pt x="52041" y="4673"/>
                  </a:lnTo>
                  <a:close/>
                </a:path>
                <a:path w="96519" h="15239">
                  <a:moveTo>
                    <a:pt x="96271" y="0"/>
                  </a:moveTo>
                  <a:lnTo>
                    <a:pt x="52999" y="4566"/>
                  </a:lnTo>
                  <a:lnTo>
                    <a:pt x="59214" y="9240"/>
                  </a:lnTo>
                  <a:lnTo>
                    <a:pt x="96271" y="5331"/>
                  </a:lnTo>
                  <a:lnTo>
                    <a:pt x="96271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1101863" y="3232096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5" h="8255">
                  <a:moveTo>
                    <a:pt x="5321" y="5396"/>
                  </a:moveTo>
                  <a:lnTo>
                    <a:pt x="1894" y="5396"/>
                  </a:lnTo>
                  <a:lnTo>
                    <a:pt x="5321" y="7966"/>
                  </a:lnTo>
                  <a:lnTo>
                    <a:pt x="5321" y="5396"/>
                  </a:lnTo>
                  <a:close/>
                </a:path>
                <a:path w="5715" h="8255">
                  <a:moveTo>
                    <a:pt x="3908" y="255"/>
                  </a:moveTo>
                  <a:lnTo>
                    <a:pt x="0" y="255"/>
                  </a:lnTo>
                  <a:lnTo>
                    <a:pt x="0" y="5586"/>
                  </a:lnTo>
                  <a:lnTo>
                    <a:pt x="2148" y="5586"/>
                  </a:lnTo>
                  <a:lnTo>
                    <a:pt x="1894" y="5396"/>
                  </a:lnTo>
                  <a:lnTo>
                    <a:pt x="5321" y="5396"/>
                  </a:lnTo>
                  <a:lnTo>
                    <a:pt x="5321" y="1316"/>
                  </a:lnTo>
                  <a:lnTo>
                    <a:pt x="3908" y="255"/>
                  </a:lnTo>
                  <a:close/>
                </a:path>
                <a:path w="5715" h="8255">
                  <a:moveTo>
                    <a:pt x="3908" y="255"/>
                  </a:moveTo>
                  <a:lnTo>
                    <a:pt x="3568" y="0"/>
                  </a:lnTo>
                  <a:lnTo>
                    <a:pt x="5321" y="1316"/>
                  </a:lnTo>
                  <a:lnTo>
                    <a:pt x="3908" y="255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1002164" y="3242505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0" y="2762"/>
                  </a:moveTo>
                  <a:lnTo>
                    <a:pt x="0" y="361"/>
                  </a:lnTo>
                  <a:lnTo>
                    <a:pt x="3426" y="0"/>
                  </a:lnTo>
                  <a:lnTo>
                    <a:pt x="0" y="361"/>
                  </a:lnTo>
                  <a:lnTo>
                    <a:pt x="0" y="2762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1007826" y="3247200"/>
              <a:ext cx="50165" cy="38100"/>
            </a:xfrm>
            <a:custGeom>
              <a:avLst/>
              <a:gdLst/>
              <a:ahLst/>
              <a:cxnLst/>
              <a:rect l="l" t="t" r="r" b="b"/>
              <a:pathLst>
                <a:path w="50165" h="38100">
                  <a:moveTo>
                    <a:pt x="3980" y="0"/>
                  </a:moveTo>
                  <a:lnTo>
                    <a:pt x="0" y="403"/>
                  </a:lnTo>
                  <a:lnTo>
                    <a:pt x="49828" y="37898"/>
                  </a:lnTo>
                  <a:lnTo>
                    <a:pt x="49828" y="34457"/>
                  </a:lnTo>
                  <a:lnTo>
                    <a:pt x="3980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1002164" y="3242505"/>
              <a:ext cx="10160" cy="6350"/>
            </a:xfrm>
            <a:custGeom>
              <a:avLst/>
              <a:gdLst/>
              <a:ahLst/>
              <a:cxnLst/>
              <a:rect l="l" t="t" r="r" b="b"/>
              <a:pathLst>
                <a:path w="10159" h="6350">
                  <a:moveTo>
                    <a:pt x="3426" y="0"/>
                  </a:moveTo>
                  <a:lnTo>
                    <a:pt x="0" y="361"/>
                  </a:lnTo>
                  <a:lnTo>
                    <a:pt x="0" y="4079"/>
                  </a:lnTo>
                  <a:lnTo>
                    <a:pt x="2724" y="6118"/>
                  </a:lnTo>
                  <a:lnTo>
                    <a:pt x="2724" y="2910"/>
                  </a:lnTo>
                  <a:lnTo>
                    <a:pt x="5661" y="5099"/>
                  </a:lnTo>
                  <a:lnTo>
                    <a:pt x="9642" y="467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1058569" y="3236918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>
                  <a:moveTo>
                    <a:pt x="0" y="0"/>
                  </a:moveTo>
                  <a:lnTo>
                    <a:pt x="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AE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1058569" y="3236918"/>
              <a:ext cx="6350" cy="5080"/>
            </a:xfrm>
            <a:custGeom>
              <a:avLst/>
              <a:gdLst/>
              <a:ahLst/>
              <a:cxnLst/>
              <a:rect l="l" t="t" r="r" b="b"/>
              <a:pathLst>
                <a:path w="6350" h="5080">
                  <a:moveTo>
                    <a:pt x="21" y="0"/>
                  </a:moveTo>
                  <a:lnTo>
                    <a:pt x="6236" y="467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9092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0" name="object 37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04889" y="3237025"/>
              <a:ext cx="545618" cy="416162"/>
            </a:xfrm>
            <a:prstGeom prst="rect">
              <a:avLst/>
            </a:prstGeom>
          </p:spPr>
        </p:pic>
        <p:sp>
          <p:nvSpPr>
            <p:cNvPr id="371" name="object 371"/>
            <p:cNvSpPr/>
            <p:nvPr/>
          </p:nvSpPr>
          <p:spPr>
            <a:xfrm>
              <a:off x="1004889" y="3245416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10">
                  <a:moveTo>
                    <a:pt x="0" y="0"/>
                  </a:moveTo>
                  <a:lnTo>
                    <a:pt x="0" y="3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7E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2" name="object 37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101884" y="3318366"/>
              <a:ext cx="500663" cy="339133"/>
            </a:xfrm>
            <a:prstGeom prst="rect">
              <a:avLst/>
            </a:prstGeom>
          </p:spPr>
        </p:pic>
        <p:sp>
          <p:nvSpPr>
            <p:cNvPr id="373" name="object 373"/>
            <p:cNvSpPr/>
            <p:nvPr/>
          </p:nvSpPr>
          <p:spPr>
            <a:xfrm>
              <a:off x="1652099" y="3643245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4" h="3810">
                  <a:moveTo>
                    <a:pt x="0" y="0"/>
                  </a:moveTo>
                  <a:lnTo>
                    <a:pt x="0" y="3718"/>
                  </a:lnTo>
                  <a:lnTo>
                    <a:pt x="4320" y="3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1602548" y="3642650"/>
              <a:ext cx="44450" cy="10160"/>
            </a:xfrm>
            <a:custGeom>
              <a:avLst/>
              <a:gdLst/>
              <a:ahLst/>
              <a:cxnLst/>
              <a:rect l="l" t="t" r="r" b="b"/>
              <a:pathLst>
                <a:path w="44450" h="10160">
                  <a:moveTo>
                    <a:pt x="39909" y="0"/>
                  </a:moveTo>
                  <a:lnTo>
                    <a:pt x="0" y="4206"/>
                  </a:lnTo>
                  <a:lnTo>
                    <a:pt x="0" y="9538"/>
                  </a:lnTo>
                  <a:lnTo>
                    <a:pt x="44230" y="4865"/>
                  </a:lnTo>
                  <a:lnTo>
                    <a:pt x="44230" y="3249"/>
                  </a:lnTo>
                  <a:lnTo>
                    <a:pt x="39909" y="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1642457" y="3641822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4">
                  <a:moveTo>
                    <a:pt x="7746" y="0"/>
                  </a:moveTo>
                  <a:lnTo>
                    <a:pt x="0" y="828"/>
                  </a:lnTo>
                  <a:lnTo>
                    <a:pt x="4320" y="4077"/>
                  </a:lnTo>
                  <a:lnTo>
                    <a:pt x="4320" y="5693"/>
                  </a:lnTo>
                  <a:lnTo>
                    <a:pt x="9641" y="5140"/>
                  </a:lnTo>
                  <a:lnTo>
                    <a:pt x="9641" y="2740"/>
                  </a:lnTo>
                  <a:lnTo>
                    <a:pt x="6981" y="2740"/>
                  </a:lnTo>
                  <a:lnTo>
                    <a:pt x="8577" y="637"/>
                  </a:lnTo>
                  <a:lnTo>
                    <a:pt x="7746" y="0"/>
                  </a:lnTo>
                  <a:close/>
                </a:path>
                <a:path w="10160" h="5714">
                  <a:moveTo>
                    <a:pt x="8577" y="637"/>
                  </a:moveTo>
                  <a:lnTo>
                    <a:pt x="6981" y="2740"/>
                  </a:lnTo>
                  <a:lnTo>
                    <a:pt x="9641" y="2740"/>
                  </a:lnTo>
                  <a:lnTo>
                    <a:pt x="9641" y="1422"/>
                  </a:lnTo>
                  <a:lnTo>
                    <a:pt x="8577" y="637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1602548" y="3646857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0" y="0"/>
                  </a:moveTo>
                  <a:lnTo>
                    <a:pt x="0" y="53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97F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1107184" y="3233413"/>
              <a:ext cx="543560" cy="408940"/>
            </a:xfrm>
            <a:custGeom>
              <a:avLst/>
              <a:gdLst/>
              <a:ahLst/>
              <a:cxnLst/>
              <a:rect l="l" t="t" r="r" b="b"/>
              <a:pathLst>
                <a:path w="543560" h="408939">
                  <a:moveTo>
                    <a:pt x="0" y="0"/>
                  </a:moveTo>
                  <a:lnTo>
                    <a:pt x="543020" y="4084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1602548" y="3642650"/>
              <a:ext cx="40005" cy="4445"/>
            </a:xfrm>
            <a:custGeom>
              <a:avLst/>
              <a:gdLst/>
              <a:ahLst/>
              <a:cxnLst/>
              <a:rect l="l" t="t" r="r" b="b"/>
              <a:pathLst>
                <a:path w="40005" h="4445">
                  <a:moveTo>
                    <a:pt x="39909" y="0"/>
                  </a:moveTo>
                  <a:lnTo>
                    <a:pt x="0" y="4206"/>
                  </a:lnTo>
                  <a:lnTo>
                    <a:pt x="39909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1107184" y="3233413"/>
              <a:ext cx="543560" cy="409575"/>
            </a:xfrm>
            <a:custGeom>
              <a:avLst/>
              <a:gdLst/>
              <a:ahLst/>
              <a:cxnLst/>
              <a:rect l="l" t="t" r="r" b="b"/>
              <a:pathLst>
                <a:path w="543560" h="409575">
                  <a:moveTo>
                    <a:pt x="0" y="0"/>
                  </a:moveTo>
                  <a:lnTo>
                    <a:pt x="0" y="6649"/>
                  </a:lnTo>
                  <a:lnTo>
                    <a:pt x="535273" y="409237"/>
                  </a:lnTo>
                  <a:lnTo>
                    <a:pt x="543020" y="4084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1602548" y="364683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9E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1" name="object 38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63071" y="3655758"/>
              <a:ext cx="84543" cy="224693"/>
            </a:xfrm>
            <a:prstGeom prst="rect">
              <a:avLst/>
            </a:prstGeom>
          </p:spPr>
        </p:pic>
        <p:pic>
          <p:nvPicPr>
            <p:cNvPr id="382" name="object 38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360411" y="3645114"/>
              <a:ext cx="89907" cy="305335"/>
            </a:xfrm>
            <a:prstGeom prst="rect">
              <a:avLst/>
            </a:prstGeom>
          </p:spPr>
        </p:pic>
      </p:grpSp>
      <p:sp>
        <p:nvSpPr>
          <p:cNvPr id="383" name="object 383"/>
          <p:cNvSpPr txBox="1"/>
          <p:nvPr/>
        </p:nvSpPr>
        <p:spPr>
          <a:xfrm rot="2280000">
            <a:off x="1268182" y="3916975"/>
            <a:ext cx="255724" cy="10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5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7</a:t>
            </a:r>
            <a:r>
              <a:rPr sz="800" spc="1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8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60" dirty="0">
                <a:solidFill>
                  <a:srgbClr val="231F20"/>
                </a:solidFill>
                <a:latin typeface="Microsoft Sans Serif"/>
                <a:cs typeface="Microsoft Sans Serif"/>
              </a:rPr>
              <a:t>7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384" name="object 384"/>
          <p:cNvSpPr txBox="1"/>
          <p:nvPr/>
        </p:nvSpPr>
        <p:spPr>
          <a:xfrm rot="2160000">
            <a:off x="995086" y="4508908"/>
            <a:ext cx="479999" cy="102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0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384</a:t>
            </a:r>
            <a:r>
              <a:rPr sz="800" spc="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800" spc="4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512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385" name="object 385"/>
          <p:cNvGrpSpPr/>
          <p:nvPr/>
        </p:nvGrpSpPr>
        <p:grpSpPr>
          <a:xfrm>
            <a:off x="3036045" y="3636228"/>
            <a:ext cx="6393180" cy="1174750"/>
            <a:chOff x="3036045" y="3636228"/>
            <a:chExt cx="6393180" cy="1174750"/>
          </a:xfrm>
        </p:grpSpPr>
        <p:sp>
          <p:nvSpPr>
            <p:cNvPr id="386" name="object 386"/>
            <p:cNvSpPr/>
            <p:nvPr/>
          </p:nvSpPr>
          <p:spPr>
            <a:xfrm>
              <a:off x="3036036" y="4349775"/>
              <a:ext cx="6177280" cy="461009"/>
            </a:xfrm>
            <a:custGeom>
              <a:avLst/>
              <a:gdLst/>
              <a:ahLst/>
              <a:cxnLst/>
              <a:rect l="l" t="t" r="r" b="b"/>
              <a:pathLst>
                <a:path w="6177280" h="461010">
                  <a:moveTo>
                    <a:pt x="6177115" y="354304"/>
                  </a:moveTo>
                  <a:lnTo>
                    <a:pt x="4734915" y="354304"/>
                  </a:lnTo>
                  <a:lnTo>
                    <a:pt x="4734915" y="0"/>
                  </a:lnTo>
                  <a:lnTo>
                    <a:pt x="4628489" y="0"/>
                  </a:lnTo>
                  <a:lnTo>
                    <a:pt x="4628489" y="354304"/>
                  </a:lnTo>
                  <a:lnTo>
                    <a:pt x="3270085" y="354304"/>
                  </a:lnTo>
                  <a:lnTo>
                    <a:pt x="3270085" y="68694"/>
                  </a:lnTo>
                  <a:lnTo>
                    <a:pt x="3163659" y="68694"/>
                  </a:lnTo>
                  <a:lnTo>
                    <a:pt x="3163659" y="354304"/>
                  </a:lnTo>
                  <a:lnTo>
                    <a:pt x="1677847" y="354304"/>
                  </a:lnTo>
                  <a:lnTo>
                    <a:pt x="1677847" y="142887"/>
                  </a:lnTo>
                  <a:lnTo>
                    <a:pt x="1571421" y="142887"/>
                  </a:lnTo>
                  <a:lnTo>
                    <a:pt x="1571421" y="354304"/>
                  </a:lnTo>
                  <a:lnTo>
                    <a:pt x="106426" y="354304"/>
                  </a:lnTo>
                  <a:lnTo>
                    <a:pt x="106426" y="253974"/>
                  </a:lnTo>
                  <a:lnTo>
                    <a:pt x="0" y="253974"/>
                  </a:lnTo>
                  <a:lnTo>
                    <a:pt x="0" y="354304"/>
                  </a:lnTo>
                  <a:lnTo>
                    <a:pt x="0" y="460984"/>
                  </a:lnTo>
                  <a:lnTo>
                    <a:pt x="6177115" y="460984"/>
                  </a:lnTo>
                  <a:lnTo>
                    <a:pt x="6177115" y="354304"/>
                  </a:lnTo>
                  <a:close/>
                </a:path>
              </a:pathLst>
            </a:custGeom>
            <a:solidFill>
              <a:srgbClr val="A7A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7" name="object 38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941039" y="3636228"/>
              <a:ext cx="487564" cy="1067851"/>
            </a:xfrm>
            <a:prstGeom prst="rect">
              <a:avLst/>
            </a:prstGeom>
          </p:spPr>
        </p:pic>
      </p:grpSp>
      <p:sp>
        <p:nvSpPr>
          <p:cNvPr id="388" name="object 388"/>
          <p:cNvSpPr txBox="1"/>
          <p:nvPr/>
        </p:nvSpPr>
        <p:spPr>
          <a:xfrm>
            <a:off x="8979887" y="3890540"/>
            <a:ext cx="943610" cy="2641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83185" marR="43180" indent="-33020">
              <a:lnSpc>
                <a:spcPts val="880"/>
              </a:lnSpc>
              <a:spcBef>
                <a:spcPts val="229"/>
              </a:spcBef>
            </a:pPr>
            <a:r>
              <a:rPr sz="1200" baseline="10416" dirty="0">
                <a:solidFill>
                  <a:srgbClr val="231F20"/>
                </a:solidFill>
                <a:latin typeface="Microsoft Sans Serif"/>
                <a:cs typeface="Microsoft Sans Serif"/>
              </a:rPr>
              <a:t>refine-</a:t>
            </a:r>
            <a:r>
              <a:rPr sz="1200" spc="705" baseline="10416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prediction </a:t>
            </a: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ment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389" name="object 389"/>
          <p:cNvSpPr/>
          <p:nvPr/>
        </p:nvSpPr>
        <p:spPr>
          <a:xfrm>
            <a:off x="1047534" y="5363946"/>
            <a:ext cx="469900" cy="212090"/>
          </a:xfrm>
          <a:custGeom>
            <a:avLst/>
            <a:gdLst/>
            <a:ahLst/>
            <a:cxnLst/>
            <a:rect l="l" t="t" r="r" b="b"/>
            <a:pathLst>
              <a:path w="469900" h="212089">
                <a:moveTo>
                  <a:pt x="469734" y="105943"/>
                </a:moveTo>
                <a:lnTo>
                  <a:pt x="285940" y="0"/>
                </a:lnTo>
                <a:lnTo>
                  <a:pt x="285940" y="52603"/>
                </a:lnTo>
                <a:lnTo>
                  <a:pt x="0" y="52603"/>
                </a:lnTo>
                <a:lnTo>
                  <a:pt x="0" y="158013"/>
                </a:lnTo>
                <a:lnTo>
                  <a:pt x="190" y="158013"/>
                </a:lnTo>
                <a:lnTo>
                  <a:pt x="190" y="159283"/>
                </a:lnTo>
                <a:lnTo>
                  <a:pt x="285940" y="159283"/>
                </a:lnTo>
                <a:lnTo>
                  <a:pt x="285940" y="211861"/>
                </a:lnTo>
                <a:lnTo>
                  <a:pt x="469734" y="105943"/>
                </a:lnTo>
                <a:close/>
              </a:path>
            </a:pathLst>
          </a:custGeom>
          <a:solidFill>
            <a:srgbClr val="D379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 txBox="1"/>
          <p:nvPr/>
        </p:nvSpPr>
        <p:spPr>
          <a:xfrm>
            <a:off x="1099388" y="5383188"/>
            <a:ext cx="30988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conv1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391" name="object 391"/>
          <p:cNvSpPr/>
          <p:nvPr/>
        </p:nvSpPr>
        <p:spPr>
          <a:xfrm>
            <a:off x="2297096" y="5486556"/>
            <a:ext cx="184150" cy="212090"/>
          </a:xfrm>
          <a:custGeom>
            <a:avLst/>
            <a:gdLst/>
            <a:ahLst/>
            <a:cxnLst/>
            <a:rect l="l" t="t" r="r" b="b"/>
            <a:pathLst>
              <a:path w="184150" h="212089">
                <a:moveTo>
                  <a:pt x="0" y="0"/>
                </a:moveTo>
                <a:lnTo>
                  <a:pt x="0" y="211862"/>
                </a:lnTo>
                <a:lnTo>
                  <a:pt x="183774" y="105942"/>
                </a:lnTo>
                <a:lnTo>
                  <a:pt x="0" y="0"/>
                </a:lnTo>
                <a:close/>
              </a:path>
            </a:pathLst>
          </a:custGeom>
          <a:solidFill>
            <a:srgbClr val="D379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 txBox="1"/>
          <p:nvPr/>
        </p:nvSpPr>
        <p:spPr>
          <a:xfrm>
            <a:off x="2007781" y="5539389"/>
            <a:ext cx="365760" cy="106680"/>
          </a:xfrm>
          <a:prstGeom prst="rect">
            <a:avLst/>
          </a:prstGeom>
          <a:solidFill>
            <a:srgbClr val="D37968"/>
          </a:solidFill>
        </p:spPr>
        <p:txBody>
          <a:bodyPr vert="horz" wrap="square" lIns="0" tIns="0" rIns="0" bIns="0" rtlCol="0">
            <a:spAutoFit/>
          </a:bodyPr>
          <a:lstStyle/>
          <a:p>
            <a:pPr marL="67310">
              <a:lnSpc>
                <a:spcPts val="830"/>
              </a:lnSpc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conv2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393" name="object 393"/>
          <p:cNvSpPr/>
          <p:nvPr/>
        </p:nvSpPr>
        <p:spPr>
          <a:xfrm>
            <a:off x="2927057" y="5608116"/>
            <a:ext cx="469900" cy="212090"/>
          </a:xfrm>
          <a:custGeom>
            <a:avLst/>
            <a:gdLst/>
            <a:ahLst/>
            <a:cxnLst/>
            <a:rect l="l" t="t" r="r" b="b"/>
            <a:pathLst>
              <a:path w="469900" h="212089">
                <a:moveTo>
                  <a:pt x="285940" y="52806"/>
                </a:moveTo>
                <a:lnTo>
                  <a:pt x="0" y="52806"/>
                </a:lnTo>
                <a:lnTo>
                  <a:pt x="0" y="157251"/>
                </a:lnTo>
                <a:lnTo>
                  <a:pt x="2387" y="159029"/>
                </a:lnTo>
                <a:lnTo>
                  <a:pt x="285940" y="159029"/>
                </a:lnTo>
                <a:lnTo>
                  <a:pt x="285940" y="52806"/>
                </a:lnTo>
                <a:close/>
              </a:path>
              <a:path w="469900" h="212089">
                <a:moveTo>
                  <a:pt x="469734" y="105943"/>
                </a:moveTo>
                <a:lnTo>
                  <a:pt x="285965" y="0"/>
                </a:lnTo>
                <a:lnTo>
                  <a:pt x="285965" y="211848"/>
                </a:lnTo>
                <a:lnTo>
                  <a:pt x="469734" y="105943"/>
                </a:lnTo>
                <a:close/>
              </a:path>
            </a:pathLst>
          </a:custGeom>
          <a:solidFill>
            <a:srgbClr val="D379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 txBox="1"/>
          <p:nvPr/>
        </p:nvSpPr>
        <p:spPr>
          <a:xfrm>
            <a:off x="2923107" y="5660923"/>
            <a:ext cx="366395" cy="105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830"/>
              </a:lnSpc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conv3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395" name="object 395"/>
          <p:cNvSpPr/>
          <p:nvPr/>
        </p:nvSpPr>
        <p:spPr>
          <a:xfrm>
            <a:off x="3975532" y="6981583"/>
            <a:ext cx="469900" cy="212090"/>
          </a:xfrm>
          <a:custGeom>
            <a:avLst/>
            <a:gdLst/>
            <a:ahLst/>
            <a:cxnLst/>
            <a:rect l="l" t="t" r="r" b="b"/>
            <a:pathLst>
              <a:path w="469900" h="212090">
                <a:moveTo>
                  <a:pt x="469734" y="105943"/>
                </a:moveTo>
                <a:lnTo>
                  <a:pt x="285940" y="0"/>
                </a:lnTo>
                <a:lnTo>
                  <a:pt x="285940" y="52946"/>
                </a:lnTo>
                <a:lnTo>
                  <a:pt x="5156" y="52946"/>
                </a:lnTo>
                <a:lnTo>
                  <a:pt x="0" y="52946"/>
                </a:lnTo>
                <a:lnTo>
                  <a:pt x="0" y="54216"/>
                </a:lnTo>
                <a:lnTo>
                  <a:pt x="0" y="158356"/>
                </a:lnTo>
                <a:lnTo>
                  <a:pt x="0" y="159626"/>
                </a:lnTo>
                <a:lnTo>
                  <a:pt x="3200" y="159626"/>
                </a:lnTo>
                <a:lnTo>
                  <a:pt x="3200" y="158356"/>
                </a:lnTo>
                <a:lnTo>
                  <a:pt x="3886" y="158356"/>
                </a:lnTo>
                <a:lnTo>
                  <a:pt x="3886" y="159626"/>
                </a:lnTo>
                <a:lnTo>
                  <a:pt x="285940" y="159626"/>
                </a:lnTo>
                <a:lnTo>
                  <a:pt x="285940" y="211861"/>
                </a:lnTo>
                <a:lnTo>
                  <a:pt x="469734" y="105943"/>
                </a:lnTo>
                <a:close/>
              </a:path>
            </a:pathLst>
          </a:custGeom>
          <a:solidFill>
            <a:srgbClr val="FCBB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 txBox="1"/>
          <p:nvPr/>
        </p:nvSpPr>
        <p:spPr>
          <a:xfrm>
            <a:off x="4035145" y="7000827"/>
            <a:ext cx="20891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corr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397" name="object 397"/>
          <p:cNvGrpSpPr/>
          <p:nvPr/>
        </p:nvGrpSpPr>
        <p:grpSpPr>
          <a:xfrm>
            <a:off x="3770161" y="5763259"/>
            <a:ext cx="1510665" cy="1597025"/>
            <a:chOff x="3770161" y="5763259"/>
            <a:chExt cx="1510665" cy="1597025"/>
          </a:xfrm>
        </p:grpSpPr>
        <p:sp>
          <p:nvSpPr>
            <p:cNvPr id="398" name="object 398"/>
            <p:cNvSpPr/>
            <p:nvPr/>
          </p:nvSpPr>
          <p:spPr>
            <a:xfrm>
              <a:off x="3770161" y="6815260"/>
              <a:ext cx="209550" cy="272415"/>
            </a:xfrm>
            <a:custGeom>
              <a:avLst/>
              <a:gdLst/>
              <a:ahLst/>
              <a:cxnLst/>
              <a:rect l="l" t="t" r="r" b="b"/>
              <a:pathLst>
                <a:path w="209550" h="272415">
                  <a:moveTo>
                    <a:pt x="106424" y="21"/>
                  </a:moveTo>
                  <a:lnTo>
                    <a:pt x="0" y="0"/>
                  </a:lnTo>
                  <a:lnTo>
                    <a:pt x="3637" y="29353"/>
                  </a:lnTo>
                  <a:lnTo>
                    <a:pt x="13878" y="71271"/>
                  </a:lnTo>
                  <a:lnTo>
                    <a:pt x="30293" y="121433"/>
                  </a:lnTo>
                  <a:lnTo>
                    <a:pt x="52452" y="174927"/>
                  </a:lnTo>
                  <a:lnTo>
                    <a:pt x="79924" y="226840"/>
                  </a:lnTo>
                  <a:lnTo>
                    <a:pt x="112278" y="272258"/>
                  </a:lnTo>
                  <a:lnTo>
                    <a:pt x="133455" y="250534"/>
                  </a:lnTo>
                  <a:lnTo>
                    <a:pt x="156090" y="233769"/>
                  </a:lnTo>
                  <a:lnTo>
                    <a:pt x="180094" y="222971"/>
                  </a:lnTo>
                  <a:lnTo>
                    <a:pt x="205378" y="219148"/>
                  </a:lnTo>
                  <a:lnTo>
                    <a:pt x="209082" y="219148"/>
                  </a:lnTo>
                  <a:lnTo>
                    <a:pt x="184217" y="192443"/>
                  </a:lnTo>
                  <a:lnTo>
                    <a:pt x="156984" y="145059"/>
                  </a:lnTo>
                  <a:lnTo>
                    <a:pt x="131918" y="89115"/>
                  </a:lnTo>
                  <a:lnTo>
                    <a:pt x="113553" y="36729"/>
                  </a:lnTo>
                  <a:lnTo>
                    <a:pt x="106424" y="21"/>
                  </a:lnTo>
                  <a:close/>
                </a:path>
              </a:pathLst>
            </a:custGeom>
            <a:solidFill>
              <a:srgbClr val="FCBB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3978923" y="7034409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320" y="0"/>
                  </a:moveTo>
                  <a:lnTo>
                    <a:pt x="0" y="0"/>
                  </a:lnTo>
                  <a:lnTo>
                    <a:pt x="1447" y="617"/>
                  </a:lnTo>
                  <a:lnTo>
                    <a:pt x="320" y="0"/>
                  </a:lnTo>
                  <a:close/>
                </a:path>
              </a:pathLst>
            </a:custGeom>
            <a:solidFill>
              <a:srgbClr val="F9A3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3770161" y="7087519"/>
              <a:ext cx="209550" cy="272415"/>
            </a:xfrm>
            <a:custGeom>
              <a:avLst/>
              <a:gdLst/>
              <a:ahLst/>
              <a:cxnLst/>
              <a:rect l="l" t="t" r="r" b="b"/>
              <a:pathLst>
                <a:path w="209550" h="272415">
                  <a:moveTo>
                    <a:pt x="112278" y="0"/>
                  </a:moveTo>
                  <a:lnTo>
                    <a:pt x="79779" y="45650"/>
                  </a:lnTo>
                  <a:lnTo>
                    <a:pt x="52216" y="97832"/>
                  </a:lnTo>
                  <a:lnTo>
                    <a:pt x="30022" y="151564"/>
                  </a:lnTo>
                  <a:lnTo>
                    <a:pt x="13632" y="201864"/>
                  </a:lnTo>
                  <a:lnTo>
                    <a:pt x="3480" y="243749"/>
                  </a:lnTo>
                  <a:lnTo>
                    <a:pt x="0" y="272237"/>
                  </a:lnTo>
                  <a:lnTo>
                    <a:pt x="106424" y="272237"/>
                  </a:lnTo>
                  <a:lnTo>
                    <a:pt x="114525" y="228203"/>
                  </a:lnTo>
                  <a:lnTo>
                    <a:pt x="134835" y="174182"/>
                  </a:lnTo>
                  <a:lnTo>
                    <a:pt x="161369" y="120265"/>
                  </a:lnTo>
                  <a:lnTo>
                    <a:pt x="188142" y="76544"/>
                  </a:lnTo>
                  <a:lnTo>
                    <a:pt x="209167" y="53108"/>
                  </a:lnTo>
                  <a:lnTo>
                    <a:pt x="205378" y="53108"/>
                  </a:lnTo>
                  <a:lnTo>
                    <a:pt x="180094" y="49285"/>
                  </a:lnTo>
                  <a:lnTo>
                    <a:pt x="156090" y="38487"/>
                  </a:lnTo>
                  <a:lnTo>
                    <a:pt x="133455" y="21723"/>
                  </a:lnTo>
                  <a:lnTo>
                    <a:pt x="112278" y="0"/>
                  </a:lnTo>
                  <a:close/>
                </a:path>
              </a:pathLst>
            </a:custGeom>
            <a:solidFill>
              <a:srgbClr val="FCBB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3978583" y="7140012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788" y="0"/>
                  </a:moveTo>
                  <a:lnTo>
                    <a:pt x="0" y="615"/>
                  </a:lnTo>
                  <a:lnTo>
                    <a:pt x="745" y="615"/>
                  </a:lnTo>
                  <a:lnTo>
                    <a:pt x="1788" y="0"/>
                  </a:lnTo>
                  <a:close/>
                </a:path>
              </a:pathLst>
            </a:custGeom>
            <a:solidFill>
              <a:srgbClr val="F9A3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3882439" y="7034409"/>
              <a:ext cx="93345" cy="106680"/>
            </a:xfrm>
            <a:custGeom>
              <a:avLst/>
              <a:gdLst/>
              <a:ahLst/>
              <a:cxnLst/>
              <a:rect l="l" t="t" r="r" b="b"/>
              <a:pathLst>
                <a:path w="93345" h="106679">
                  <a:moveTo>
                    <a:pt x="93099" y="0"/>
                  </a:moveTo>
                  <a:lnTo>
                    <a:pt x="67816" y="3823"/>
                  </a:lnTo>
                  <a:lnTo>
                    <a:pt x="43812" y="14621"/>
                  </a:lnTo>
                  <a:lnTo>
                    <a:pt x="21176" y="31386"/>
                  </a:lnTo>
                  <a:lnTo>
                    <a:pt x="0" y="53110"/>
                  </a:lnTo>
                  <a:lnTo>
                    <a:pt x="21176" y="74833"/>
                  </a:lnTo>
                  <a:lnTo>
                    <a:pt x="43812" y="91597"/>
                  </a:lnTo>
                  <a:lnTo>
                    <a:pt x="67816" y="102395"/>
                  </a:lnTo>
                  <a:lnTo>
                    <a:pt x="93099" y="106218"/>
                  </a:lnTo>
                  <a:lnTo>
                    <a:pt x="93099" y="0"/>
                  </a:lnTo>
                  <a:close/>
                </a:path>
              </a:pathLst>
            </a:custGeom>
            <a:solidFill>
              <a:srgbClr val="FCBB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3803231" y="5763259"/>
              <a:ext cx="1477645" cy="812800"/>
            </a:xfrm>
            <a:custGeom>
              <a:avLst/>
              <a:gdLst/>
              <a:ahLst/>
              <a:cxnLst/>
              <a:rect l="l" t="t" r="r" b="b"/>
              <a:pathLst>
                <a:path w="1477645" h="812800">
                  <a:moveTo>
                    <a:pt x="1424533" y="0"/>
                  </a:moveTo>
                  <a:lnTo>
                    <a:pt x="0" y="0"/>
                  </a:lnTo>
                  <a:lnTo>
                    <a:pt x="0" y="106680"/>
                  </a:lnTo>
                  <a:lnTo>
                    <a:pt x="1318107" y="106680"/>
                  </a:lnTo>
                  <a:lnTo>
                    <a:pt x="1318107" y="628650"/>
                  </a:lnTo>
                  <a:lnTo>
                    <a:pt x="1424533" y="628650"/>
                  </a:lnTo>
                  <a:lnTo>
                    <a:pt x="1424533" y="106680"/>
                  </a:lnTo>
                  <a:lnTo>
                    <a:pt x="1424533" y="0"/>
                  </a:lnTo>
                  <a:close/>
                </a:path>
                <a:path w="1477645" h="812800">
                  <a:moveTo>
                    <a:pt x="1477454" y="628853"/>
                  </a:moveTo>
                  <a:lnTo>
                    <a:pt x="1265199" y="628827"/>
                  </a:lnTo>
                  <a:lnTo>
                    <a:pt x="1371320" y="812266"/>
                  </a:lnTo>
                  <a:lnTo>
                    <a:pt x="1477454" y="628853"/>
                  </a:lnTo>
                  <a:close/>
                </a:path>
              </a:pathLst>
            </a:custGeom>
            <a:solidFill>
              <a:srgbClr val="D379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4" name="object 404"/>
          <p:cNvSpPr txBox="1"/>
          <p:nvPr/>
        </p:nvSpPr>
        <p:spPr>
          <a:xfrm>
            <a:off x="3876338" y="5730033"/>
            <a:ext cx="52260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conv_redir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405" name="object 405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557030" y="6437336"/>
            <a:ext cx="183794" cy="211862"/>
          </a:xfrm>
          <a:prstGeom prst="rect">
            <a:avLst/>
          </a:prstGeom>
        </p:spPr>
      </p:pic>
      <p:sp>
        <p:nvSpPr>
          <p:cNvPr id="406" name="object 406"/>
          <p:cNvSpPr txBox="1"/>
          <p:nvPr/>
        </p:nvSpPr>
        <p:spPr>
          <a:xfrm>
            <a:off x="5263732" y="6456586"/>
            <a:ext cx="42799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conv3_1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07" name="object 407"/>
          <p:cNvSpPr/>
          <p:nvPr/>
        </p:nvSpPr>
        <p:spPr>
          <a:xfrm>
            <a:off x="6070803" y="6434746"/>
            <a:ext cx="469900" cy="212090"/>
          </a:xfrm>
          <a:custGeom>
            <a:avLst/>
            <a:gdLst/>
            <a:ahLst/>
            <a:cxnLst/>
            <a:rect l="l" t="t" r="r" b="b"/>
            <a:pathLst>
              <a:path w="469900" h="212090">
                <a:moveTo>
                  <a:pt x="469709" y="105943"/>
                </a:moveTo>
                <a:lnTo>
                  <a:pt x="285940" y="0"/>
                </a:lnTo>
                <a:lnTo>
                  <a:pt x="285940" y="52819"/>
                </a:lnTo>
                <a:lnTo>
                  <a:pt x="0" y="52819"/>
                </a:lnTo>
                <a:lnTo>
                  <a:pt x="0" y="159029"/>
                </a:lnTo>
                <a:lnTo>
                  <a:pt x="285940" y="159029"/>
                </a:lnTo>
                <a:lnTo>
                  <a:pt x="285940" y="211861"/>
                </a:lnTo>
                <a:lnTo>
                  <a:pt x="469709" y="105943"/>
                </a:lnTo>
                <a:close/>
              </a:path>
            </a:pathLst>
          </a:custGeom>
          <a:solidFill>
            <a:srgbClr val="D379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 txBox="1"/>
          <p:nvPr/>
        </p:nvSpPr>
        <p:spPr>
          <a:xfrm>
            <a:off x="6122642" y="6453995"/>
            <a:ext cx="30988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conv4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09" name="object 409"/>
          <p:cNvSpPr txBox="1"/>
          <p:nvPr/>
        </p:nvSpPr>
        <p:spPr>
          <a:xfrm>
            <a:off x="6910780" y="6519404"/>
            <a:ext cx="42799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conv4_1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10" name="object 410"/>
          <p:cNvSpPr txBox="1"/>
          <p:nvPr/>
        </p:nvSpPr>
        <p:spPr>
          <a:xfrm>
            <a:off x="7766690" y="6519404"/>
            <a:ext cx="30988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11" name="object 411"/>
          <p:cNvSpPr txBox="1"/>
          <p:nvPr/>
        </p:nvSpPr>
        <p:spPr>
          <a:xfrm>
            <a:off x="8496305" y="6519404"/>
            <a:ext cx="42799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conv5_1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12" name="object 412"/>
          <p:cNvSpPr/>
          <p:nvPr/>
        </p:nvSpPr>
        <p:spPr>
          <a:xfrm>
            <a:off x="9292959" y="6500164"/>
            <a:ext cx="469900" cy="212090"/>
          </a:xfrm>
          <a:custGeom>
            <a:avLst/>
            <a:gdLst/>
            <a:ahLst/>
            <a:cxnLst/>
            <a:rect l="l" t="t" r="r" b="b"/>
            <a:pathLst>
              <a:path w="469900" h="212090">
                <a:moveTo>
                  <a:pt x="469709" y="105930"/>
                </a:moveTo>
                <a:lnTo>
                  <a:pt x="285940" y="0"/>
                </a:lnTo>
                <a:lnTo>
                  <a:pt x="285940" y="52806"/>
                </a:lnTo>
                <a:lnTo>
                  <a:pt x="0" y="52806"/>
                </a:lnTo>
                <a:lnTo>
                  <a:pt x="0" y="159029"/>
                </a:lnTo>
                <a:lnTo>
                  <a:pt x="285940" y="159029"/>
                </a:lnTo>
                <a:lnTo>
                  <a:pt x="285940" y="211861"/>
                </a:lnTo>
                <a:lnTo>
                  <a:pt x="469709" y="105930"/>
                </a:lnTo>
                <a:close/>
              </a:path>
            </a:pathLst>
          </a:custGeom>
          <a:solidFill>
            <a:srgbClr val="D379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 txBox="1"/>
          <p:nvPr/>
        </p:nvSpPr>
        <p:spPr>
          <a:xfrm>
            <a:off x="9344796" y="6519404"/>
            <a:ext cx="30988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conv6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414" name="object 414"/>
          <p:cNvGrpSpPr/>
          <p:nvPr/>
        </p:nvGrpSpPr>
        <p:grpSpPr>
          <a:xfrm>
            <a:off x="3319538" y="5869175"/>
            <a:ext cx="1742439" cy="807085"/>
            <a:chOff x="3319538" y="5869175"/>
            <a:chExt cx="1742439" cy="807085"/>
          </a:xfrm>
        </p:grpSpPr>
        <p:sp>
          <p:nvSpPr>
            <p:cNvPr id="415" name="object 415"/>
            <p:cNvSpPr/>
            <p:nvPr/>
          </p:nvSpPr>
          <p:spPr>
            <a:xfrm>
              <a:off x="3930193" y="6091808"/>
              <a:ext cx="1132205" cy="567690"/>
            </a:xfrm>
            <a:custGeom>
              <a:avLst/>
              <a:gdLst/>
              <a:ahLst/>
              <a:cxnLst/>
              <a:rect l="l" t="t" r="r" b="b"/>
              <a:pathLst>
                <a:path w="1132204" h="567690">
                  <a:moveTo>
                    <a:pt x="11899" y="4737"/>
                  </a:moveTo>
                  <a:lnTo>
                    <a:pt x="2387" y="0"/>
                  </a:lnTo>
                  <a:lnTo>
                    <a:pt x="0" y="4762"/>
                  </a:lnTo>
                  <a:lnTo>
                    <a:pt x="9525" y="9499"/>
                  </a:lnTo>
                  <a:lnTo>
                    <a:pt x="11899" y="4737"/>
                  </a:lnTo>
                  <a:close/>
                </a:path>
                <a:path w="1132204" h="567690">
                  <a:moveTo>
                    <a:pt x="11963" y="33337"/>
                  </a:moveTo>
                  <a:lnTo>
                    <a:pt x="2349" y="28790"/>
                  </a:lnTo>
                  <a:lnTo>
                    <a:pt x="63" y="33591"/>
                  </a:lnTo>
                  <a:lnTo>
                    <a:pt x="9690" y="38138"/>
                  </a:lnTo>
                  <a:lnTo>
                    <a:pt x="11963" y="33337"/>
                  </a:lnTo>
                  <a:close/>
                </a:path>
                <a:path w="1132204" h="567690">
                  <a:moveTo>
                    <a:pt x="50495" y="23964"/>
                  </a:moveTo>
                  <a:lnTo>
                    <a:pt x="37998" y="17754"/>
                  </a:lnTo>
                  <a:lnTo>
                    <a:pt x="39039" y="15709"/>
                  </a:lnTo>
                  <a:lnTo>
                    <a:pt x="20205" y="6273"/>
                  </a:lnTo>
                  <a:lnTo>
                    <a:pt x="17818" y="11036"/>
                  </a:lnTo>
                  <a:lnTo>
                    <a:pt x="29845" y="17056"/>
                  </a:lnTo>
                  <a:lnTo>
                    <a:pt x="28829" y="19100"/>
                  </a:lnTo>
                  <a:lnTo>
                    <a:pt x="48133" y="28727"/>
                  </a:lnTo>
                  <a:lnTo>
                    <a:pt x="50495" y="23964"/>
                  </a:lnTo>
                  <a:close/>
                </a:path>
                <a:path w="1132204" h="567690">
                  <a:moveTo>
                    <a:pt x="50558" y="51587"/>
                  </a:moveTo>
                  <a:lnTo>
                    <a:pt x="39281" y="46266"/>
                  </a:lnTo>
                  <a:lnTo>
                    <a:pt x="40386" y="43954"/>
                  </a:lnTo>
                  <a:lnTo>
                    <a:pt x="20904" y="34696"/>
                  </a:lnTo>
                  <a:lnTo>
                    <a:pt x="18605" y="39497"/>
                  </a:lnTo>
                  <a:lnTo>
                    <a:pt x="30073" y="44945"/>
                  </a:lnTo>
                  <a:lnTo>
                    <a:pt x="28968" y="47269"/>
                  </a:lnTo>
                  <a:lnTo>
                    <a:pt x="48272" y="56388"/>
                  </a:lnTo>
                  <a:lnTo>
                    <a:pt x="50558" y="51587"/>
                  </a:lnTo>
                  <a:close/>
                </a:path>
                <a:path w="1132204" h="567690">
                  <a:moveTo>
                    <a:pt x="89077" y="43167"/>
                  </a:moveTo>
                  <a:lnTo>
                    <a:pt x="75730" y="36525"/>
                  </a:lnTo>
                  <a:lnTo>
                    <a:pt x="76720" y="34544"/>
                  </a:lnTo>
                  <a:lnTo>
                    <a:pt x="57873" y="25120"/>
                  </a:lnTo>
                  <a:lnTo>
                    <a:pt x="55499" y="29870"/>
                  </a:lnTo>
                  <a:lnTo>
                    <a:pt x="68414" y="36322"/>
                  </a:lnTo>
                  <a:lnTo>
                    <a:pt x="67411" y="38328"/>
                  </a:lnTo>
                  <a:lnTo>
                    <a:pt x="86715" y="47929"/>
                  </a:lnTo>
                  <a:lnTo>
                    <a:pt x="89077" y="43167"/>
                  </a:lnTo>
                  <a:close/>
                </a:path>
                <a:path w="1132204" h="567690">
                  <a:moveTo>
                    <a:pt x="89128" y="69837"/>
                  </a:moveTo>
                  <a:lnTo>
                    <a:pt x="78295" y="64719"/>
                  </a:lnTo>
                  <a:lnTo>
                    <a:pt x="79349" y="62509"/>
                  </a:lnTo>
                  <a:lnTo>
                    <a:pt x="59880" y="53238"/>
                  </a:lnTo>
                  <a:lnTo>
                    <a:pt x="57581" y="58026"/>
                  </a:lnTo>
                  <a:lnTo>
                    <a:pt x="68618" y="63284"/>
                  </a:lnTo>
                  <a:lnTo>
                    <a:pt x="67564" y="65519"/>
                  </a:lnTo>
                  <a:lnTo>
                    <a:pt x="86842" y="74637"/>
                  </a:lnTo>
                  <a:lnTo>
                    <a:pt x="89128" y="69837"/>
                  </a:lnTo>
                  <a:close/>
                </a:path>
                <a:path w="1132204" h="567690">
                  <a:moveTo>
                    <a:pt x="127673" y="62395"/>
                  </a:moveTo>
                  <a:lnTo>
                    <a:pt x="113449" y="55308"/>
                  </a:lnTo>
                  <a:lnTo>
                    <a:pt x="114414" y="53390"/>
                  </a:lnTo>
                  <a:lnTo>
                    <a:pt x="95567" y="43954"/>
                  </a:lnTo>
                  <a:lnTo>
                    <a:pt x="93192" y="48717"/>
                  </a:lnTo>
                  <a:lnTo>
                    <a:pt x="106959" y="55613"/>
                  </a:lnTo>
                  <a:lnTo>
                    <a:pt x="106006" y="57531"/>
                  </a:lnTo>
                  <a:lnTo>
                    <a:pt x="125310" y="67132"/>
                  </a:lnTo>
                  <a:lnTo>
                    <a:pt x="127673" y="62395"/>
                  </a:lnTo>
                  <a:close/>
                </a:path>
                <a:path w="1132204" h="567690">
                  <a:moveTo>
                    <a:pt x="127711" y="88087"/>
                  </a:moveTo>
                  <a:lnTo>
                    <a:pt x="117297" y="83172"/>
                  </a:lnTo>
                  <a:lnTo>
                    <a:pt x="118325" y="81026"/>
                  </a:lnTo>
                  <a:lnTo>
                    <a:pt x="98856" y="71767"/>
                  </a:lnTo>
                  <a:lnTo>
                    <a:pt x="96558" y="76542"/>
                  </a:lnTo>
                  <a:lnTo>
                    <a:pt x="107175" y="81610"/>
                  </a:lnTo>
                  <a:lnTo>
                    <a:pt x="106146" y="83769"/>
                  </a:lnTo>
                  <a:lnTo>
                    <a:pt x="125437" y="92887"/>
                  </a:lnTo>
                  <a:lnTo>
                    <a:pt x="127711" y="88087"/>
                  </a:lnTo>
                  <a:close/>
                </a:path>
                <a:path w="1132204" h="567690">
                  <a:moveTo>
                    <a:pt x="166255" y="81597"/>
                  </a:moveTo>
                  <a:lnTo>
                    <a:pt x="151155" y="74091"/>
                  </a:lnTo>
                  <a:lnTo>
                    <a:pt x="152082" y="72237"/>
                  </a:lnTo>
                  <a:lnTo>
                    <a:pt x="133248" y="62801"/>
                  </a:lnTo>
                  <a:lnTo>
                    <a:pt x="130860" y="67564"/>
                  </a:lnTo>
                  <a:lnTo>
                    <a:pt x="145516" y="74891"/>
                  </a:lnTo>
                  <a:lnTo>
                    <a:pt x="144589" y="76733"/>
                  </a:lnTo>
                  <a:lnTo>
                    <a:pt x="163893" y="86360"/>
                  </a:lnTo>
                  <a:lnTo>
                    <a:pt x="166255" y="81597"/>
                  </a:lnTo>
                  <a:close/>
                </a:path>
                <a:path w="1132204" h="567690">
                  <a:moveTo>
                    <a:pt x="166306" y="106324"/>
                  </a:moveTo>
                  <a:lnTo>
                    <a:pt x="156311" y="101612"/>
                  </a:lnTo>
                  <a:lnTo>
                    <a:pt x="157302" y="99555"/>
                  </a:lnTo>
                  <a:lnTo>
                    <a:pt x="137807" y="90297"/>
                  </a:lnTo>
                  <a:lnTo>
                    <a:pt x="135521" y="95097"/>
                  </a:lnTo>
                  <a:lnTo>
                    <a:pt x="145707" y="99949"/>
                  </a:lnTo>
                  <a:lnTo>
                    <a:pt x="144716" y="102019"/>
                  </a:lnTo>
                  <a:lnTo>
                    <a:pt x="164020" y="111125"/>
                  </a:lnTo>
                  <a:lnTo>
                    <a:pt x="166306" y="106324"/>
                  </a:lnTo>
                  <a:close/>
                </a:path>
                <a:path w="1132204" h="567690">
                  <a:moveTo>
                    <a:pt x="204851" y="100812"/>
                  </a:moveTo>
                  <a:lnTo>
                    <a:pt x="188861" y="92849"/>
                  </a:lnTo>
                  <a:lnTo>
                    <a:pt x="189763" y="91071"/>
                  </a:lnTo>
                  <a:lnTo>
                    <a:pt x="170916" y="81661"/>
                  </a:lnTo>
                  <a:lnTo>
                    <a:pt x="168541" y="86398"/>
                  </a:lnTo>
                  <a:lnTo>
                    <a:pt x="184073" y="94183"/>
                  </a:lnTo>
                  <a:lnTo>
                    <a:pt x="183184" y="95961"/>
                  </a:lnTo>
                  <a:lnTo>
                    <a:pt x="202463" y="105562"/>
                  </a:lnTo>
                  <a:lnTo>
                    <a:pt x="204851" y="100812"/>
                  </a:lnTo>
                  <a:close/>
                </a:path>
                <a:path w="1132204" h="567690">
                  <a:moveTo>
                    <a:pt x="204889" y="124599"/>
                  </a:moveTo>
                  <a:lnTo>
                    <a:pt x="195300" y="120078"/>
                  </a:lnTo>
                  <a:lnTo>
                    <a:pt x="196253" y="118071"/>
                  </a:lnTo>
                  <a:lnTo>
                    <a:pt x="176771" y="108813"/>
                  </a:lnTo>
                  <a:lnTo>
                    <a:pt x="174498" y="113614"/>
                  </a:lnTo>
                  <a:lnTo>
                    <a:pt x="184264" y="118262"/>
                  </a:lnTo>
                  <a:lnTo>
                    <a:pt x="183311" y="120269"/>
                  </a:lnTo>
                  <a:lnTo>
                    <a:pt x="202615" y="129374"/>
                  </a:lnTo>
                  <a:lnTo>
                    <a:pt x="204889" y="124599"/>
                  </a:lnTo>
                  <a:close/>
                </a:path>
                <a:path w="1132204" h="567690">
                  <a:moveTo>
                    <a:pt x="243446" y="120027"/>
                  </a:moveTo>
                  <a:lnTo>
                    <a:pt x="226568" y="111645"/>
                  </a:lnTo>
                  <a:lnTo>
                    <a:pt x="227431" y="109918"/>
                  </a:lnTo>
                  <a:lnTo>
                    <a:pt x="208597" y="100507"/>
                  </a:lnTo>
                  <a:lnTo>
                    <a:pt x="206209" y="105244"/>
                  </a:lnTo>
                  <a:lnTo>
                    <a:pt x="222605" y="113474"/>
                  </a:lnTo>
                  <a:lnTo>
                    <a:pt x="221767" y="115163"/>
                  </a:lnTo>
                  <a:lnTo>
                    <a:pt x="241058" y="124764"/>
                  </a:lnTo>
                  <a:lnTo>
                    <a:pt x="243446" y="120027"/>
                  </a:lnTo>
                  <a:close/>
                </a:path>
                <a:path w="1132204" h="567690">
                  <a:moveTo>
                    <a:pt x="243459" y="142849"/>
                  </a:moveTo>
                  <a:lnTo>
                    <a:pt x="234315" y="138531"/>
                  </a:lnTo>
                  <a:lnTo>
                    <a:pt x="235229" y="136626"/>
                  </a:lnTo>
                  <a:lnTo>
                    <a:pt x="215747" y="127355"/>
                  </a:lnTo>
                  <a:lnTo>
                    <a:pt x="213448" y="132143"/>
                  </a:lnTo>
                  <a:lnTo>
                    <a:pt x="222808" y="136601"/>
                  </a:lnTo>
                  <a:lnTo>
                    <a:pt x="221894" y="138518"/>
                  </a:lnTo>
                  <a:lnTo>
                    <a:pt x="241185" y="147650"/>
                  </a:lnTo>
                  <a:lnTo>
                    <a:pt x="243459" y="142849"/>
                  </a:lnTo>
                  <a:close/>
                </a:path>
                <a:path w="1132204" h="567690">
                  <a:moveTo>
                    <a:pt x="282028" y="139230"/>
                  </a:moveTo>
                  <a:lnTo>
                    <a:pt x="264287" y="130403"/>
                  </a:lnTo>
                  <a:lnTo>
                    <a:pt x="265112" y="128765"/>
                  </a:lnTo>
                  <a:lnTo>
                    <a:pt x="246265" y="119354"/>
                  </a:lnTo>
                  <a:lnTo>
                    <a:pt x="243890" y="124091"/>
                  </a:lnTo>
                  <a:lnTo>
                    <a:pt x="261175" y="132765"/>
                  </a:lnTo>
                  <a:lnTo>
                    <a:pt x="260362" y="134391"/>
                  </a:lnTo>
                  <a:lnTo>
                    <a:pt x="279641" y="143992"/>
                  </a:lnTo>
                  <a:lnTo>
                    <a:pt x="282028" y="139230"/>
                  </a:lnTo>
                  <a:close/>
                </a:path>
                <a:path w="1132204" h="567690">
                  <a:moveTo>
                    <a:pt x="282054" y="161099"/>
                  </a:moveTo>
                  <a:lnTo>
                    <a:pt x="273329" y="156972"/>
                  </a:lnTo>
                  <a:lnTo>
                    <a:pt x="274193" y="155143"/>
                  </a:lnTo>
                  <a:lnTo>
                    <a:pt x="254723" y="145884"/>
                  </a:lnTo>
                  <a:lnTo>
                    <a:pt x="252425" y="150685"/>
                  </a:lnTo>
                  <a:lnTo>
                    <a:pt x="261353" y="154927"/>
                  </a:lnTo>
                  <a:lnTo>
                    <a:pt x="260489" y="156756"/>
                  </a:lnTo>
                  <a:lnTo>
                    <a:pt x="279768" y="165900"/>
                  </a:lnTo>
                  <a:lnTo>
                    <a:pt x="282054" y="161099"/>
                  </a:lnTo>
                  <a:close/>
                </a:path>
                <a:path w="1132204" h="567690">
                  <a:moveTo>
                    <a:pt x="320624" y="158445"/>
                  </a:moveTo>
                  <a:lnTo>
                    <a:pt x="301993" y="149199"/>
                  </a:lnTo>
                  <a:lnTo>
                    <a:pt x="302806" y="147612"/>
                  </a:lnTo>
                  <a:lnTo>
                    <a:pt x="283946" y="138201"/>
                  </a:lnTo>
                  <a:lnTo>
                    <a:pt x="281559" y="142938"/>
                  </a:lnTo>
                  <a:lnTo>
                    <a:pt x="299720" y="152031"/>
                  </a:lnTo>
                  <a:lnTo>
                    <a:pt x="298945" y="153593"/>
                  </a:lnTo>
                  <a:lnTo>
                    <a:pt x="318236" y="163195"/>
                  </a:lnTo>
                  <a:lnTo>
                    <a:pt x="320624" y="158445"/>
                  </a:lnTo>
                  <a:close/>
                </a:path>
                <a:path w="1132204" h="567690">
                  <a:moveTo>
                    <a:pt x="320636" y="179349"/>
                  </a:moveTo>
                  <a:lnTo>
                    <a:pt x="312331" y="175425"/>
                  </a:lnTo>
                  <a:lnTo>
                    <a:pt x="313169" y="173672"/>
                  </a:lnTo>
                  <a:lnTo>
                    <a:pt x="293687" y="164414"/>
                  </a:lnTo>
                  <a:lnTo>
                    <a:pt x="291388" y="169214"/>
                  </a:lnTo>
                  <a:lnTo>
                    <a:pt x="299885" y="173266"/>
                  </a:lnTo>
                  <a:lnTo>
                    <a:pt x="299059" y="175006"/>
                  </a:lnTo>
                  <a:lnTo>
                    <a:pt x="318363" y="184150"/>
                  </a:lnTo>
                  <a:lnTo>
                    <a:pt x="320636" y="179349"/>
                  </a:lnTo>
                  <a:close/>
                </a:path>
                <a:path w="1132204" h="567690">
                  <a:moveTo>
                    <a:pt x="340474" y="166446"/>
                  </a:moveTo>
                  <a:lnTo>
                    <a:pt x="321640" y="157035"/>
                  </a:lnTo>
                  <a:lnTo>
                    <a:pt x="319252" y="161772"/>
                  </a:lnTo>
                  <a:lnTo>
                    <a:pt x="338099" y="171208"/>
                  </a:lnTo>
                  <a:lnTo>
                    <a:pt x="340474" y="166446"/>
                  </a:lnTo>
                  <a:close/>
                </a:path>
                <a:path w="1132204" h="567690">
                  <a:moveTo>
                    <a:pt x="359232" y="197586"/>
                  </a:moveTo>
                  <a:lnTo>
                    <a:pt x="351345" y="193865"/>
                  </a:lnTo>
                  <a:lnTo>
                    <a:pt x="352145" y="192214"/>
                  </a:lnTo>
                  <a:lnTo>
                    <a:pt x="332651" y="182930"/>
                  </a:lnTo>
                  <a:lnTo>
                    <a:pt x="330365" y="187731"/>
                  </a:lnTo>
                  <a:lnTo>
                    <a:pt x="338442" y="191579"/>
                  </a:lnTo>
                  <a:lnTo>
                    <a:pt x="337642" y="193255"/>
                  </a:lnTo>
                  <a:lnTo>
                    <a:pt x="356946" y="202387"/>
                  </a:lnTo>
                  <a:lnTo>
                    <a:pt x="359232" y="197586"/>
                  </a:lnTo>
                  <a:close/>
                </a:path>
                <a:path w="1132204" h="567690">
                  <a:moveTo>
                    <a:pt x="378155" y="185293"/>
                  </a:moveTo>
                  <a:lnTo>
                    <a:pt x="359321" y="175882"/>
                  </a:lnTo>
                  <a:lnTo>
                    <a:pt x="358584" y="177355"/>
                  </a:lnTo>
                  <a:lnTo>
                    <a:pt x="339902" y="168059"/>
                  </a:lnTo>
                  <a:lnTo>
                    <a:pt x="337540" y="172796"/>
                  </a:lnTo>
                  <a:lnTo>
                    <a:pt x="356819" y="182422"/>
                  </a:lnTo>
                  <a:lnTo>
                    <a:pt x="357543" y="180962"/>
                  </a:lnTo>
                  <a:lnTo>
                    <a:pt x="375767" y="190055"/>
                  </a:lnTo>
                  <a:lnTo>
                    <a:pt x="378155" y="185293"/>
                  </a:lnTo>
                  <a:close/>
                </a:path>
                <a:path w="1132204" h="567690">
                  <a:moveTo>
                    <a:pt x="397802" y="215836"/>
                  </a:moveTo>
                  <a:lnTo>
                    <a:pt x="390347" y="212318"/>
                  </a:lnTo>
                  <a:lnTo>
                    <a:pt x="391109" y="210743"/>
                  </a:lnTo>
                  <a:lnTo>
                    <a:pt x="371614" y="201485"/>
                  </a:lnTo>
                  <a:lnTo>
                    <a:pt x="369341" y="206260"/>
                  </a:lnTo>
                  <a:lnTo>
                    <a:pt x="376986" y="209918"/>
                  </a:lnTo>
                  <a:lnTo>
                    <a:pt x="376237" y="211505"/>
                  </a:lnTo>
                  <a:lnTo>
                    <a:pt x="395516" y="220637"/>
                  </a:lnTo>
                  <a:lnTo>
                    <a:pt x="397802" y="215836"/>
                  </a:lnTo>
                  <a:close/>
                </a:path>
                <a:path w="1132204" h="567690">
                  <a:moveTo>
                    <a:pt x="415823" y="204152"/>
                  </a:moveTo>
                  <a:lnTo>
                    <a:pt x="396989" y="194729"/>
                  </a:lnTo>
                  <a:lnTo>
                    <a:pt x="396278" y="196126"/>
                  </a:lnTo>
                  <a:lnTo>
                    <a:pt x="378498" y="187274"/>
                  </a:lnTo>
                  <a:lnTo>
                    <a:pt x="376135" y="192024"/>
                  </a:lnTo>
                  <a:lnTo>
                    <a:pt x="395414" y="201625"/>
                  </a:lnTo>
                  <a:lnTo>
                    <a:pt x="396113" y="200228"/>
                  </a:lnTo>
                  <a:lnTo>
                    <a:pt x="413448" y="208889"/>
                  </a:lnTo>
                  <a:lnTo>
                    <a:pt x="415823" y="204152"/>
                  </a:lnTo>
                  <a:close/>
                </a:path>
                <a:path w="1132204" h="567690">
                  <a:moveTo>
                    <a:pt x="436384" y="234086"/>
                  </a:moveTo>
                  <a:lnTo>
                    <a:pt x="429348" y="230771"/>
                  </a:lnTo>
                  <a:lnTo>
                    <a:pt x="430060" y="229260"/>
                  </a:lnTo>
                  <a:lnTo>
                    <a:pt x="410591" y="220002"/>
                  </a:lnTo>
                  <a:lnTo>
                    <a:pt x="408317" y="224802"/>
                  </a:lnTo>
                  <a:lnTo>
                    <a:pt x="415531" y="228244"/>
                  </a:lnTo>
                  <a:lnTo>
                    <a:pt x="414820" y="229755"/>
                  </a:lnTo>
                  <a:lnTo>
                    <a:pt x="434111" y="238887"/>
                  </a:lnTo>
                  <a:lnTo>
                    <a:pt x="436384" y="234086"/>
                  </a:lnTo>
                  <a:close/>
                </a:path>
                <a:path w="1132204" h="567690">
                  <a:moveTo>
                    <a:pt x="453504" y="222999"/>
                  </a:moveTo>
                  <a:lnTo>
                    <a:pt x="434657" y="213563"/>
                  </a:lnTo>
                  <a:lnTo>
                    <a:pt x="433984" y="214909"/>
                  </a:lnTo>
                  <a:lnTo>
                    <a:pt x="417080" y="206476"/>
                  </a:lnTo>
                  <a:lnTo>
                    <a:pt x="414718" y="211226"/>
                  </a:lnTo>
                  <a:lnTo>
                    <a:pt x="434009" y="220827"/>
                  </a:lnTo>
                  <a:lnTo>
                    <a:pt x="434657" y="219519"/>
                  </a:lnTo>
                  <a:lnTo>
                    <a:pt x="451116" y="227736"/>
                  </a:lnTo>
                  <a:lnTo>
                    <a:pt x="453504" y="222999"/>
                  </a:lnTo>
                  <a:close/>
                </a:path>
                <a:path w="1132204" h="567690">
                  <a:moveTo>
                    <a:pt x="474980" y="252336"/>
                  </a:moveTo>
                  <a:lnTo>
                    <a:pt x="468363" y="249212"/>
                  </a:lnTo>
                  <a:lnTo>
                    <a:pt x="469036" y="247789"/>
                  </a:lnTo>
                  <a:lnTo>
                    <a:pt x="449567" y="238531"/>
                  </a:lnTo>
                  <a:lnTo>
                    <a:pt x="447268" y="243332"/>
                  </a:lnTo>
                  <a:lnTo>
                    <a:pt x="454075" y="246570"/>
                  </a:lnTo>
                  <a:lnTo>
                    <a:pt x="453390" y="248005"/>
                  </a:lnTo>
                  <a:lnTo>
                    <a:pt x="472694" y="257136"/>
                  </a:lnTo>
                  <a:lnTo>
                    <a:pt x="474980" y="252336"/>
                  </a:lnTo>
                  <a:close/>
                </a:path>
                <a:path w="1132204" h="567690">
                  <a:moveTo>
                    <a:pt x="491172" y="241846"/>
                  </a:moveTo>
                  <a:lnTo>
                    <a:pt x="472338" y="232410"/>
                  </a:lnTo>
                  <a:lnTo>
                    <a:pt x="471703" y="233680"/>
                  </a:lnTo>
                  <a:lnTo>
                    <a:pt x="455676" y="225691"/>
                  </a:lnTo>
                  <a:lnTo>
                    <a:pt x="453313" y="230428"/>
                  </a:lnTo>
                  <a:lnTo>
                    <a:pt x="472592" y="240055"/>
                  </a:lnTo>
                  <a:lnTo>
                    <a:pt x="473214" y="238810"/>
                  </a:lnTo>
                  <a:lnTo>
                    <a:pt x="488797" y="246583"/>
                  </a:lnTo>
                  <a:lnTo>
                    <a:pt x="491172" y="241846"/>
                  </a:lnTo>
                  <a:close/>
                </a:path>
                <a:path w="1132204" h="567690">
                  <a:moveTo>
                    <a:pt x="513549" y="270586"/>
                  </a:moveTo>
                  <a:lnTo>
                    <a:pt x="507377" y="267677"/>
                  </a:lnTo>
                  <a:lnTo>
                    <a:pt x="508012" y="266331"/>
                  </a:lnTo>
                  <a:lnTo>
                    <a:pt x="488530" y="257073"/>
                  </a:lnTo>
                  <a:lnTo>
                    <a:pt x="486232" y="261848"/>
                  </a:lnTo>
                  <a:lnTo>
                    <a:pt x="492633" y="264896"/>
                  </a:lnTo>
                  <a:lnTo>
                    <a:pt x="491985" y="266268"/>
                  </a:lnTo>
                  <a:lnTo>
                    <a:pt x="511263" y="275386"/>
                  </a:lnTo>
                  <a:lnTo>
                    <a:pt x="513549" y="270586"/>
                  </a:lnTo>
                  <a:close/>
                </a:path>
                <a:path w="1132204" h="567690">
                  <a:moveTo>
                    <a:pt x="528853" y="260680"/>
                  </a:moveTo>
                  <a:lnTo>
                    <a:pt x="510006" y="251256"/>
                  </a:lnTo>
                  <a:lnTo>
                    <a:pt x="509409" y="252450"/>
                  </a:lnTo>
                  <a:lnTo>
                    <a:pt x="494258" y="244906"/>
                  </a:lnTo>
                  <a:lnTo>
                    <a:pt x="491896" y="249656"/>
                  </a:lnTo>
                  <a:lnTo>
                    <a:pt x="511187" y="259257"/>
                  </a:lnTo>
                  <a:lnTo>
                    <a:pt x="511771" y="258089"/>
                  </a:lnTo>
                  <a:lnTo>
                    <a:pt x="526465" y="265417"/>
                  </a:lnTo>
                  <a:lnTo>
                    <a:pt x="528853" y="260680"/>
                  </a:lnTo>
                  <a:close/>
                </a:path>
                <a:path w="1132204" h="567690">
                  <a:moveTo>
                    <a:pt x="552132" y="288836"/>
                  </a:moveTo>
                  <a:lnTo>
                    <a:pt x="546379" y="286131"/>
                  </a:lnTo>
                  <a:lnTo>
                    <a:pt x="546989" y="284861"/>
                  </a:lnTo>
                  <a:lnTo>
                    <a:pt x="527481" y="275602"/>
                  </a:lnTo>
                  <a:lnTo>
                    <a:pt x="525208" y="280403"/>
                  </a:lnTo>
                  <a:lnTo>
                    <a:pt x="531164" y="283248"/>
                  </a:lnTo>
                  <a:lnTo>
                    <a:pt x="530567" y="284518"/>
                  </a:lnTo>
                  <a:lnTo>
                    <a:pt x="549859" y="293636"/>
                  </a:lnTo>
                  <a:lnTo>
                    <a:pt x="552132" y="288836"/>
                  </a:lnTo>
                  <a:close/>
                </a:path>
                <a:path w="1132204" h="567690">
                  <a:moveTo>
                    <a:pt x="566547" y="279527"/>
                  </a:moveTo>
                  <a:lnTo>
                    <a:pt x="547712" y="270090"/>
                  </a:lnTo>
                  <a:lnTo>
                    <a:pt x="547128" y="271246"/>
                  </a:lnTo>
                  <a:lnTo>
                    <a:pt x="532853" y="264121"/>
                  </a:lnTo>
                  <a:lnTo>
                    <a:pt x="530491" y="268859"/>
                  </a:lnTo>
                  <a:lnTo>
                    <a:pt x="549770" y="278472"/>
                  </a:lnTo>
                  <a:lnTo>
                    <a:pt x="550329" y="277368"/>
                  </a:lnTo>
                  <a:lnTo>
                    <a:pt x="564159" y="284264"/>
                  </a:lnTo>
                  <a:lnTo>
                    <a:pt x="566547" y="279527"/>
                  </a:lnTo>
                  <a:close/>
                </a:path>
                <a:path w="1132204" h="567690">
                  <a:moveTo>
                    <a:pt x="590727" y="307086"/>
                  </a:moveTo>
                  <a:lnTo>
                    <a:pt x="585381" y="304571"/>
                  </a:lnTo>
                  <a:lnTo>
                    <a:pt x="585952" y="303390"/>
                  </a:lnTo>
                  <a:lnTo>
                    <a:pt x="566458" y="294119"/>
                  </a:lnTo>
                  <a:lnTo>
                    <a:pt x="564184" y="298919"/>
                  </a:lnTo>
                  <a:lnTo>
                    <a:pt x="569709" y="301561"/>
                  </a:lnTo>
                  <a:lnTo>
                    <a:pt x="569137" y="302768"/>
                  </a:lnTo>
                  <a:lnTo>
                    <a:pt x="588441" y="311886"/>
                  </a:lnTo>
                  <a:lnTo>
                    <a:pt x="590727" y="307086"/>
                  </a:lnTo>
                  <a:close/>
                </a:path>
                <a:path w="1132204" h="567690">
                  <a:moveTo>
                    <a:pt x="604215" y="298373"/>
                  </a:moveTo>
                  <a:lnTo>
                    <a:pt x="585381" y="288937"/>
                  </a:lnTo>
                  <a:lnTo>
                    <a:pt x="584835" y="290017"/>
                  </a:lnTo>
                  <a:lnTo>
                    <a:pt x="571436" y="283337"/>
                  </a:lnTo>
                  <a:lnTo>
                    <a:pt x="569061" y="288086"/>
                  </a:lnTo>
                  <a:lnTo>
                    <a:pt x="588365" y="297688"/>
                  </a:lnTo>
                  <a:lnTo>
                    <a:pt x="588886" y="296646"/>
                  </a:lnTo>
                  <a:lnTo>
                    <a:pt x="601840" y="303110"/>
                  </a:lnTo>
                  <a:lnTo>
                    <a:pt x="604215" y="298373"/>
                  </a:lnTo>
                  <a:close/>
                </a:path>
                <a:path w="1132204" h="567690">
                  <a:moveTo>
                    <a:pt x="629310" y="325335"/>
                  </a:moveTo>
                  <a:lnTo>
                    <a:pt x="624395" y="323024"/>
                  </a:lnTo>
                  <a:lnTo>
                    <a:pt x="624928" y="321932"/>
                  </a:lnTo>
                  <a:lnTo>
                    <a:pt x="605434" y="312648"/>
                  </a:lnTo>
                  <a:lnTo>
                    <a:pt x="603161" y="317449"/>
                  </a:lnTo>
                  <a:lnTo>
                    <a:pt x="608266" y="319887"/>
                  </a:lnTo>
                  <a:lnTo>
                    <a:pt x="607733" y="321017"/>
                  </a:lnTo>
                  <a:lnTo>
                    <a:pt x="627037" y="330136"/>
                  </a:lnTo>
                  <a:lnTo>
                    <a:pt x="629310" y="325335"/>
                  </a:lnTo>
                  <a:close/>
                </a:path>
                <a:path w="1132204" h="567690">
                  <a:moveTo>
                    <a:pt x="641896" y="317220"/>
                  </a:moveTo>
                  <a:lnTo>
                    <a:pt x="623062" y="307784"/>
                  </a:lnTo>
                  <a:lnTo>
                    <a:pt x="622554" y="308787"/>
                  </a:lnTo>
                  <a:lnTo>
                    <a:pt x="610031" y="302539"/>
                  </a:lnTo>
                  <a:lnTo>
                    <a:pt x="607644" y="307289"/>
                  </a:lnTo>
                  <a:lnTo>
                    <a:pt x="626948" y="316890"/>
                  </a:lnTo>
                  <a:lnTo>
                    <a:pt x="627418" y="315937"/>
                  </a:lnTo>
                  <a:lnTo>
                    <a:pt x="639508" y="321970"/>
                  </a:lnTo>
                  <a:lnTo>
                    <a:pt x="641896" y="317220"/>
                  </a:lnTo>
                  <a:close/>
                </a:path>
                <a:path w="1132204" h="567690">
                  <a:moveTo>
                    <a:pt x="667880" y="343598"/>
                  </a:moveTo>
                  <a:lnTo>
                    <a:pt x="663397" y="341477"/>
                  </a:lnTo>
                  <a:lnTo>
                    <a:pt x="663879" y="340461"/>
                  </a:lnTo>
                  <a:lnTo>
                    <a:pt x="644410" y="331190"/>
                  </a:lnTo>
                  <a:lnTo>
                    <a:pt x="642112" y="335978"/>
                  </a:lnTo>
                  <a:lnTo>
                    <a:pt x="646811" y="338226"/>
                  </a:lnTo>
                  <a:lnTo>
                    <a:pt x="646315" y="339267"/>
                  </a:lnTo>
                  <a:lnTo>
                    <a:pt x="665607" y="348373"/>
                  </a:lnTo>
                  <a:lnTo>
                    <a:pt x="667880" y="343598"/>
                  </a:lnTo>
                  <a:close/>
                </a:path>
                <a:path w="1132204" h="567690">
                  <a:moveTo>
                    <a:pt x="679564" y="336054"/>
                  </a:moveTo>
                  <a:lnTo>
                    <a:pt x="660730" y="326644"/>
                  </a:lnTo>
                  <a:lnTo>
                    <a:pt x="660260" y="327571"/>
                  </a:lnTo>
                  <a:lnTo>
                    <a:pt x="648614" y="321767"/>
                  </a:lnTo>
                  <a:lnTo>
                    <a:pt x="646239" y="326504"/>
                  </a:lnTo>
                  <a:lnTo>
                    <a:pt x="665543" y="336118"/>
                  </a:lnTo>
                  <a:lnTo>
                    <a:pt x="665988" y="335216"/>
                  </a:lnTo>
                  <a:lnTo>
                    <a:pt x="677189" y="340817"/>
                  </a:lnTo>
                  <a:lnTo>
                    <a:pt x="679564" y="336054"/>
                  </a:lnTo>
                  <a:close/>
                </a:path>
                <a:path w="1132204" h="567690">
                  <a:moveTo>
                    <a:pt x="706475" y="361848"/>
                  </a:moveTo>
                  <a:lnTo>
                    <a:pt x="702398" y="359930"/>
                  </a:lnTo>
                  <a:lnTo>
                    <a:pt x="702856" y="358978"/>
                  </a:lnTo>
                  <a:lnTo>
                    <a:pt x="683374" y="349719"/>
                  </a:lnTo>
                  <a:lnTo>
                    <a:pt x="681075" y="354520"/>
                  </a:lnTo>
                  <a:lnTo>
                    <a:pt x="685355" y="356565"/>
                  </a:lnTo>
                  <a:lnTo>
                    <a:pt x="684911" y="357517"/>
                  </a:lnTo>
                  <a:lnTo>
                    <a:pt x="704189" y="366623"/>
                  </a:lnTo>
                  <a:lnTo>
                    <a:pt x="706475" y="361848"/>
                  </a:lnTo>
                  <a:close/>
                </a:path>
                <a:path w="1132204" h="567690">
                  <a:moveTo>
                    <a:pt x="717245" y="354901"/>
                  </a:moveTo>
                  <a:lnTo>
                    <a:pt x="698411" y="345490"/>
                  </a:lnTo>
                  <a:lnTo>
                    <a:pt x="697979" y="346341"/>
                  </a:lnTo>
                  <a:lnTo>
                    <a:pt x="687209" y="340969"/>
                  </a:lnTo>
                  <a:lnTo>
                    <a:pt x="684822" y="345719"/>
                  </a:lnTo>
                  <a:lnTo>
                    <a:pt x="704126" y="355333"/>
                  </a:lnTo>
                  <a:lnTo>
                    <a:pt x="704532" y="354507"/>
                  </a:lnTo>
                  <a:lnTo>
                    <a:pt x="714857" y="359664"/>
                  </a:lnTo>
                  <a:lnTo>
                    <a:pt x="717245" y="354901"/>
                  </a:lnTo>
                  <a:close/>
                </a:path>
                <a:path w="1132204" h="567690">
                  <a:moveTo>
                    <a:pt x="745058" y="380098"/>
                  </a:moveTo>
                  <a:lnTo>
                    <a:pt x="741413" y="378383"/>
                  </a:lnTo>
                  <a:lnTo>
                    <a:pt x="741832" y="377507"/>
                  </a:lnTo>
                  <a:lnTo>
                    <a:pt x="722350" y="368249"/>
                  </a:lnTo>
                  <a:lnTo>
                    <a:pt x="720051" y="373049"/>
                  </a:lnTo>
                  <a:lnTo>
                    <a:pt x="723900" y="374891"/>
                  </a:lnTo>
                  <a:lnTo>
                    <a:pt x="723480" y="375767"/>
                  </a:lnTo>
                  <a:lnTo>
                    <a:pt x="742784" y="384898"/>
                  </a:lnTo>
                  <a:lnTo>
                    <a:pt x="745058" y="380098"/>
                  </a:lnTo>
                  <a:close/>
                </a:path>
                <a:path w="1132204" h="567690">
                  <a:moveTo>
                    <a:pt x="754938" y="373748"/>
                  </a:moveTo>
                  <a:lnTo>
                    <a:pt x="736079" y="364337"/>
                  </a:lnTo>
                  <a:lnTo>
                    <a:pt x="735685" y="365112"/>
                  </a:lnTo>
                  <a:lnTo>
                    <a:pt x="725805" y="360172"/>
                  </a:lnTo>
                  <a:lnTo>
                    <a:pt x="723417" y="364934"/>
                  </a:lnTo>
                  <a:lnTo>
                    <a:pt x="742721" y="374535"/>
                  </a:lnTo>
                  <a:lnTo>
                    <a:pt x="743089" y="373786"/>
                  </a:lnTo>
                  <a:lnTo>
                    <a:pt x="752538" y="378498"/>
                  </a:lnTo>
                  <a:lnTo>
                    <a:pt x="754938" y="373748"/>
                  </a:lnTo>
                  <a:close/>
                </a:path>
                <a:path w="1132204" h="567690">
                  <a:moveTo>
                    <a:pt x="783653" y="398348"/>
                  </a:moveTo>
                  <a:lnTo>
                    <a:pt x="780415" y="396824"/>
                  </a:lnTo>
                  <a:lnTo>
                    <a:pt x="780796" y="396049"/>
                  </a:lnTo>
                  <a:lnTo>
                    <a:pt x="761301" y="386791"/>
                  </a:lnTo>
                  <a:lnTo>
                    <a:pt x="759028" y="391566"/>
                  </a:lnTo>
                  <a:lnTo>
                    <a:pt x="762444" y="393204"/>
                  </a:lnTo>
                  <a:lnTo>
                    <a:pt x="762063" y="394017"/>
                  </a:lnTo>
                  <a:lnTo>
                    <a:pt x="781367" y="403148"/>
                  </a:lnTo>
                  <a:lnTo>
                    <a:pt x="783653" y="398348"/>
                  </a:lnTo>
                  <a:close/>
                </a:path>
                <a:path w="1132204" h="567690">
                  <a:moveTo>
                    <a:pt x="792607" y="392582"/>
                  </a:moveTo>
                  <a:lnTo>
                    <a:pt x="773772" y="383171"/>
                  </a:lnTo>
                  <a:lnTo>
                    <a:pt x="773404" y="383895"/>
                  </a:lnTo>
                  <a:lnTo>
                    <a:pt x="764387" y="379399"/>
                  </a:lnTo>
                  <a:lnTo>
                    <a:pt x="762000" y="384136"/>
                  </a:lnTo>
                  <a:lnTo>
                    <a:pt x="781304" y="393750"/>
                  </a:lnTo>
                  <a:lnTo>
                    <a:pt x="781646" y="393052"/>
                  </a:lnTo>
                  <a:lnTo>
                    <a:pt x="790232" y="397344"/>
                  </a:lnTo>
                  <a:lnTo>
                    <a:pt x="792607" y="392582"/>
                  </a:lnTo>
                  <a:close/>
                </a:path>
                <a:path w="1132204" h="567690">
                  <a:moveTo>
                    <a:pt x="822223" y="416598"/>
                  </a:moveTo>
                  <a:lnTo>
                    <a:pt x="819429" y="415290"/>
                  </a:lnTo>
                  <a:lnTo>
                    <a:pt x="819772" y="414578"/>
                  </a:lnTo>
                  <a:lnTo>
                    <a:pt x="800277" y="405307"/>
                  </a:lnTo>
                  <a:lnTo>
                    <a:pt x="797991" y="410108"/>
                  </a:lnTo>
                  <a:lnTo>
                    <a:pt x="800989" y="411543"/>
                  </a:lnTo>
                  <a:lnTo>
                    <a:pt x="800658" y="412254"/>
                  </a:lnTo>
                  <a:lnTo>
                    <a:pt x="819937" y="421398"/>
                  </a:lnTo>
                  <a:lnTo>
                    <a:pt x="822223" y="416598"/>
                  </a:lnTo>
                  <a:close/>
                </a:path>
                <a:path w="1132204" h="567690">
                  <a:moveTo>
                    <a:pt x="830287" y="411429"/>
                  </a:moveTo>
                  <a:lnTo>
                    <a:pt x="811453" y="402018"/>
                  </a:lnTo>
                  <a:lnTo>
                    <a:pt x="811123" y="402666"/>
                  </a:lnTo>
                  <a:lnTo>
                    <a:pt x="802982" y="398602"/>
                  </a:lnTo>
                  <a:lnTo>
                    <a:pt x="800595" y="403352"/>
                  </a:lnTo>
                  <a:lnTo>
                    <a:pt x="819899" y="412965"/>
                  </a:lnTo>
                  <a:lnTo>
                    <a:pt x="820204" y="412343"/>
                  </a:lnTo>
                  <a:lnTo>
                    <a:pt x="827900" y="416191"/>
                  </a:lnTo>
                  <a:lnTo>
                    <a:pt x="830287" y="411429"/>
                  </a:lnTo>
                  <a:close/>
                </a:path>
                <a:path w="1132204" h="567690">
                  <a:moveTo>
                    <a:pt x="860806" y="434835"/>
                  </a:moveTo>
                  <a:lnTo>
                    <a:pt x="858431" y="433717"/>
                  </a:lnTo>
                  <a:lnTo>
                    <a:pt x="858723" y="433095"/>
                  </a:lnTo>
                  <a:lnTo>
                    <a:pt x="839241" y="423837"/>
                  </a:lnTo>
                  <a:lnTo>
                    <a:pt x="836942" y="428637"/>
                  </a:lnTo>
                  <a:lnTo>
                    <a:pt x="839533" y="429882"/>
                  </a:lnTo>
                  <a:lnTo>
                    <a:pt x="839241" y="430504"/>
                  </a:lnTo>
                  <a:lnTo>
                    <a:pt x="858532" y="439648"/>
                  </a:lnTo>
                  <a:lnTo>
                    <a:pt x="860806" y="434835"/>
                  </a:lnTo>
                  <a:close/>
                </a:path>
                <a:path w="1132204" h="567690">
                  <a:moveTo>
                    <a:pt x="867956" y="430301"/>
                  </a:moveTo>
                  <a:lnTo>
                    <a:pt x="849122" y="420865"/>
                  </a:lnTo>
                  <a:lnTo>
                    <a:pt x="848829" y="421436"/>
                  </a:lnTo>
                  <a:lnTo>
                    <a:pt x="841565" y="417804"/>
                  </a:lnTo>
                  <a:lnTo>
                    <a:pt x="839177" y="422567"/>
                  </a:lnTo>
                  <a:lnTo>
                    <a:pt x="858494" y="432168"/>
                  </a:lnTo>
                  <a:lnTo>
                    <a:pt x="858761" y="431634"/>
                  </a:lnTo>
                  <a:lnTo>
                    <a:pt x="865581" y="435038"/>
                  </a:lnTo>
                  <a:lnTo>
                    <a:pt x="867956" y="430301"/>
                  </a:lnTo>
                  <a:close/>
                </a:path>
                <a:path w="1132204" h="567690">
                  <a:moveTo>
                    <a:pt x="905637" y="449135"/>
                  </a:moveTo>
                  <a:lnTo>
                    <a:pt x="886802" y="439712"/>
                  </a:lnTo>
                  <a:lnTo>
                    <a:pt x="886548" y="440220"/>
                  </a:lnTo>
                  <a:lnTo>
                    <a:pt x="880160" y="437032"/>
                  </a:lnTo>
                  <a:lnTo>
                    <a:pt x="877773" y="441782"/>
                  </a:lnTo>
                  <a:lnTo>
                    <a:pt x="895096" y="450418"/>
                  </a:lnTo>
                  <a:lnTo>
                    <a:pt x="878217" y="442366"/>
                  </a:lnTo>
                  <a:lnTo>
                    <a:pt x="875919" y="447167"/>
                  </a:lnTo>
                  <a:lnTo>
                    <a:pt x="878078" y="448195"/>
                  </a:lnTo>
                  <a:lnTo>
                    <a:pt x="877811" y="448754"/>
                  </a:lnTo>
                  <a:lnTo>
                    <a:pt x="897115" y="457885"/>
                  </a:lnTo>
                  <a:lnTo>
                    <a:pt x="899401" y="453085"/>
                  </a:lnTo>
                  <a:lnTo>
                    <a:pt x="897445" y="452170"/>
                  </a:lnTo>
                  <a:lnTo>
                    <a:pt x="897699" y="451650"/>
                  </a:lnTo>
                  <a:lnTo>
                    <a:pt x="897089" y="451370"/>
                  </a:lnTo>
                  <a:lnTo>
                    <a:pt x="897318" y="450913"/>
                  </a:lnTo>
                  <a:lnTo>
                    <a:pt x="903249" y="453872"/>
                  </a:lnTo>
                  <a:lnTo>
                    <a:pt x="905637" y="449135"/>
                  </a:lnTo>
                  <a:close/>
                </a:path>
                <a:path w="1132204" h="567690">
                  <a:moveTo>
                    <a:pt x="943305" y="467982"/>
                  </a:moveTo>
                  <a:lnTo>
                    <a:pt x="924471" y="458546"/>
                  </a:lnTo>
                  <a:lnTo>
                    <a:pt x="924242" y="458978"/>
                  </a:lnTo>
                  <a:lnTo>
                    <a:pt x="918743" y="456234"/>
                  </a:lnTo>
                  <a:lnTo>
                    <a:pt x="916368" y="460997"/>
                  </a:lnTo>
                  <a:lnTo>
                    <a:pt x="916990" y="461314"/>
                  </a:lnTo>
                  <a:lnTo>
                    <a:pt x="914895" y="465683"/>
                  </a:lnTo>
                  <a:lnTo>
                    <a:pt x="916635" y="466521"/>
                  </a:lnTo>
                  <a:lnTo>
                    <a:pt x="916406" y="467004"/>
                  </a:lnTo>
                  <a:lnTo>
                    <a:pt x="935685" y="476135"/>
                  </a:lnTo>
                  <a:lnTo>
                    <a:pt x="937983" y="471335"/>
                  </a:lnTo>
                  <a:lnTo>
                    <a:pt x="936447" y="470623"/>
                  </a:lnTo>
                  <a:lnTo>
                    <a:pt x="940930" y="472719"/>
                  </a:lnTo>
                  <a:lnTo>
                    <a:pt x="943305" y="467982"/>
                  </a:lnTo>
                  <a:close/>
                </a:path>
                <a:path w="1132204" h="567690">
                  <a:moveTo>
                    <a:pt x="980986" y="486829"/>
                  </a:moveTo>
                  <a:lnTo>
                    <a:pt x="962152" y="477393"/>
                  </a:lnTo>
                  <a:lnTo>
                    <a:pt x="961961" y="477774"/>
                  </a:lnTo>
                  <a:lnTo>
                    <a:pt x="957338" y="475462"/>
                  </a:lnTo>
                  <a:lnTo>
                    <a:pt x="954951" y="480199"/>
                  </a:lnTo>
                  <a:lnTo>
                    <a:pt x="955636" y="480555"/>
                  </a:lnTo>
                  <a:lnTo>
                    <a:pt x="953871" y="484238"/>
                  </a:lnTo>
                  <a:lnTo>
                    <a:pt x="955179" y="484873"/>
                  </a:lnTo>
                  <a:lnTo>
                    <a:pt x="954989" y="485279"/>
                  </a:lnTo>
                  <a:lnTo>
                    <a:pt x="974280" y="494385"/>
                  </a:lnTo>
                  <a:lnTo>
                    <a:pt x="976185" y="490372"/>
                  </a:lnTo>
                  <a:lnTo>
                    <a:pt x="978598" y="491566"/>
                  </a:lnTo>
                  <a:lnTo>
                    <a:pt x="980986" y="486829"/>
                  </a:lnTo>
                  <a:close/>
                </a:path>
                <a:path w="1132204" h="567690">
                  <a:moveTo>
                    <a:pt x="1018679" y="505663"/>
                  </a:moveTo>
                  <a:lnTo>
                    <a:pt x="999845" y="496239"/>
                  </a:lnTo>
                  <a:lnTo>
                    <a:pt x="999680" y="496557"/>
                  </a:lnTo>
                  <a:lnTo>
                    <a:pt x="995908" y="494665"/>
                  </a:lnTo>
                  <a:lnTo>
                    <a:pt x="993546" y="499427"/>
                  </a:lnTo>
                  <a:lnTo>
                    <a:pt x="994244" y="499783"/>
                  </a:lnTo>
                  <a:lnTo>
                    <a:pt x="992835" y="502754"/>
                  </a:lnTo>
                  <a:lnTo>
                    <a:pt x="993736" y="503186"/>
                  </a:lnTo>
                  <a:lnTo>
                    <a:pt x="993584" y="503516"/>
                  </a:lnTo>
                  <a:lnTo>
                    <a:pt x="1012863" y="512635"/>
                  </a:lnTo>
                  <a:lnTo>
                    <a:pt x="1014374" y="509447"/>
                  </a:lnTo>
                  <a:lnTo>
                    <a:pt x="1016292" y="510400"/>
                  </a:lnTo>
                  <a:lnTo>
                    <a:pt x="1018679" y="505663"/>
                  </a:lnTo>
                  <a:close/>
                </a:path>
                <a:path w="1132204" h="567690">
                  <a:moveTo>
                    <a:pt x="1056347" y="524510"/>
                  </a:moveTo>
                  <a:lnTo>
                    <a:pt x="1037513" y="515073"/>
                  </a:lnTo>
                  <a:lnTo>
                    <a:pt x="1037386" y="515315"/>
                  </a:lnTo>
                  <a:lnTo>
                    <a:pt x="1034491" y="513867"/>
                  </a:lnTo>
                  <a:lnTo>
                    <a:pt x="1032129" y="518629"/>
                  </a:lnTo>
                  <a:lnTo>
                    <a:pt x="1032878" y="519010"/>
                  </a:lnTo>
                  <a:lnTo>
                    <a:pt x="1031811" y="521284"/>
                  </a:lnTo>
                  <a:lnTo>
                    <a:pt x="1032268" y="521512"/>
                  </a:lnTo>
                  <a:lnTo>
                    <a:pt x="1032154" y="521766"/>
                  </a:lnTo>
                  <a:lnTo>
                    <a:pt x="1051458" y="530885"/>
                  </a:lnTo>
                  <a:lnTo>
                    <a:pt x="1052563" y="528548"/>
                  </a:lnTo>
                  <a:lnTo>
                    <a:pt x="1053973" y="529247"/>
                  </a:lnTo>
                  <a:lnTo>
                    <a:pt x="1056347" y="524510"/>
                  </a:lnTo>
                  <a:close/>
                </a:path>
                <a:path w="1132204" h="567690">
                  <a:moveTo>
                    <a:pt x="1094028" y="543356"/>
                  </a:moveTo>
                  <a:lnTo>
                    <a:pt x="1075194" y="533920"/>
                  </a:lnTo>
                  <a:lnTo>
                    <a:pt x="1075093" y="534111"/>
                  </a:lnTo>
                  <a:lnTo>
                    <a:pt x="1073086" y="533095"/>
                  </a:lnTo>
                  <a:lnTo>
                    <a:pt x="1070724" y="537832"/>
                  </a:lnTo>
                  <a:lnTo>
                    <a:pt x="1071511" y="538251"/>
                  </a:lnTo>
                  <a:lnTo>
                    <a:pt x="1070762" y="539826"/>
                  </a:lnTo>
                  <a:lnTo>
                    <a:pt x="1070737" y="540016"/>
                  </a:lnTo>
                  <a:lnTo>
                    <a:pt x="1090028" y="549135"/>
                  </a:lnTo>
                  <a:lnTo>
                    <a:pt x="1090079" y="549008"/>
                  </a:lnTo>
                  <a:lnTo>
                    <a:pt x="1090256" y="549084"/>
                  </a:lnTo>
                  <a:lnTo>
                    <a:pt x="1090891" y="547738"/>
                  </a:lnTo>
                  <a:lnTo>
                    <a:pt x="1091641" y="548093"/>
                  </a:lnTo>
                  <a:lnTo>
                    <a:pt x="1094028" y="543356"/>
                  </a:lnTo>
                  <a:close/>
                </a:path>
                <a:path w="1132204" h="567690">
                  <a:moveTo>
                    <a:pt x="1131697" y="562190"/>
                  </a:moveTo>
                  <a:lnTo>
                    <a:pt x="1112862" y="552780"/>
                  </a:lnTo>
                  <a:lnTo>
                    <a:pt x="1111669" y="552297"/>
                  </a:lnTo>
                  <a:lnTo>
                    <a:pt x="1109306" y="557060"/>
                  </a:lnTo>
                  <a:lnTo>
                    <a:pt x="1109789" y="557301"/>
                  </a:lnTo>
                  <a:lnTo>
                    <a:pt x="1109332" y="558266"/>
                  </a:lnTo>
                  <a:lnTo>
                    <a:pt x="1128610" y="567385"/>
                  </a:lnTo>
                  <a:lnTo>
                    <a:pt x="1129233" y="567613"/>
                  </a:lnTo>
                  <a:lnTo>
                    <a:pt x="1131506" y="562813"/>
                  </a:lnTo>
                  <a:lnTo>
                    <a:pt x="1131697" y="562190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3319742" y="5869177"/>
              <a:ext cx="765175" cy="756920"/>
            </a:xfrm>
            <a:custGeom>
              <a:avLst/>
              <a:gdLst/>
              <a:ahLst/>
              <a:cxnLst/>
              <a:rect l="l" t="t" r="r" b="b"/>
              <a:pathLst>
                <a:path w="765175" h="756920">
                  <a:moveTo>
                    <a:pt x="4343" y="594233"/>
                  </a:moveTo>
                  <a:lnTo>
                    <a:pt x="0" y="594677"/>
                  </a:lnTo>
                  <a:lnTo>
                    <a:pt x="4343" y="597928"/>
                  </a:lnTo>
                  <a:lnTo>
                    <a:pt x="4343" y="594233"/>
                  </a:lnTo>
                  <a:close/>
                </a:path>
                <a:path w="765175" h="756920">
                  <a:moveTo>
                    <a:pt x="486041" y="2590"/>
                  </a:moveTo>
                  <a:lnTo>
                    <a:pt x="482638" y="0"/>
                  </a:lnTo>
                  <a:lnTo>
                    <a:pt x="482638" y="2590"/>
                  </a:lnTo>
                  <a:lnTo>
                    <a:pt x="486041" y="2590"/>
                  </a:lnTo>
                  <a:close/>
                </a:path>
                <a:path w="765175" h="756920">
                  <a:moveTo>
                    <a:pt x="760603" y="753795"/>
                  </a:moveTo>
                  <a:lnTo>
                    <a:pt x="757174" y="753795"/>
                  </a:lnTo>
                  <a:lnTo>
                    <a:pt x="760603" y="756361"/>
                  </a:lnTo>
                  <a:lnTo>
                    <a:pt x="760603" y="753795"/>
                  </a:lnTo>
                  <a:close/>
                </a:path>
                <a:path w="765175" h="756920">
                  <a:moveTo>
                    <a:pt x="764921" y="752957"/>
                  </a:moveTo>
                  <a:lnTo>
                    <a:pt x="760603" y="749706"/>
                  </a:lnTo>
                  <a:lnTo>
                    <a:pt x="760603" y="753427"/>
                  </a:lnTo>
                  <a:lnTo>
                    <a:pt x="764921" y="752957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4076898" y="6622581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10" h="634">
                  <a:moveTo>
                    <a:pt x="3449" y="0"/>
                  </a:moveTo>
                  <a:lnTo>
                    <a:pt x="0" y="360"/>
                  </a:lnTo>
                  <a:lnTo>
                    <a:pt x="3449" y="2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8" name="object 418"/>
            <p:cNvSpPr/>
            <p:nvPr/>
          </p:nvSpPr>
          <p:spPr>
            <a:xfrm>
              <a:off x="3333821" y="6440077"/>
              <a:ext cx="262890" cy="225425"/>
            </a:xfrm>
            <a:custGeom>
              <a:avLst/>
              <a:gdLst/>
              <a:ahLst/>
              <a:cxnLst/>
              <a:rect l="l" t="t" r="r" b="b"/>
              <a:pathLst>
                <a:path w="262889" h="225425">
                  <a:moveTo>
                    <a:pt x="262591" y="0"/>
                  </a:moveTo>
                  <a:lnTo>
                    <a:pt x="0" y="27701"/>
                  </a:lnTo>
                  <a:lnTo>
                    <a:pt x="262676" y="225267"/>
                  </a:lnTo>
                  <a:lnTo>
                    <a:pt x="262591" y="0"/>
                  </a:lnTo>
                  <a:close/>
                </a:path>
              </a:pathLst>
            </a:custGeom>
            <a:solidFill>
              <a:srgbClr val="8D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9" name="object 419"/>
            <p:cNvSpPr/>
            <p:nvPr/>
          </p:nvSpPr>
          <p:spPr>
            <a:xfrm>
              <a:off x="3333821" y="6467778"/>
              <a:ext cx="262890" cy="198120"/>
            </a:xfrm>
            <a:custGeom>
              <a:avLst/>
              <a:gdLst/>
              <a:ahLst/>
              <a:cxnLst/>
              <a:rect l="l" t="t" r="r" b="b"/>
              <a:pathLst>
                <a:path w="262889" h="198120">
                  <a:moveTo>
                    <a:pt x="0" y="0"/>
                  </a:moveTo>
                  <a:lnTo>
                    <a:pt x="262676" y="197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3323880" y="5919650"/>
              <a:ext cx="278130" cy="756920"/>
            </a:xfrm>
            <a:custGeom>
              <a:avLst/>
              <a:gdLst/>
              <a:ahLst/>
              <a:cxnLst/>
              <a:rect l="l" t="t" r="r" b="b"/>
              <a:pathLst>
                <a:path w="278129" h="756920">
                  <a:moveTo>
                    <a:pt x="277959" y="753766"/>
                  </a:moveTo>
                  <a:lnTo>
                    <a:pt x="274511" y="753766"/>
                  </a:lnTo>
                  <a:lnTo>
                    <a:pt x="277988" y="756358"/>
                  </a:lnTo>
                  <a:lnTo>
                    <a:pt x="277959" y="753766"/>
                  </a:lnTo>
                  <a:close/>
                </a:path>
                <a:path w="278129" h="756920">
                  <a:moveTo>
                    <a:pt x="0" y="0"/>
                  </a:moveTo>
                  <a:lnTo>
                    <a:pt x="0" y="2548"/>
                  </a:lnTo>
                  <a:lnTo>
                    <a:pt x="3384" y="25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3598434" y="6673056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10" h="634">
                  <a:moveTo>
                    <a:pt x="3406" y="0"/>
                  </a:moveTo>
                  <a:lnTo>
                    <a:pt x="0" y="360"/>
                  </a:lnTo>
                  <a:lnTo>
                    <a:pt x="3406" y="2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3596412" y="6440077"/>
              <a:ext cx="635" cy="225425"/>
            </a:xfrm>
            <a:custGeom>
              <a:avLst/>
              <a:gdLst/>
              <a:ahLst/>
              <a:cxnLst/>
              <a:rect l="l" t="t" r="r" b="b"/>
              <a:pathLst>
                <a:path w="635" h="225425">
                  <a:moveTo>
                    <a:pt x="0" y="0"/>
                  </a:moveTo>
                  <a:lnTo>
                    <a:pt x="106" y="2252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1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3" name="object 423"/>
            <p:cNvSpPr/>
            <p:nvPr/>
          </p:nvSpPr>
          <p:spPr>
            <a:xfrm>
              <a:off x="3326052" y="6467778"/>
              <a:ext cx="270510" cy="204470"/>
            </a:xfrm>
            <a:custGeom>
              <a:avLst/>
              <a:gdLst/>
              <a:ahLst/>
              <a:cxnLst/>
              <a:rect l="l" t="t" r="r" b="b"/>
              <a:pathLst>
                <a:path w="270510" h="204470">
                  <a:moveTo>
                    <a:pt x="7747" y="0"/>
                  </a:moveTo>
                  <a:lnTo>
                    <a:pt x="0" y="807"/>
                  </a:lnTo>
                  <a:lnTo>
                    <a:pt x="270466" y="204214"/>
                  </a:lnTo>
                  <a:lnTo>
                    <a:pt x="270445" y="197566"/>
                  </a:lnTo>
                  <a:lnTo>
                    <a:pt x="7747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4" name="object 424"/>
            <p:cNvSpPr/>
            <p:nvPr/>
          </p:nvSpPr>
          <p:spPr>
            <a:xfrm>
              <a:off x="3807879" y="6082355"/>
              <a:ext cx="267335" cy="532765"/>
            </a:xfrm>
            <a:custGeom>
              <a:avLst/>
              <a:gdLst/>
              <a:ahLst/>
              <a:cxnLst/>
              <a:rect l="l" t="t" r="r" b="b"/>
              <a:pathLst>
                <a:path w="267335" h="532765">
                  <a:moveTo>
                    <a:pt x="267032" y="249017"/>
                  </a:moveTo>
                  <a:lnTo>
                    <a:pt x="128305" y="249017"/>
                  </a:lnTo>
                  <a:lnTo>
                    <a:pt x="138841" y="256941"/>
                  </a:lnTo>
                  <a:lnTo>
                    <a:pt x="138861" y="285939"/>
                  </a:lnTo>
                  <a:lnTo>
                    <a:pt x="85" y="300575"/>
                  </a:lnTo>
                  <a:lnTo>
                    <a:pt x="105" y="331677"/>
                  </a:lnTo>
                  <a:lnTo>
                    <a:pt x="267147" y="532514"/>
                  </a:lnTo>
                  <a:lnTo>
                    <a:pt x="267032" y="249017"/>
                  </a:lnTo>
                  <a:close/>
                </a:path>
                <a:path w="267335" h="532765">
                  <a:moveTo>
                    <a:pt x="25863" y="50900"/>
                  </a:moveTo>
                  <a:lnTo>
                    <a:pt x="25655" y="50900"/>
                  </a:lnTo>
                  <a:lnTo>
                    <a:pt x="10727" y="52471"/>
                  </a:lnTo>
                  <a:lnTo>
                    <a:pt x="10833" y="53406"/>
                  </a:lnTo>
                  <a:lnTo>
                    <a:pt x="10943" y="54383"/>
                  </a:lnTo>
                  <a:lnTo>
                    <a:pt x="11024" y="55106"/>
                  </a:lnTo>
                  <a:lnTo>
                    <a:pt x="4320" y="55871"/>
                  </a:lnTo>
                  <a:lnTo>
                    <a:pt x="2233" y="56083"/>
                  </a:lnTo>
                  <a:lnTo>
                    <a:pt x="0" y="56338"/>
                  </a:lnTo>
                  <a:lnTo>
                    <a:pt x="85" y="262486"/>
                  </a:lnTo>
                  <a:lnTo>
                    <a:pt x="128305" y="249017"/>
                  </a:lnTo>
                  <a:lnTo>
                    <a:pt x="267032" y="249017"/>
                  </a:lnTo>
                  <a:lnTo>
                    <a:pt x="266975" y="108873"/>
                  </a:lnTo>
                  <a:lnTo>
                    <a:pt x="257845" y="104540"/>
                  </a:lnTo>
                  <a:lnTo>
                    <a:pt x="258893" y="102330"/>
                  </a:lnTo>
                  <a:lnTo>
                    <a:pt x="247755" y="102330"/>
                  </a:lnTo>
                  <a:lnTo>
                    <a:pt x="228471" y="93216"/>
                  </a:lnTo>
                  <a:lnTo>
                    <a:pt x="229494" y="91050"/>
                  </a:lnTo>
                  <a:lnTo>
                    <a:pt x="218871" y="85994"/>
                  </a:lnTo>
                  <a:lnTo>
                    <a:pt x="219790" y="84082"/>
                  </a:lnTo>
                  <a:lnTo>
                    <a:pt x="209166" y="84082"/>
                  </a:lnTo>
                  <a:lnTo>
                    <a:pt x="189882" y="74969"/>
                  </a:lnTo>
                  <a:lnTo>
                    <a:pt x="190947" y="72716"/>
                  </a:lnTo>
                  <a:lnTo>
                    <a:pt x="179899" y="67470"/>
                  </a:lnTo>
                  <a:lnTo>
                    <a:pt x="180685" y="65834"/>
                  </a:lnTo>
                  <a:lnTo>
                    <a:pt x="170597" y="65834"/>
                  </a:lnTo>
                  <a:lnTo>
                    <a:pt x="151292" y="56720"/>
                  </a:lnTo>
                  <a:lnTo>
                    <a:pt x="152400" y="54383"/>
                  </a:lnTo>
                  <a:lnTo>
                    <a:pt x="150695" y="53576"/>
                  </a:lnTo>
                  <a:lnTo>
                    <a:pt x="26158" y="53576"/>
                  </a:lnTo>
                  <a:lnTo>
                    <a:pt x="25863" y="50900"/>
                  </a:lnTo>
                  <a:close/>
                </a:path>
                <a:path w="267335" h="532765">
                  <a:moveTo>
                    <a:pt x="266972" y="99739"/>
                  </a:moveTo>
                  <a:lnTo>
                    <a:pt x="260122" y="99739"/>
                  </a:lnTo>
                  <a:lnTo>
                    <a:pt x="266975" y="102989"/>
                  </a:lnTo>
                  <a:lnTo>
                    <a:pt x="266972" y="99739"/>
                  </a:lnTo>
                  <a:close/>
                </a:path>
                <a:path w="267335" h="532765">
                  <a:moveTo>
                    <a:pt x="261598" y="81213"/>
                  </a:moveTo>
                  <a:lnTo>
                    <a:pt x="221170" y="81213"/>
                  </a:lnTo>
                  <a:lnTo>
                    <a:pt x="240647" y="90476"/>
                  </a:lnTo>
                  <a:lnTo>
                    <a:pt x="239624" y="92622"/>
                  </a:lnTo>
                  <a:lnTo>
                    <a:pt x="250033" y="97529"/>
                  </a:lnTo>
                  <a:lnTo>
                    <a:pt x="247755" y="102330"/>
                  </a:lnTo>
                  <a:lnTo>
                    <a:pt x="258893" y="102330"/>
                  </a:lnTo>
                  <a:lnTo>
                    <a:pt x="260122" y="99739"/>
                  </a:lnTo>
                  <a:lnTo>
                    <a:pt x="266972" y="99739"/>
                  </a:lnTo>
                  <a:lnTo>
                    <a:pt x="266955" y="83891"/>
                  </a:lnTo>
                  <a:lnTo>
                    <a:pt x="261598" y="81213"/>
                  </a:lnTo>
                  <a:close/>
                </a:path>
                <a:path w="267335" h="532765">
                  <a:moveTo>
                    <a:pt x="224562" y="62689"/>
                  </a:moveTo>
                  <a:lnTo>
                    <a:pt x="182198" y="62689"/>
                  </a:lnTo>
                  <a:lnTo>
                    <a:pt x="201673" y="71951"/>
                  </a:lnTo>
                  <a:lnTo>
                    <a:pt x="200610" y="74161"/>
                  </a:lnTo>
                  <a:lnTo>
                    <a:pt x="211443" y="79281"/>
                  </a:lnTo>
                  <a:lnTo>
                    <a:pt x="209257" y="83891"/>
                  </a:lnTo>
                  <a:lnTo>
                    <a:pt x="209166" y="84082"/>
                  </a:lnTo>
                  <a:lnTo>
                    <a:pt x="219790" y="84082"/>
                  </a:lnTo>
                  <a:lnTo>
                    <a:pt x="221170" y="81213"/>
                  </a:lnTo>
                  <a:lnTo>
                    <a:pt x="261598" y="81213"/>
                  </a:lnTo>
                  <a:lnTo>
                    <a:pt x="253183" y="77007"/>
                  </a:lnTo>
                  <a:lnTo>
                    <a:pt x="253395" y="76583"/>
                  </a:lnTo>
                  <a:lnTo>
                    <a:pt x="247628" y="76583"/>
                  </a:lnTo>
                  <a:lnTo>
                    <a:pt x="228323" y="66981"/>
                  </a:lnTo>
                  <a:lnTo>
                    <a:pt x="229280" y="65048"/>
                  </a:lnTo>
                  <a:lnTo>
                    <a:pt x="224562" y="62689"/>
                  </a:lnTo>
                  <a:close/>
                </a:path>
                <a:path w="267335" h="532765">
                  <a:moveTo>
                    <a:pt x="266953" y="72249"/>
                  </a:moveTo>
                  <a:lnTo>
                    <a:pt x="255567" y="72249"/>
                  </a:lnTo>
                  <a:lnTo>
                    <a:pt x="266955" y="77964"/>
                  </a:lnTo>
                  <a:lnTo>
                    <a:pt x="266953" y="72249"/>
                  </a:lnTo>
                  <a:close/>
                </a:path>
                <a:path w="267335" h="532765">
                  <a:moveTo>
                    <a:pt x="266948" y="53406"/>
                  </a:moveTo>
                  <a:lnTo>
                    <a:pt x="217892" y="53406"/>
                  </a:lnTo>
                  <a:lnTo>
                    <a:pt x="236730" y="62838"/>
                  </a:lnTo>
                  <a:lnTo>
                    <a:pt x="235772" y="64750"/>
                  </a:lnTo>
                  <a:lnTo>
                    <a:pt x="250201" y="71951"/>
                  </a:lnTo>
                  <a:lnTo>
                    <a:pt x="249938" y="71951"/>
                  </a:lnTo>
                  <a:lnTo>
                    <a:pt x="247628" y="76583"/>
                  </a:lnTo>
                  <a:lnTo>
                    <a:pt x="253395" y="76583"/>
                  </a:lnTo>
                  <a:lnTo>
                    <a:pt x="255567" y="72249"/>
                  </a:lnTo>
                  <a:lnTo>
                    <a:pt x="266953" y="72249"/>
                  </a:lnTo>
                  <a:lnTo>
                    <a:pt x="266948" y="53406"/>
                  </a:lnTo>
                  <a:close/>
                </a:path>
                <a:path w="267335" h="532765">
                  <a:moveTo>
                    <a:pt x="187461" y="44143"/>
                  </a:moveTo>
                  <a:lnTo>
                    <a:pt x="143225" y="44143"/>
                  </a:lnTo>
                  <a:lnTo>
                    <a:pt x="162700" y="53406"/>
                  </a:lnTo>
                  <a:lnTo>
                    <a:pt x="161616" y="55722"/>
                  </a:lnTo>
                  <a:lnTo>
                    <a:pt x="172876" y="61032"/>
                  </a:lnTo>
                  <a:lnTo>
                    <a:pt x="170597" y="65834"/>
                  </a:lnTo>
                  <a:lnTo>
                    <a:pt x="180685" y="65834"/>
                  </a:lnTo>
                  <a:lnTo>
                    <a:pt x="182126" y="62838"/>
                  </a:lnTo>
                  <a:lnTo>
                    <a:pt x="182198" y="62689"/>
                  </a:lnTo>
                  <a:lnTo>
                    <a:pt x="224562" y="62689"/>
                  </a:lnTo>
                  <a:lnTo>
                    <a:pt x="215508" y="58164"/>
                  </a:lnTo>
                  <a:lnTo>
                    <a:pt x="215902" y="57378"/>
                  </a:lnTo>
                  <a:lnTo>
                    <a:pt x="209038" y="57378"/>
                  </a:lnTo>
                  <a:lnTo>
                    <a:pt x="189732" y="47777"/>
                  </a:lnTo>
                  <a:lnTo>
                    <a:pt x="190637" y="45971"/>
                  </a:lnTo>
                  <a:lnTo>
                    <a:pt x="190733" y="45779"/>
                  </a:lnTo>
                  <a:lnTo>
                    <a:pt x="187461" y="44143"/>
                  </a:lnTo>
                  <a:close/>
                </a:path>
                <a:path w="267335" h="532765">
                  <a:moveTo>
                    <a:pt x="266943" y="34563"/>
                  </a:moveTo>
                  <a:lnTo>
                    <a:pt x="180197" y="34563"/>
                  </a:lnTo>
                  <a:lnTo>
                    <a:pt x="199034" y="43995"/>
                  </a:lnTo>
                  <a:lnTo>
                    <a:pt x="198150" y="45779"/>
                  </a:lnTo>
                  <a:lnTo>
                    <a:pt x="198055" y="45971"/>
                  </a:lnTo>
                  <a:lnTo>
                    <a:pt x="211401" y="52619"/>
                  </a:lnTo>
                  <a:lnTo>
                    <a:pt x="209038" y="57378"/>
                  </a:lnTo>
                  <a:lnTo>
                    <a:pt x="215902" y="57378"/>
                  </a:lnTo>
                  <a:lnTo>
                    <a:pt x="217807" y="53576"/>
                  </a:lnTo>
                  <a:lnTo>
                    <a:pt x="217892" y="53406"/>
                  </a:lnTo>
                  <a:lnTo>
                    <a:pt x="266948" y="53406"/>
                  </a:lnTo>
                  <a:lnTo>
                    <a:pt x="266943" y="34563"/>
                  </a:lnTo>
                  <a:close/>
                </a:path>
                <a:path w="267335" h="532765">
                  <a:moveTo>
                    <a:pt x="69345" y="46290"/>
                  </a:moveTo>
                  <a:lnTo>
                    <a:pt x="51530" y="48159"/>
                  </a:lnTo>
                  <a:lnTo>
                    <a:pt x="51828" y="50900"/>
                  </a:lnTo>
                  <a:lnTo>
                    <a:pt x="26158" y="53576"/>
                  </a:lnTo>
                  <a:lnTo>
                    <a:pt x="150695" y="53576"/>
                  </a:lnTo>
                  <a:lnTo>
                    <a:pt x="141015" y="48987"/>
                  </a:lnTo>
                  <a:lnTo>
                    <a:pt x="69644" y="48987"/>
                  </a:lnTo>
                  <a:lnTo>
                    <a:pt x="69552" y="48159"/>
                  </a:lnTo>
                  <a:lnTo>
                    <a:pt x="69489" y="47585"/>
                  </a:lnTo>
                  <a:lnTo>
                    <a:pt x="69369" y="46502"/>
                  </a:lnTo>
                  <a:lnTo>
                    <a:pt x="69345" y="46290"/>
                  </a:lnTo>
                  <a:close/>
                </a:path>
                <a:path w="267335" h="532765">
                  <a:moveTo>
                    <a:pt x="112937" y="41680"/>
                  </a:moveTo>
                  <a:lnTo>
                    <a:pt x="92524" y="43846"/>
                  </a:lnTo>
                  <a:lnTo>
                    <a:pt x="92634" y="44824"/>
                  </a:lnTo>
                  <a:lnTo>
                    <a:pt x="92741" y="45779"/>
                  </a:lnTo>
                  <a:lnTo>
                    <a:pt x="92823" y="46502"/>
                  </a:lnTo>
                  <a:lnTo>
                    <a:pt x="91481" y="46694"/>
                  </a:lnTo>
                  <a:lnTo>
                    <a:pt x="69644" y="48987"/>
                  </a:lnTo>
                  <a:lnTo>
                    <a:pt x="140906" y="48987"/>
                  </a:lnTo>
                  <a:lnTo>
                    <a:pt x="141486" y="47777"/>
                  </a:lnTo>
                  <a:lnTo>
                    <a:pt x="141577" y="47585"/>
                  </a:lnTo>
                  <a:lnTo>
                    <a:pt x="132008" y="47585"/>
                  </a:lnTo>
                  <a:lnTo>
                    <a:pt x="128586" y="45971"/>
                  </a:lnTo>
                  <a:lnTo>
                    <a:pt x="126211" y="45971"/>
                  </a:lnTo>
                  <a:lnTo>
                    <a:pt x="124163" y="44399"/>
                  </a:lnTo>
                  <a:lnTo>
                    <a:pt x="113129" y="44399"/>
                  </a:lnTo>
                  <a:lnTo>
                    <a:pt x="113015" y="42785"/>
                  </a:lnTo>
                  <a:lnTo>
                    <a:pt x="112937" y="41680"/>
                  </a:lnTo>
                  <a:close/>
                </a:path>
                <a:path w="267335" h="532765">
                  <a:moveTo>
                    <a:pt x="126155" y="16123"/>
                  </a:moveTo>
                  <a:lnTo>
                    <a:pt x="126155" y="22411"/>
                  </a:lnTo>
                  <a:lnTo>
                    <a:pt x="123473" y="22411"/>
                  </a:lnTo>
                  <a:lnTo>
                    <a:pt x="123473" y="30059"/>
                  </a:lnTo>
                  <a:lnTo>
                    <a:pt x="126155" y="30059"/>
                  </a:lnTo>
                  <a:lnTo>
                    <a:pt x="126155" y="38939"/>
                  </a:lnTo>
                  <a:lnTo>
                    <a:pt x="134285" y="42785"/>
                  </a:lnTo>
                  <a:lnTo>
                    <a:pt x="132008" y="47585"/>
                  </a:lnTo>
                  <a:lnTo>
                    <a:pt x="141577" y="47585"/>
                  </a:lnTo>
                  <a:lnTo>
                    <a:pt x="143103" y="44399"/>
                  </a:lnTo>
                  <a:lnTo>
                    <a:pt x="143225" y="44143"/>
                  </a:lnTo>
                  <a:lnTo>
                    <a:pt x="187461" y="44143"/>
                  </a:lnTo>
                  <a:lnTo>
                    <a:pt x="177813" y="39321"/>
                  </a:lnTo>
                  <a:lnTo>
                    <a:pt x="178388" y="38174"/>
                  </a:lnTo>
                  <a:lnTo>
                    <a:pt x="170449" y="38174"/>
                  </a:lnTo>
                  <a:lnTo>
                    <a:pt x="151143" y="28550"/>
                  </a:lnTo>
                  <a:lnTo>
                    <a:pt x="152186" y="26490"/>
                  </a:lnTo>
                  <a:lnTo>
                    <a:pt x="140139" y="20478"/>
                  </a:lnTo>
                  <a:lnTo>
                    <a:pt x="140905" y="18949"/>
                  </a:lnTo>
                  <a:lnTo>
                    <a:pt x="131838" y="18949"/>
                  </a:lnTo>
                  <a:lnTo>
                    <a:pt x="126155" y="16123"/>
                  </a:lnTo>
                  <a:close/>
                </a:path>
                <a:path w="267335" h="532765">
                  <a:moveTo>
                    <a:pt x="126155" y="44824"/>
                  </a:moveTo>
                  <a:lnTo>
                    <a:pt x="126155" y="45971"/>
                  </a:lnTo>
                  <a:lnTo>
                    <a:pt x="128586" y="45971"/>
                  </a:lnTo>
                  <a:lnTo>
                    <a:pt x="126155" y="44824"/>
                  </a:lnTo>
                  <a:close/>
                </a:path>
                <a:path w="267335" h="532765">
                  <a:moveTo>
                    <a:pt x="122834" y="43379"/>
                  </a:moveTo>
                  <a:lnTo>
                    <a:pt x="113129" y="44399"/>
                  </a:lnTo>
                  <a:lnTo>
                    <a:pt x="124163" y="44399"/>
                  </a:lnTo>
                  <a:lnTo>
                    <a:pt x="122834" y="43379"/>
                  </a:lnTo>
                  <a:close/>
                </a:path>
                <a:path w="267335" h="532765">
                  <a:moveTo>
                    <a:pt x="266938" y="15720"/>
                  </a:moveTo>
                  <a:lnTo>
                    <a:pt x="142523" y="15720"/>
                  </a:lnTo>
                  <a:lnTo>
                    <a:pt x="161359" y="25152"/>
                  </a:lnTo>
                  <a:lnTo>
                    <a:pt x="160338" y="27191"/>
                  </a:lnTo>
                  <a:lnTo>
                    <a:pt x="172811" y="33416"/>
                  </a:lnTo>
                  <a:lnTo>
                    <a:pt x="170449" y="38174"/>
                  </a:lnTo>
                  <a:lnTo>
                    <a:pt x="178388" y="38174"/>
                  </a:lnTo>
                  <a:lnTo>
                    <a:pt x="180197" y="34563"/>
                  </a:lnTo>
                  <a:lnTo>
                    <a:pt x="266943" y="34563"/>
                  </a:lnTo>
                  <a:lnTo>
                    <a:pt x="266938" y="15720"/>
                  </a:lnTo>
                  <a:close/>
                </a:path>
                <a:path w="267335" h="532765">
                  <a:moveTo>
                    <a:pt x="266933" y="0"/>
                  </a:moveTo>
                  <a:lnTo>
                    <a:pt x="133882" y="14020"/>
                  </a:lnTo>
                  <a:lnTo>
                    <a:pt x="134222" y="14190"/>
                  </a:lnTo>
                  <a:lnTo>
                    <a:pt x="131838" y="18949"/>
                  </a:lnTo>
                  <a:lnTo>
                    <a:pt x="140905" y="18949"/>
                  </a:lnTo>
                  <a:lnTo>
                    <a:pt x="142523" y="15720"/>
                  </a:lnTo>
                  <a:lnTo>
                    <a:pt x="266938" y="15720"/>
                  </a:lnTo>
                  <a:lnTo>
                    <a:pt x="266933" y="0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3934028" y="6096380"/>
              <a:ext cx="140970" cy="95250"/>
            </a:xfrm>
            <a:custGeom>
              <a:avLst/>
              <a:gdLst/>
              <a:ahLst/>
              <a:cxnLst/>
              <a:rect l="l" t="t" r="r" b="b"/>
              <a:pathLst>
                <a:path w="140970" h="95250">
                  <a:moveTo>
                    <a:pt x="8064" y="165"/>
                  </a:moveTo>
                  <a:lnTo>
                    <a:pt x="7721" y="0"/>
                  </a:lnTo>
                  <a:lnTo>
                    <a:pt x="0" y="825"/>
                  </a:lnTo>
                  <a:lnTo>
                    <a:pt x="0" y="2108"/>
                  </a:lnTo>
                  <a:lnTo>
                    <a:pt x="5689" y="4927"/>
                  </a:lnTo>
                  <a:lnTo>
                    <a:pt x="8064" y="165"/>
                  </a:lnTo>
                  <a:close/>
                </a:path>
                <a:path w="140970" h="95250">
                  <a:moveTo>
                    <a:pt x="8128" y="28765"/>
                  </a:moveTo>
                  <a:lnTo>
                    <a:pt x="0" y="24917"/>
                  </a:lnTo>
                  <a:lnTo>
                    <a:pt x="0" y="25285"/>
                  </a:lnTo>
                  <a:lnTo>
                    <a:pt x="4368" y="28549"/>
                  </a:lnTo>
                  <a:lnTo>
                    <a:pt x="0" y="29019"/>
                  </a:lnTo>
                  <a:lnTo>
                    <a:pt x="0" y="30810"/>
                  </a:lnTo>
                  <a:lnTo>
                    <a:pt x="5854" y="33566"/>
                  </a:lnTo>
                  <a:lnTo>
                    <a:pt x="8128" y="28765"/>
                  </a:lnTo>
                  <a:close/>
                </a:path>
                <a:path w="140970" h="95250">
                  <a:moveTo>
                    <a:pt x="46659" y="19392"/>
                  </a:moveTo>
                  <a:lnTo>
                    <a:pt x="39585" y="15875"/>
                  </a:lnTo>
                  <a:lnTo>
                    <a:pt x="34188" y="13169"/>
                  </a:lnTo>
                  <a:lnTo>
                    <a:pt x="32816" y="15875"/>
                  </a:lnTo>
                  <a:lnTo>
                    <a:pt x="35204" y="11137"/>
                  </a:lnTo>
                  <a:lnTo>
                    <a:pt x="16370" y="1701"/>
                  </a:lnTo>
                  <a:lnTo>
                    <a:pt x="13982" y="6464"/>
                  </a:lnTo>
                  <a:lnTo>
                    <a:pt x="26022" y="12484"/>
                  </a:lnTo>
                  <a:lnTo>
                    <a:pt x="24993" y="14528"/>
                  </a:lnTo>
                  <a:lnTo>
                    <a:pt x="44297" y="24155"/>
                  </a:lnTo>
                  <a:lnTo>
                    <a:pt x="46659" y="19392"/>
                  </a:lnTo>
                  <a:close/>
                </a:path>
                <a:path w="140970" h="95250">
                  <a:moveTo>
                    <a:pt x="46723" y="47015"/>
                  </a:moveTo>
                  <a:lnTo>
                    <a:pt x="40728" y="44183"/>
                  </a:lnTo>
                  <a:lnTo>
                    <a:pt x="35458" y="41706"/>
                  </a:lnTo>
                  <a:lnTo>
                    <a:pt x="34264" y="44183"/>
                  </a:lnTo>
                  <a:lnTo>
                    <a:pt x="36550" y="39382"/>
                  </a:lnTo>
                  <a:lnTo>
                    <a:pt x="17068" y="30124"/>
                  </a:lnTo>
                  <a:lnTo>
                    <a:pt x="14770" y="34925"/>
                  </a:lnTo>
                  <a:lnTo>
                    <a:pt x="26238" y="40386"/>
                  </a:lnTo>
                  <a:lnTo>
                    <a:pt x="25133" y="42697"/>
                  </a:lnTo>
                  <a:lnTo>
                    <a:pt x="44437" y="51816"/>
                  </a:lnTo>
                  <a:lnTo>
                    <a:pt x="46723" y="47015"/>
                  </a:lnTo>
                  <a:close/>
                </a:path>
                <a:path w="140970" h="95250">
                  <a:moveTo>
                    <a:pt x="85242" y="38595"/>
                  </a:moveTo>
                  <a:lnTo>
                    <a:pt x="77444" y="34709"/>
                  </a:lnTo>
                  <a:lnTo>
                    <a:pt x="71894" y="31965"/>
                  </a:lnTo>
                  <a:lnTo>
                    <a:pt x="72885" y="29972"/>
                  </a:lnTo>
                  <a:lnTo>
                    <a:pt x="54038" y="20548"/>
                  </a:lnTo>
                  <a:lnTo>
                    <a:pt x="51663" y="25298"/>
                  </a:lnTo>
                  <a:lnTo>
                    <a:pt x="70523" y="34709"/>
                  </a:lnTo>
                  <a:lnTo>
                    <a:pt x="64579" y="31762"/>
                  </a:lnTo>
                  <a:lnTo>
                    <a:pt x="63576" y="33756"/>
                  </a:lnTo>
                  <a:lnTo>
                    <a:pt x="82880" y="43357"/>
                  </a:lnTo>
                  <a:lnTo>
                    <a:pt x="85242" y="38595"/>
                  </a:lnTo>
                  <a:close/>
                </a:path>
                <a:path w="140970" h="95250">
                  <a:moveTo>
                    <a:pt x="85293" y="65265"/>
                  </a:moveTo>
                  <a:lnTo>
                    <a:pt x="79895" y="62712"/>
                  </a:lnTo>
                  <a:lnTo>
                    <a:pt x="74460" y="60159"/>
                  </a:lnTo>
                  <a:lnTo>
                    <a:pt x="75514" y="57937"/>
                  </a:lnTo>
                  <a:lnTo>
                    <a:pt x="56045" y="48666"/>
                  </a:lnTo>
                  <a:lnTo>
                    <a:pt x="53746" y="53454"/>
                  </a:lnTo>
                  <a:lnTo>
                    <a:pt x="64782" y="58712"/>
                  </a:lnTo>
                  <a:lnTo>
                    <a:pt x="63728" y="60947"/>
                  </a:lnTo>
                  <a:lnTo>
                    <a:pt x="83007" y="70065"/>
                  </a:lnTo>
                  <a:lnTo>
                    <a:pt x="85293" y="65265"/>
                  </a:lnTo>
                  <a:close/>
                </a:path>
                <a:path w="140970" h="95250">
                  <a:moveTo>
                    <a:pt x="123837" y="57823"/>
                  </a:moveTo>
                  <a:lnTo>
                    <a:pt x="115277" y="53555"/>
                  </a:lnTo>
                  <a:lnTo>
                    <a:pt x="109613" y="50736"/>
                  </a:lnTo>
                  <a:lnTo>
                    <a:pt x="110578" y="48818"/>
                  </a:lnTo>
                  <a:lnTo>
                    <a:pt x="91732" y="39382"/>
                  </a:lnTo>
                  <a:lnTo>
                    <a:pt x="89357" y="44145"/>
                  </a:lnTo>
                  <a:lnTo>
                    <a:pt x="103124" y="51028"/>
                  </a:lnTo>
                  <a:lnTo>
                    <a:pt x="102171" y="52959"/>
                  </a:lnTo>
                  <a:lnTo>
                    <a:pt x="121475" y="62560"/>
                  </a:lnTo>
                  <a:lnTo>
                    <a:pt x="123837" y="57823"/>
                  </a:lnTo>
                  <a:close/>
                </a:path>
                <a:path w="140970" h="95250">
                  <a:moveTo>
                    <a:pt x="123875" y="83515"/>
                  </a:moveTo>
                  <a:lnTo>
                    <a:pt x="119100" y="81254"/>
                  </a:lnTo>
                  <a:lnTo>
                    <a:pt x="113474" y="78600"/>
                  </a:lnTo>
                  <a:lnTo>
                    <a:pt x="112191" y="81254"/>
                  </a:lnTo>
                  <a:lnTo>
                    <a:pt x="114490" y="76454"/>
                  </a:lnTo>
                  <a:lnTo>
                    <a:pt x="95021" y="67195"/>
                  </a:lnTo>
                  <a:lnTo>
                    <a:pt x="92722" y="71970"/>
                  </a:lnTo>
                  <a:lnTo>
                    <a:pt x="103327" y="77038"/>
                  </a:lnTo>
                  <a:lnTo>
                    <a:pt x="102311" y="79197"/>
                  </a:lnTo>
                  <a:lnTo>
                    <a:pt x="121602" y="88315"/>
                  </a:lnTo>
                  <a:lnTo>
                    <a:pt x="123875" y="83515"/>
                  </a:lnTo>
                  <a:close/>
                </a:path>
                <a:path w="140970" h="95250">
                  <a:moveTo>
                    <a:pt x="140804" y="63944"/>
                  </a:moveTo>
                  <a:lnTo>
                    <a:pt x="129413" y="58229"/>
                  </a:lnTo>
                  <a:lnTo>
                    <a:pt x="127025" y="62992"/>
                  </a:lnTo>
                  <a:lnTo>
                    <a:pt x="140804" y="69875"/>
                  </a:lnTo>
                  <a:lnTo>
                    <a:pt x="140804" y="63944"/>
                  </a:lnTo>
                  <a:close/>
                </a:path>
                <a:path w="140970" h="95250">
                  <a:moveTo>
                    <a:pt x="140817" y="88963"/>
                  </a:moveTo>
                  <a:lnTo>
                    <a:pt x="133972" y="85725"/>
                  </a:lnTo>
                  <a:lnTo>
                    <a:pt x="131686" y="90525"/>
                  </a:lnTo>
                  <a:lnTo>
                    <a:pt x="140817" y="94856"/>
                  </a:lnTo>
                  <a:lnTo>
                    <a:pt x="140817" y="88963"/>
                  </a:lnTo>
                  <a:close/>
                </a:path>
              </a:pathLst>
            </a:custGeom>
            <a:solidFill>
              <a:srgbClr val="845F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3936141" y="6340401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43" y="0"/>
                  </a:move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3934034" y="6121655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10">
                  <a:moveTo>
                    <a:pt x="0" y="0"/>
                  </a:moveTo>
                  <a:lnTo>
                    <a:pt x="0" y="3738"/>
                  </a:lnTo>
                  <a:lnTo>
                    <a:pt x="4363" y="32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3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3807955" y="6331381"/>
              <a:ext cx="139065" cy="52069"/>
            </a:xfrm>
            <a:custGeom>
              <a:avLst/>
              <a:gdLst/>
              <a:ahLst/>
              <a:cxnLst/>
              <a:rect l="l" t="t" r="r" b="b"/>
              <a:pathLst>
                <a:path w="139064" h="52070">
                  <a:moveTo>
                    <a:pt x="138760" y="7924"/>
                  </a:moveTo>
                  <a:lnTo>
                    <a:pt x="128219" y="0"/>
                  </a:lnTo>
                  <a:lnTo>
                    <a:pt x="128181" y="9042"/>
                  </a:lnTo>
                  <a:lnTo>
                    <a:pt x="134378" y="8394"/>
                  </a:lnTo>
                  <a:lnTo>
                    <a:pt x="128219" y="9042"/>
                  </a:lnTo>
                  <a:lnTo>
                    <a:pt x="128181" y="29019"/>
                  </a:lnTo>
                  <a:lnTo>
                    <a:pt x="0" y="42532"/>
                  </a:lnTo>
                  <a:lnTo>
                    <a:pt x="0" y="51549"/>
                  </a:lnTo>
                  <a:lnTo>
                    <a:pt x="138760" y="36918"/>
                  </a:lnTo>
                  <a:lnTo>
                    <a:pt x="138734" y="7937"/>
                  </a:lnTo>
                  <a:close/>
                </a:path>
              </a:pathLst>
            </a:custGeom>
            <a:solidFill>
              <a:srgbClr val="9089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3601734" y="6418111"/>
              <a:ext cx="469265" cy="250190"/>
            </a:xfrm>
            <a:custGeom>
              <a:avLst/>
              <a:gdLst/>
              <a:ahLst/>
              <a:cxnLst/>
              <a:rect l="l" t="t" r="r" b="b"/>
              <a:pathLst>
                <a:path w="469264" h="250190">
                  <a:moveTo>
                    <a:pt x="202824" y="0"/>
                  </a:moveTo>
                  <a:lnTo>
                    <a:pt x="0" y="21391"/>
                  </a:lnTo>
                  <a:lnTo>
                    <a:pt x="106" y="249612"/>
                  </a:lnTo>
                  <a:lnTo>
                    <a:pt x="468950" y="200157"/>
                  </a:lnTo>
                  <a:lnTo>
                    <a:pt x="202824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3804558" y="6418111"/>
              <a:ext cx="266700" cy="200660"/>
            </a:xfrm>
            <a:custGeom>
              <a:avLst/>
              <a:gdLst/>
              <a:ahLst/>
              <a:cxnLst/>
              <a:rect l="l" t="t" r="r" b="b"/>
              <a:pathLst>
                <a:path w="266700" h="200659">
                  <a:moveTo>
                    <a:pt x="0" y="0"/>
                  </a:moveTo>
                  <a:lnTo>
                    <a:pt x="266125" y="200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92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3807984" y="6414032"/>
              <a:ext cx="267335" cy="201295"/>
            </a:xfrm>
            <a:custGeom>
              <a:avLst/>
              <a:gdLst/>
              <a:ahLst/>
              <a:cxnLst/>
              <a:rect l="l" t="t" r="r" b="b"/>
              <a:pathLst>
                <a:path w="267335" h="201295">
                  <a:moveTo>
                    <a:pt x="0" y="0"/>
                  </a:moveTo>
                  <a:lnTo>
                    <a:pt x="267041" y="2008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0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2" name="object 432"/>
            <p:cNvSpPr/>
            <p:nvPr/>
          </p:nvSpPr>
          <p:spPr>
            <a:xfrm>
              <a:off x="3804558" y="6414032"/>
              <a:ext cx="270510" cy="204470"/>
            </a:xfrm>
            <a:custGeom>
              <a:avLst/>
              <a:gdLst/>
              <a:ahLst/>
              <a:cxnLst/>
              <a:rect l="l" t="t" r="r" b="b"/>
              <a:pathLst>
                <a:path w="270510" h="204470">
                  <a:moveTo>
                    <a:pt x="3426" y="0"/>
                  </a:moveTo>
                  <a:lnTo>
                    <a:pt x="3426" y="3717"/>
                  </a:lnTo>
                  <a:lnTo>
                    <a:pt x="0" y="4079"/>
                  </a:lnTo>
                  <a:lnTo>
                    <a:pt x="266125" y="204236"/>
                  </a:lnTo>
                  <a:lnTo>
                    <a:pt x="270468" y="203768"/>
                  </a:lnTo>
                  <a:lnTo>
                    <a:pt x="270468" y="200837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3" name="object 433"/>
            <p:cNvSpPr/>
            <p:nvPr/>
          </p:nvSpPr>
          <p:spPr>
            <a:xfrm>
              <a:off x="3596519" y="6076449"/>
              <a:ext cx="483870" cy="597535"/>
            </a:xfrm>
            <a:custGeom>
              <a:avLst/>
              <a:gdLst/>
              <a:ahLst/>
              <a:cxnLst/>
              <a:rect l="l" t="t" r="r" b="b"/>
              <a:pathLst>
                <a:path w="483870" h="597534">
                  <a:moveTo>
                    <a:pt x="0" y="595543"/>
                  </a:moveTo>
                  <a:lnTo>
                    <a:pt x="18" y="596967"/>
                  </a:lnTo>
                  <a:lnTo>
                    <a:pt x="1873" y="596967"/>
                  </a:lnTo>
                  <a:lnTo>
                    <a:pt x="0" y="595543"/>
                  </a:lnTo>
                  <a:close/>
                </a:path>
                <a:path w="483870" h="597534">
                  <a:moveTo>
                    <a:pt x="483558" y="190"/>
                  </a:moveTo>
                  <a:lnTo>
                    <a:pt x="481699" y="190"/>
                  </a:lnTo>
                  <a:lnTo>
                    <a:pt x="483614" y="1635"/>
                  </a:lnTo>
                  <a:lnTo>
                    <a:pt x="483558" y="190"/>
                  </a:lnTo>
                  <a:close/>
                </a:path>
                <a:path w="483870" h="597534">
                  <a:moveTo>
                    <a:pt x="483558" y="190"/>
                  </a:moveTo>
                  <a:lnTo>
                    <a:pt x="483551" y="0"/>
                  </a:lnTo>
                  <a:lnTo>
                    <a:pt x="483614" y="1635"/>
                  </a:lnTo>
                  <a:lnTo>
                    <a:pt x="483558" y="19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4074846" y="6191249"/>
              <a:ext cx="5715" cy="427990"/>
            </a:xfrm>
            <a:custGeom>
              <a:avLst/>
              <a:gdLst/>
              <a:ahLst/>
              <a:cxnLst/>
              <a:rect l="l" t="t" r="r" b="b"/>
              <a:pathLst>
                <a:path w="5714" h="427990">
                  <a:moveTo>
                    <a:pt x="5499" y="424180"/>
                  </a:moveTo>
                  <a:lnTo>
                    <a:pt x="5410" y="5080"/>
                  </a:lnTo>
                  <a:lnTo>
                    <a:pt x="2692" y="5080"/>
                  </a:lnTo>
                  <a:lnTo>
                    <a:pt x="2692" y="2540"/>
                  </a:lnTo>
                  <a:lnTo>
                    <a:pt x="685" y="2540"/>
                  </a:lnTo>
                  <a:lnTo>
                    <a:pt x="685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0" y="5080"/>
                  </a:lnTo>
                  <a:lnTo>
                    <a:pt x="88" y="424180"/>
                  </a:lnTo>
                  <a:lnTo>
                    <a:pt x="3441" y="424180"/>
                  </a:lnTo>
                  <a:lnTo>
                    <a:pt x="3441" y="427990"/>
                  </a:lnTo>
                  <a:lnTo>
                    <a:pt x="5499" y="427990"/>
                  </a:lnTo>
                  <a:lnTo>
                    <a:pt x="5499" y="42418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4074919" y="6191738"/>
              <a:ext cx="5715" cy="5080"/>
            </a:xfrm>
            <a:custGeom>
              <a:avLst/>
              <a:gdLst/>
              <a:ahLst/>
              <a:cxnLst/>
              <a:rect l="l" t="t" r="r" b="b"/>
              <a:pathLst>
                <a:path w="5714" h="5079">
                  <a:moveTo>
                    <a:pt x="999" y="0"/>
                  </a:moveTo>
                  <a:lnTo>
                    <a:pt x="0" y="2081"/>
                  </a:lnTo>
                  <a:lnTo>
                    <a:pt x="5256" y="4566"/>
                  </a:lnTo>
                  <a:lnTo>
                    <a:pt x="5256" y="2018"/>
                  </a:lnTo>
                  <a:lnTo>
                    <a:pt x="999" y="0"/>
                  </a:lnTo>
                  <a:close/>
                </a:path>
              </a:pathLst>
            </a:custGeom>
            <a:solidFill>
              <a:srgbClr val="7C4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4074812" y="6081781"/>
              <a:ext cx="5715" cy="106680"/>
            </a:xfrm>
            <a:custGeom>
              <a:avLst/>
              <a:gdLst/>
              <a:ahLst/>
              <a:cxnLst/>
              <a:rect l="l" t="t" r="r" b="b"/>
              <a:pathLst>
                <a:path w="5714" h="106679">
                  <a:moveTo>
                    <a:pt x="21" y="86801"/>
                  </a:moveTo>
                  <a:lnTo>
                    <a:pt x="41" y="103563"/>
                  </a:lnTo>
                  <a:lnTo>
                    <a:pt x="5363" y="106090"/>
                  </a:lnTo>
                  <a:lnTo>
                    <a:pt x="5342" y="89435"/>
                  </a:lnTo>
                  <a:lnTo>
                    <a:pt x="21" y="86801"/>
                  </a:lnTo>
                  <a:close/>
                </a:path>
                <a:path w="5714" h="106679">
                  <a:moveTo>
                    <a:pt x="915" y="84910"/>
                  </a:moveTo>
                  <a:lnTo>
                    <a:pt x="21" y="84910"/>
                  </a:lnTo>
                  <a:lnTo>
                    <a:pt x="21" y="86674"/>
                  </a:lnTo>
                  <a:lnTo>
                    <a:pt x="915" y="84910"/>
                  </a:lnTo>
                  <a:close/>
                </a:path>
                <a:path w="5714" h="106679">
                  <a:moveTo>
                    <a:pt x="5321" y="0"/>
                  </a:moveTo>
                  <a:lnTo>
                    <a:pt x="0" y="574"/>
                  </a:lnTo>
                  <a:lnTo>
                    <a:pt x="21" y="78538"/>
                  </a:lnTo>
                  <a:lnTo>
                    <a:pt x="5342" y="81193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4074833" y="6160325"/>
              <a:ext cx="5715" cy="33655"/>
            </a:xfrm>
            <a:custGeom>
              <a:avLst/>
              <a:gdLst/>
              <a:ahLst/>
              <a:cxnLst/>
              <a:rect l="l" t="t" r="r" b="b"/>
              <a:pathLst>
                <a:path w="5714" h="33654">
                  <a:moveTo>
                    <a:pt x="5321" y="2654"/>
                  </a:moveTo>
                  <a:lnTo>
                    <a:pt x="0" y="0"/>
                  </a:lnTo>
                  <a:lnTo>
                    <a:pt x="0" y="5930"/>
                  </a:lnTo>
                  <a:lnTo>
                    <a:pt x="889" y="6375"/>
                  </a:lnTo>
                  <a:lnTo>
                    <a:pt x="0" y="8140"/>
                  </a:lnTo>
                  <a:lnTo>
                    <a:pt x="0" y="8267"/>
                  </a:lnTo>
                  <a:lnTo>
                    <a:pt x="5321" y="10896"/>
                  </a:lnTo>
                  <a:lnTo>
                    <a:pt x="5321" y="7950"/>
                  </a:lnTo>
                  <a:lnTo>
                    <a:pt x="5321" y="2654"/>
                  </a:lnTo>
                  <a:close/>
                </a:path>
                <a:path w="5714" h="33654">
                  <a:moveTo>
                    <a:pt x="5334" y="27546"/>
                  </a:moveTo>
                  <a:lnTo>
                    <a:pt x="12" y="25019"/>
                  </a:lnTo>
                  <a:lnTo>
                    <a:pt x="12" y="30911"/>
                  </a:lnTo>
                  <a:lnTo>
                    <a:pt x="5334" y="33439"/>
                  </a:lnTo>
                  <a:lnTo>
                    <a:pt x="5334" y="27546"/>
                  </a:lnTo>
                  <a:close/>
                </a:path>
              </a:pathLst>
            </a:custGeom>
            <a:solidFill>
              <a:srgbClr val="7C4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8" name="object 438"/>
            <p:cNvSpPr/>
            <p:nvPr/>
          </p:nvSpPr>
          <p:spPr>
            <a:xfrm>
              <a:off x="4070684" y="661826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B87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9" name="object 439"/>
            <p:cNvSpPr/>
            <p:nvPr/>
          </p:nvSpPr>
          <p:spPr>
            <a:xfrm>
              <a:off x="3601840" y="6618268"/>
              <a:ext cx="475615" cy="55244"/>
            </a:xfrm>
            <a:custGeom>
              <a:avLst/>
              <a:gdLst/>
              <a:ahLst/>
              <a:cxnLst/>
              <a:rect l="l" t="t" r="r" b="b"/>
              <a:pathLst>
                <a:path w="475614" h="55245">
                  <a:moveTo>
                    <a:pt x="468843" y="0"/>
                  </a:moveTo>
                  <a:lnTo>
                    <a:pt x="0" y="49455"/>
                  </a:lnTo>
                  <a:lnTo>
                    <a:pt x="0" y="54787"/>
                  </a:lnTo>
                  <a:lnTo>
                    <a:pt x="475057" y="4673"/>
                  </a:lnTo>
                  <a:lnTo>
                    <a:pt x="468843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4070684" y="6614869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4342" y="0"/>
                  </a:moveTo>
                  <a:lnTo>
                    <a:pt x="4342" y="2931"/>
                  </a:lnTo>
                  <a:lnTo>
                    <a:pt x="0" y="3398"/>
                  </a:lnTo>
                  <a:lnTo>
                    <a:pt x="6214" y="8072"/>
                  </a:lnTo>
                  <a:lnTo>
                    <a:pt x="9663" y="7711"/>
                  </a:lnTo>
                  <a:lnTo>
                    <a:pt x="9663" y="4014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3596462" y="6438899"/>
              <a:ext cx="5715" cy="228600"/>
            </a:xfrm>
            <a:custGeom>
              <a:avLst/>
              <a:gdLst/>
              <a:ahLst/>
              <a:cxnLst/>
              <a:rect l="l" t="t" r="r" b="b"/>
              <a:pathLst>
                <a:path w="5714" h="228600">
                  <a:moveTo>
                    <a:pt x="5372" y="226060"/>
                  </a:moveTo>
                  <a:lnTo>
                    <a:pt x="5321" y="1270"/>
                  </a:lnTo>
                  <a:lnTo>
                    <a:pt x="5270" y="0"/>
                  </a:lnTo>
                  <a:lnTo>
                    <a:pt x="4965" y="0"/>
                  </a:lnTo>
                  <a:lnTo>
                    <a:pt x="4965" y="1270"/>
                  </a:lnTo>
                  <a:lnTo>
                    <a:pt x="0" y="1270"/>
                  </a:lnTo>
                  <a:lnTo>
                    <a:pt x="0" y="226060"/>
                  </a:lnTo>
                  <a:lnTo>
                    <a:pt x="1219" y="226060"/>
                  </a:lnTo>
                  <a:lnTo>
                    <a:pt x="1219" y="228600"/>
                  </a:lnTo>
                  <a:lnTo>
                    <a:pt x="5372" y="228600"/>
                  </a:lnTo>
                  <a:lnTo>
                    <a:pt x="5372" y="22606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2" name="object 442"/>
            <p:cNvSpPr/>
            <p:nvPr/>
          </p:nvSpPr>
          <p:spPr>
            <a:xfrm>
              <a:off x="3596519" y="6665344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0" y="0"/>
                  </a:moveTo>
                  <a:lnTo>
                    <a:pt x="0" y="6648"/>
                  </a:lnTo>
                  <a:lnTo>
                    <a:pt x="1873" y="8072"/>
                  </a:lnTo>
                  <a:lnTo>
                    <a:pt x="5321" y="7711"/>
                  </a:lnTo>
                  <a:lnTo>
                    <a:pt x="5321" y="2378"/>
                  </a:lnTo>
                  <a:lnTo>
                    <a:pt x="3426" y="2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3807794" y="5879903"/>
              <a:ext cx="262890" cy="217170"/>
            </a:xfrm>
            <a:custGeom>
              <a:avLst/>
              <a:gdLst/>
              <a:ahLst/>
              <a:cxnLst/>
              <a:rect l="l" t="t" r="r" b="b"/>
              <a:pathLst>
                <a:path w="262889" h="217170">
                  <a:moveTo>
                    <a:pt x="0" y="0"/>
                  </a:moveTo>
                  <a:lnTo>
                    <a:pt x="85" y="215601"/>
                  </a:lnTo>
                  <a:lnTo>
                    <a:pt x="12834" y="214157"/>
                  </a:lnTo>
                  <a:lnTo>
                    <a:pt x="13131" y="216855"/>
                  </a:lnTo>
                  <a:lnTo>
                    <a:pt x="15410" y="216621"/>
                  </a:lnTo>
                  <a:lnTo>
                    <a:pt x="15133" y="213965"/>
                  </a:lnTo>
                  <a:lnTo>
                    <a:pt x="53828" y="209951"/>
                  </a:lnTo>
                  <a:lnTo>
                    <a:pt x="54105" y="212542"/>
                  </a:lnTo>
                  <a:lnTo>
                    <a:pt x="58894" y="212032"/>
                  </a:lnTo>
                  <a:lnTo>
                    <a:pt x="58618" y="209377"/>
                  </a:lnTo>
                  <a:lnTo>
                    <a:pt x="94632" y="205553"/>
                  </a:lnTo>
                  <a:lnTo>
                    <a:pt x="94929" y="208230"/>
                  </a:lnTo>
                  <a:lnTo>
                    <a:pt x="102486" y="207422"/>
                  </a:lnTo>
                  <a:lnTo>
                    <a:pt x="102294" y="204788"/>
                  </a:lnTo>
                  <a:lnTo>
                    <a:pt x="110340" y="203981"/>
                  </a:lnTo>
                  <a:lnTo>
                    <a:pt x="110340" y="200964"/>
                  </a:lnTo>
                  <a:lnTo>
                    <a:pt x="113958" y="203620"/>
                  </a:lnTo>
                  <a:lnTo>
                    <a:pt x="115704" y="203450"/>
                  </a:lnTo>
                  <a:lnTo>
                    <a:pt x="115704" y="204788"/>
                  </a:lnTo>
                  <a:lnTo>
                    <a:pt x="123750" y="208803"/>
                  </a:lnTo>
                  <a:lnTo>
                    <a:pt x="122941" y="210482"/>
                  </a:lnTo>
                  <a:lnTo>
                    <a:pt x="124303" y="211501"/>
                  </a:lnTo>
                  <a:lnTo>
                    <a:pt x="126240" y="211289"/>
                  </a:lnTo>
                  <a:lnTo>
                    <a:pt x="126240" y="211947"/>
                  </a:lnTo>
                  <a:lnTo>
                    <a:pt x="262676" y="197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B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3930735" y="6090385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70">
                  <a:moveTo>
                    <a:pt x="0" y="0"/>
                  </a:moveTo>
                  <a:lnTo>
                    <a:pt x="1341" y="1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9E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5" name="object 445"/>
            <p:cNvSpPr/>
            <p:nvPr/>
          </p:nvSpPr>
          <p:spPr>
            <a:xfrm>
              <a:off x="3807794" y="5879903"/>
              <a:ext cx="262890" cy="198120"/>
            </a:xfrm>
            <a:custGeom>
              <a:avLst/>
              <a:gdLst/>
              <a:ahLst/>
              <a:cxnLst/>
              <a:rect l="l" t="t" r="r" b="b"/>
              <a:pathLst>
                <a:path w="262889" h="198120">
                  <a:moveTo>
                    <a:pt x="0" y="0"/>
                  </a:moveTo>
                  <a:lnTo>
                    <a:pt x="262676" y="197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3934034" y="6077469"/>
              <a:ext cx="136525" cy="14604"/>
            </a:xfrm>
            <a:custGeom>
              <a:avLst/>
              <a:gdLst/>
              <a:ahLst/>
              <a:cxnLst/>
              <a:rect l="l" t="t" r="r" b="b"/>
              <a:pathLst>
                <a:path w="136525" h="14604">
                  <a:moveTo>
                    <a:pt x="136436" y="0"/>
                  </a:moveTo>
                  <a:lnTo>
                    <a:pt x="0" y="14381"/>
                  </a:lnTo>
                  <a:lnTo>
                    <a:pt x="136436" y="0"/>
                  </a:lnTo>
                  <a:close/>
                </a:path>
              </a:pathLst>
            </a:custGeom>
            <a:solidFill>
              <a:srgbClr val="7C9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4070470" y="607746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4080134" y="6078085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10">
                  <a:moveTo>
                    <a:pt x="0" y="0"/>
                  </a:moveTo>
                  <a:lnTo>
                    <a:pt x="0" y="3695"/>
                  </a:lnTo>
                  <a:lnTo>
                    <a:pt x="4320" y="3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3807794" y="5873253"/>
              <a:ext cx="270510" cy="204470"/>
            </a:xfrm>
            <a:custGeom>
              <a:avLst/>
              <a:gdLst/>
              <a:ahLst/>
              <a:cxnLst/>
              <a:rect l="l" t="t" r="r" b="b"/>
              <a:pathLst>
                <a:path w="270510" h="204470">
                  <a:moveTo>
                    <a:pt x="0" y="0"/>
                  </a:moveTo>
                  <a:lnTo>
                    <a:pt x="0" y="6649"/>
                  </a:lnTo>
                  <a:lnTo>
                    <a:pt x="262676" y="204216"/>
                  </a:lnTo>
                  <a:lnTo>
                    <a:pt x="270424" y="203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0" name="object 450"/>
            <p:cNvSpPr/>
            <p:nvPr/>
          </p:nvSpPr>
          <p:spPr>
            <a:xfrm>
              <a:off x="3319538" y="5922581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10">
                  <a:moveTo>
                    <a:pt x="4342" y="0"/>
                  </a:moveTo>
                  <a:lnTo>
                    <a:pt x="0" y="467"/>
                  </a:lnTo>
                  <a:lnTo>
                    <a:pt x="4342" y="3717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3323880" y="5922581"/>
              <a:ext cx="635" cy="3810"/>
            </a:xfrm>
            <a:custGeom>
              <a:avLst/>
              <a:gdLst/>
              <a:ahLst/>
              <a:cxnLst/>
              <a:rect l="l" t="t" r="r" b="b"/>
              <a:pathLst>
                <a:path w="635" h="3810">
                  <a:moveTo>
                    <a:pt x="21" y="0"/>
                  </a:moveTo>
                  <a:lnTo>
                    <a:pt x="0" y="3717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3941761" y="6082355"/>
              <a:ext cx="133350" cy="14604"/>
            </a:xfrm>
            <a:custGeom>
              <a:avLst/>
              <a:gdLst/>
              <a:ahLst/>
              <a:cxnLst/>
              <a:rect l="l" t="t" r="r" b="b"/>
              <a:pathLst>
                <a:path w="133350" h="14604">
                  <a:moveTo>
                    <a:pt x="133051" y="0"/>
                  </a:moveTo>
                  <a:lnTo>
                    <a:pt x="0" y="14020"/>
                  </a:lnTo>
                  <a:lnTo>
                    <a:pt x="133051" y="0"/>
                  </a:lnTo>
                  <a:close/>
                </a:path>
              </a:pathLst>
            </a:custGeom>
            <a:solidFill>
              <a:srgbClr val="778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3934034" y="6096375"/>
              <a:ext cx="8255" cy="1270"/>
            </a:xfrm>
            <a:custGeom>
              <a:avLst/>
              <a:gdLst/>
              <a:ahLst/>
              <a:cxnLst/>
              <a:rect l="l" t="t" r="r" b="b"/>
              <a:pathLst>
                <a:path w="8254" h="1270">
                  <a:moveTo>
                    <a:pt x="7726" y="0"/>
                  </a:moveTo>
                  <a:lnTo>
                    <a:pt x="0" y="828"/>
                  </a:lnTo>
                  <a:lnTo>
                    <a:pt x="7726" y="0"/>
                  </a:lnTo>
                  <a:close/>
                </a:path>
              </a:pathLst>
            </a:custGeom>
            <a:solidFill>
              <a:srgbClr val="725D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4074812" y="608235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37F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5" name="object 455"/>
            <p:cNvSpPr/>
            <p:nvPr/>
          </p:nvSpPr>
          <p:spPr>
            <a:xfrm>
              <a:off x="3934034" y="6077469"/>
              <a:ext cx="140970" cy="19050"/>
            </a:xfrm>
            <a:custGeom>
              <a:avLst/>
              <a:gdLst/>
              <a:ahLst/>
              <a:cxnLst/>
              <a:rect l="l" t="t" r="r" b="b"/>
              <a:pathLst>
                <a:path w="140970" h="19050">
                  <a:moveTo>
                    <a:pt x="136436" y="0"/>
                  </a:moveTo>
                  <a:lnTo>
                    <a:pt x="0" y="14381"/>
                  </a:lnTo>
                  <a:lnTo>
                    <a:pt x="0" y="15060"/>
                  </a:lnTo>
                  <a:lnTo>
                    <a:pt x="7726" y="18906"/>
                  </a:lnTo>
                  <a:lnTo>
                    <a:pt x="140778" y="4885"/>
                  </a:lnTo>
                  <a:lnTo>
                    <a:pt x="140778" y="3271"/>
                  </a:lnTo>
                  <a:lnTo>
                    <a:pt x="136436" y="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6" name="object 456"/>
            <p:cNvSpPr/>
            <p:nvPr/>
          </p:nvSpPr>
          <p:spPr>
            <a:xfrm>
              <a:off x="3934034" y="6092530"/>
              <a:ext cx="8255" cy="5080"/>
            </a:xfrm>
            <a:custGeom>
              <a:avLst/>
              <a:gdLst/>
              <a:ahLst/>
              <a:cxnLst/>
              <a:rect l="l" t="t" r="r" b="b"/>
              <a:pathLst>
                <a:path w="8254" h="5079">
                  <a:moveTo>
                    <a:pt x="0" y="0"/>
                  </a:moveTo>
                  <a:lnTo>
                    <a:pt x="0" y="340"/>
                  </a:lnTo>
                  <a:lnTo>
                    <a:pt x="4342" y="3590"/>
                  </a:lnTo>
                  <a:lnTo>
                    <a:pt x="0" y="4057"/>
                  </a:lnTo>
                  <a:lnTo>
                    <a:pt x="0" y="4673"/>
                  </a:lnTo>
                  <a:lnTo>
                    <a:pt x="7726" y="3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56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3934034" y="6092870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10">
                  <a:moveTo>
                    <a:pt x="0" y="0"/>
                  </a:moveTo>
                  <a:lnTo>
                    <a:pt x="0" y="3717"/>
                  </a:lnTo>
                  <a:lnTo>
                    <a:pt x="4342" y="3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5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4070470" y="6076640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4">
                  <a:moveTo>
                    <a:pt x="7748" y="0"/>
                  </a:moveTo>
                  <a:lnTo>
                    <a:pt x="0" y="829"/>
                  </a:lnTo>
                  <a:lnTo>
                    <a:pt x="4342" y="4100"/>
                  </a:lnTo>
                  <a:lnTo>
                    <a:pt x="4342" y="5714"/>
                  </a:lnTo>
                  <a:lnTo>
                    <a:pt x="9663" y="5140"/>
                  </a:lnTo>
                  <a:lnTo>
                    <a:pt x="9663" y="2762"/>
                  </a:lnTo>
                  <a:lnTo>
                    <a:pt x="7002" y="2762"/>
                  </a:lnTo>
                  <a:lnTo>
                    <a:pt x="8599" y="637"/>
                  </a:lnTo>
                  <a:lnTo>
                    <a:pt x="7748" y="0"/>
                  </a:lnTo>
                  <a:close/>
                </a:path>
                <a:path w="10160" h="5714">
                  <a:moveTo>
                    <a:pt x="8599" y="637"/>
                  </a:moveTo>
                  <a:lnTo>
                    <a:pt x="7002" y="2762"/>
                  </a:lnTo>
                  <a:lnTo>
                    <a:pt x="9663" y="2762"/>
                  </a:lnTo>
                  <a:lnTo>
                    <a:pt x="9663" y="1445"/>
                  </a:lnTo>
                  <a:lnTo>
                    <a:pt x="8599" y="637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3457678" y="6381847"/>
              <a:ext cx="10795" cy="37465"/>
            </a:xfrm>
            <a:custGeom>
              <a:avLst/>
              <a:gdLst/>
              <a:ahLst/>
              <a:cxnLst/>
              <a:rect l="l" t="t" r="r" b="b"/>
              <a:pathLst>
                <a:path w="10795" h="37464">
                  <a:moveTo>
                    <a:pt x="0" y="0"/>
                  </a:moveTo>
                  <a:lnTo>
                    <a:pt x="21" y="28976"/>
                  </a:lnTo>
                  <a:lnTo>
                    <a:pt x="10535" y="36899"/>
                  </a:lnTo>
                  <a:lnTo>
                    <a:pt x="10535" y="79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94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0" name="object 460"/>
          <p:cNvSpPr txBox="1"/>
          <p:nvPr/>
        </p:nvSpPr>
        <p:spPr>
          <a:xfrm>
            <a:off x="1523133" y="7003122"/>
            <a:ext cx="8509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3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61" name="object 461"/>
          <p:cNvSpPr txBox="1"/>
          <p:nvPr/>
        </p:nvSpPr>
        <p:spPr>
          <a:xfrm>
            <a:off x="2201281" y="6844750"/>
            <a:ext cx="14414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64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62" name="object 462"/>
          <p:cNvSpPr txBox="1"/>
          <p:nvPr/>
        </p:nvSpPr>
        <p:spPr>
          <a:xfrm>
            <a:off x="6011069" y="7355022"/>
            <a:ext cx="20320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256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63" name="object 463"/>
          <p:cNvSpPr txBox="1"/>
          <p:nvPr/>
        </p:nvSpPr>
        <p:spPr>
          <a:xfrm>
            <a:off x="4941501" y="7382851"/>
            <a:ext cx="20320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441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64" name="object 464"/>
          <p:cNvSpPr txBox="1"/>
          <p:nvPr/>
        </p:nvSpPr>
        <p:spPr>
          <a:xfrm>
            <a:off x="5373266" y="7337497"/>
            <a:ext cx="14414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32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65" name="object 465"/>
          <p:cNvSpPr txBox="1"/>
          <p:nvPr/>
        </p:nvSpPr>
        <p:spPr>
          <a:xfrm>
            <a:off x="5151903" y="7514880"/>
            <a:ext cx="20320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473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66" name="object 466"/>
          <p:cNvSpPr txBox="1"/>
          <p:nvPr/>
        </p:nvSpPr>
        <p:spPr>
          <a:xfrm>
            <a:off x="2984140" y="6630827"/>
            <a:ext cx="96901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77875">
              <a:lnSpc>
                <a:spcPts val="930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256</a:t>
            </a:r>
            <a:endParaRPr sz="800">
              <a:latin typeface="Microsoft Sans Serif"/>
              <a:cs typeface="Microsoft Sans Serif"/>
            </a:endParaRPr>
          </a:p>
          <a:p>
            <a:pPr marL="12700">
              <a:lnSpc>
                <a:spcPts val="930"/>
              </a:lnSpc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128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67" name="object 467"/>
          <p:cNvSpPr txBox="1"/>
          <p:nvPr/>
        </p:nvSpPr>
        <p:spPr>
          <a:xfrm>
            <a:off x="8373695" y="7273235"/>
            <a:ext cx="20320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512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68" name="object 468"/>
          <p:cNvSpPr txBox="1"/>
          <p:nvPr/>
        </p:nvSpPr>
        <p:spPr>
          <a:xfrm>
            <a:off x="9162898" y="7273235"/>
            <a:ext cx="20320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512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69" name="object 469"/>
          <p:cNvSpPr txBox="1"/>
          <p:nvPr/>
        </p:nvSpPr>
        <p:spPr>
          <a:xfrm>
            <a:off x="7583790" y="7273235"/>
            <a:ext cx="20320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512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470" name="object 470"/>
          <p:cNvSpPr txBox="1"/>
          <p:nvPr/>
        </p:nvSpPr>
        <p:spPr>
          <a:xfrm>
            <a:off x="6791055" y="7273235"/>
            <a:ext cx="20320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512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471" name="object 471"/>
          <p:cNvGrpSpPr/>
          <p:nvPr/>
        </p:nvGrpSpPr>
        <p:grpSpPr>
          <a:xfrm>
            <a:off x="9557764" y="6798542"/>
            <a:ext cx="721360" cy="369570"/>
            <a:chOff x="9557764" y="6798542"/>
            <a:chExt cx="721360" cy="369570"/>
          </a:xfrm>
        </p:grpSpPr>
        <p:sp>
          <p:nvSpPr>
            <p:cNvPr id="472" name="object 472"/>
            <p:cNvSpPr/>
            <p:nvPr/>
          </p:nvSpPr>
          <p:spPr>
            <a:xfrm>
              <a:off x="9557867" y="6798551"/>
              <a:ext cx="721360" cy="303530"/>
            </a:xfrm>
            <a:custGeom>
              <a:avLst/>
              <a:gdLst/>
              <a:ahLst/>
              <a:cxnLst/>
              <a:rect l="l" t="t" r="r" b="b"/>
              <a:pathLst>
                <a:path w="721359" h="303529">
                  <a:moveTo>
                    <a:pt x="4343" y="283451"/>
                  </a:moveTo>
                  <a:lnTo>
                    <a:pt x="4318" y="279730"/>
                  </a:lnTo>
                  <a:lnTo>
                    <a:pt x="0" y="280174"/>
                  </a:lnTo>
                  <a:lnTo>
                    <a:pt x="4318" y="283451"/>
                  </a:lnTo>
                  <a:close/>
                </a:path>
                <a:path w="721359" h="303529">
                  <a:moveTo>
                    <a:pt x="6210" y="284873"/>
                  </a:moveTo>
                  <a:lnTo>
                    <a:pt x="4318" y="283451"/>
                  </a:lnTo>
                  <a:lnTo>
                    <a:pt x="4356" y="284873"/>
                  </a:lnTo>
                  <a:lnTo>
                    <a:pt x="6210" y="284873"/>
                  </a:lnTo>
                  <a:close/>
                </a:path>
                <a:path w="721359" h="303529">
                  <a:moveTo>
                    <a:pt x="607682" y="0"/>
                  </a:moveTo>
                  <a:lnTo>
                    <a:pt x="605853" y="0"/>
                  </a:lnTo>
                  <a:lnTo>
                    <a:pt x="607682" y="1371"/>
                  </a:lnTo>
                  <a:lnTo>
                    <a:pt x="607682" y="0"/>
                  </a:lnTo>
                  <a:close/>
                </a:path>
                <a:path w="721359" h="303529">
                  <a:moveTo>
                    <a:pt x="721093" y="302907"/>
                  </a:moveTo>
                  <a:lnTo>
                    <a:pt x="716749" y="299656"/>
                  </a:lnTo>
                  <a:lnTo>
                    <a:pt x="716749" y="303377"/>
                  </a:lnTo>
                  <a:lnTo>
                    <a:pt x="721093" y="302907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3" name="object 4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562106" y="6859043"/>
              <a:ext cx="114385" cy="308903"/>
            </a:xfrm>
            <a:prstGeom prst="rect">
              <a:avLst/>
            </a:prstGeom>
          </p:spPr>
        </p:pic>
        <p:sp>
          <p:nvSpPr>
            <p:cNvPr id="474" name="object 474"/>
            <p:cNvSpPr/>
            <p:nvPr/>
          </p:nvSpPr>
          <p:spPr>
            <a:xfrm>
              <a:off x="9676406" y="6897706"/>
              <a:ext cx="483870" cy="168910"/>
            </a:xfrm>
            <a:custGeom>
              <a:avLst/>
              <a:gdLst/>
              <a:ahLst/>
              <a:cxnLst/>
              <a:rect l="l" t="t" r="r" b="b"/>
              <a:pathLst>
                <a:path w="483870" h="168909">
                  <a:moveTo>
                    <a:pt x="483848" y="0"/>
                  </a:moveTo>
                  <a:lnTo>
                    <a:pt x="0" y="51027"/>
                  </a:lnTo>
                  <a:lnTo>
                    <a:pt x="63" y="168526"/>
                  </a:lnTo>
                  <a:lnTo>
                    <a:pt x="483848" y="117477"/>
                  </a:lnTo>
                  <a:lnTo>
                    <a:pt x="483848" y="0"/>
                  </a:lnTo>
                  <a:close/>
                </a:path>
              </a:pathLst>
            </a:custGeom>
            <a:solidFill>
              <a:srgbClr val="7CA3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5" name="object 475"/>
            <p:cNvSpPr/>
            <p:nvPr/>
          </p:nvSpPr>
          <p:spPr>
            <a:xfrm>
              <a:off x="9778637" y="7015184"/>
              <a:ext cx="381635" cy="40640"/>
            </a:xfrm>
            <a:custGeom>
              <a:avLst/>
              <a:gdLst/>
              <a:ahLst/>
              <a:cxnLst/>
              <a:rect l="l" t="t" r="r" b="b"/>
              <a:pathLst>
                <a:path w="381634" h="40640">
                  <a:moveTo>
                    <a:pt x="381617" y="0"/>
                  </a:moveTo>
                  <a:lnTo>
                    <a:pt x="0" y="40256"/>
                  </a:lnTo>
                  <a:lnTo>
                    <a:pt x="381617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6" name="object 476"/>
            <p:cNvSpPr/>
            <p:nvPr/>
          </p:nvSpPr>
          <p:spPr>
            <a:xfrm>
              <a:off x="9676470" y="7020325"/>
              <a:ext cx="588645" cy="139700"/>
            </a:xfrm>
            <a:custGeom>
              <a:avLst/>
              <a:gdLst/>
              <a:ahLst/>
              <a:cxnLst/>
              <a:rect l="l" t="t" r="r" b="b"/>
              <a:pathLst>
                <a:path w="588645" h="139700">
                  <a:moveTo>
                    <a:pt x="485721" y="0"/>
                  </a:moveTo>
                  <a:lnTo>
                    <a:pt x="0" y="51239"/>
                  </a:lnTo>
                  <a:lnTo>
                    <a:pt x="21" y="139336"/>
                  </a:lnTo>
                  <a:lnTo>
                    <a:pt x="588443" y="77284"/>
                  </a:lnTo>
                  <a:lnTo>
                    <a:pt x="485721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7" name="object 477"/>
            <p:cNvSpPr/>
            <p:nvPr/>
          </p:nvSpPr>
          <p:spPr>
            <a:xfrm>
              <a:off x="9853326" y="7020325"/>
              <a:ext cx="309245" cy="33020"/>
            </a:xfrm>
            <a:custGeom>
              <a:avLst/>
              <a:gdLst/>
              <a:ahLst/>
              <a:cxnLst/>
              <a:rect l="l" t="t" r="r" b="b"/>
              <a:pathLst>
                <a:path w="309245" h="33020">
                  <a:moveTo>
                    <a:pt x="308865" y="0"/>
                  </a:moveTo>
                  <a:lnTo>
                    <a:pt x="0" y="32588"/>
                  </a:lnTo>
                  <a:lnTo>
                    <a:pt x="308865" y="0"/>
                  </a:lnTo>
                  <a:close/>
                </a:path>
              </a:pathLst>
            </a:custGeom>
            <a:solidFill>
              <a:srgbClr val="6F92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8" name="object 478"/>
            <p:cNvSpPr/>
            <p:nvPr/>
          </p:nvSpPr>
          <p:spPr>
            <a:xfrm>
              <a:off x="9676470" y="7015184"/>
              <a:ext cx="485775" cy="56515"/>
            </a:xfrm>
            <a:custGeom>
              <a:avLst/>
              <a:gdLst/>
              <a:ahLst/>
              <a:cxnLst/>
              <a:rect l="l" t="t" r="r" b="b"/>
              <a:pathLst>
                <a:path w="485775" h="56515">
                  <a:moveTo>
                    <a:pt x="483784" y="0"/>
                  </a:moveTo>
                  <a:lnTo>
                    <a:pt x="0" y="51048"/>
                  </a:lnTo>
                  <a:lnTo>
                    <a:pt x="0" y="56380"/>
                  </a:lnTo>
                  <a:lnTo>
                    <a:pt x="485721" y="5140"/>
                  </a:lnTo>
                  <a:lnTo>
                    <a:pt x="483784" y="3675"/>
                  </a:lnTo>
                  <a:lnTo>
                    <a:pt x="483784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9" name="object 479"/>
            <p:cNvSpPr/>
            <p:nvPr/>
          </p:nvSpPr>
          <p:spPr>
            <a:xfrm>
              <a:off x="9671170" y="6880499"/>
              <a:ext cx="603885" cy="285115"/>
            </a:xfrm>
            <a:custGeom>
              <a:avLst/>
              <a:gdLst/>
              <a:ahLst/>
              <a:cxnLst/>
              <a:rect l="l" t="t" r="r" b="b"/>
              <a:pathLst>
                <a:path w="603884" h="285115">
                  <a:moveTo>
                    <a:pt x="0" y="283453"/>
                  </a:moveTo>
                  <a:lnTo>
                    <a:pt x="55" y="284877"/>
                  </a:lnTo>
                  <a:lnTo>
                    <a:pt x="1894" y="284877"/>
                  </a:lnTo>
                  <a:lnTo>
                    <a:pt x="0" y="283453"/>
                  </a:lnTo>
                  <a:close/>
                </a:path>
                <a:path w="603884" h="285115">
                  <a:moveTo>
                    <a:pt x="603363" y="0"/>
                  </a:moveTo>
                  <a:lnTo>
                    <a:pt x="601511" y="0"/>
                  </a:lnTo>
                  <a:lnTo>
                    <a:pt x="603363" y="1402"/>
                  </a:lnTo>
                  <a:lnTo>
                    <a:pt x="603363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0" name="object 480"/>
            <p:cNvSpPr/>
            <p:nvPr/>
          </p:nvSpPr>
          <p:spPr>
            <a:xfrm>
              <a:off x="9676406" y="6948733"/>
              <a:ext cx="635" cy="118110"/>
            </a:xfrm>
            <a:custGeom>
              <a:avLst/>
              <a:gdLst/>
              <a:ahLst/>
              <a:cxnLst/>
              <a:rect l="l" t="t" r="r" b="b"/>
              <a:pathLst>
                <a:path w="634" h="118109">
                  <a:moveTo>
                    <a:pt x="0" y="0"/>
                  </a:moveTo>
                  <a:lnTo>
                    <a:pt x="41" y="117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1" name="object 481"/>
            <p:cNvSpPr/>
            <p:nvPr/>
          </p:nvSpPr>
          <p:spPr>
            <a:xfrm>
              <a:off x="9676470" y="7071564"/>
              <a:ext cx="635" cy="88265"/>
            </a:xfrm>
            <a:custGeom>
              <a:avLst/>
              <a:gdLst/>
              <a:ahLst/>
              <a:cxnLst/>
              <a:rect l="l" t="t" r="r" b="b"/>
              <a:pathLst>
                <a:path w="634" h="88265">
                  <a:moveTo>
                    <a:pt x="0" y="0"/>
                  </a:moveTo>
                  <a:lnTo>
                    <a:pt x="21" y="881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1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2" name="object 482"/>
            <p:cNvSpPr/>
            <p:nvPr/>
          </p:nvSpPr>
          <p:spPr>
            <a:xfrm>
              <a:off x="9676491" y="7097609"/>
              <a:ext cx="594995" cy="67945"/>
            </a:xfrm>
            <a:custGeom>
              <a:avLst/>
              <a:gdLst/>
              <a:ahLst/>
              <a:cxnLst/>
              <a:rect l="l" t="t" r="r" b="b"/>
              <a:pathLst>
                <a:path w="594995" h="67945">
                  <a:moveTo>
                    <a:pt x="588443" y="0"/>
                  </a:moveTo>
                  <a:lnTo>
                    <a:pt x="0" y="62052"/>
                  </a:lnTo>
                  <a:lnTo>
                    <a:pt x="0" y="67406"/>
                  </a:lnTo>
                  <a:lnTo>
                    <a:pt x="594658" y="4673"/>
                  </a:lnTo>
                  <a:lnTo>
                    <a:pt x="588443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3" name="object 483"/>
            <p:cNvSpPr/>
            <p:nvPr/>
          </p:nvSpPr>
          <p:spPr>
            <a:xfrm>
              <a:off x="9676448" y="7066232"/>
              <a:ext cx="635" cy="5715"/>
            </a:xfrm>
            <a:custGeom>
              <a:avLst/>
              <a:gdLst/>
              <a:ahLst/>
              <a:cxnLst/>
              <a:rect l="l" t="t" r="r" b="b"/>
              <a:pathLst>
                <a:path w="634" h="5715">
                  <a:moveTo>
                    <a:pt x="0" y="0"/>
                  </a:moveTo>
                  <a:lnTo>
                    <a:pt x="0" y="533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4" name="object 484"/>
            <p:cNvSpPr/>
            <p:nvPr/>
          </p:nvSpPr>
          <p:spPr>
            <a:xfrm>
              <a:off x="9671075" y="6948169"/>
              <a:ext cx="5715" cy="118110"/>
            </a:xfrm>
            <a:custGeom>
              <a:avLst/>
              <a:gdLst/>
              <a:ahLst/>
              <a:cxnLst/>
              <a:rect l="l" t="t" r="r" b="b"/>
              <a:pathLst>
                <a:path w="5715" h="118109">
                  <a:moveTo>
                    <a:pt x="5346" y="1270"/>
                  </a:moveTo>
                  <a:lnTo>
                    <a:pt x="5321" y="0"/>
                  </a:lnTo>
                  <a:lnTo>
                    <a:pt x="4660" y="0"/>
                  </a:lnTo>
                  <a:lnTo>
                    <a:pt x="4660" y="1270"/>
                  </a:lnTo>
                  <a:lnTo>
                    <a:pt x="1549" y="1270"/>
                  </a:lnTo>
                  <a:lnTo>
                    <a:pt x="1549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38" y="118110"/>
                  </a:lnTo>
                  <a:lnTo>
                    <a:pt x="5346" y="118110"/>
                  </a:lnTo>
                  <a:lnTo>
                    <a:pt x="5346" y="127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5" name="object 485"/>
            <p:cNvSpPr/>
            <p:nvPr/>
          </p:nvSpPr>
          <p:spPr>
            <a:xfrm>
              <a:off x="9671149" y="7071564"/>
              <a:ext cx="5715" cy="88900"/>
            </a:xfrm>
            <a:custGeom>
              <a:avLst/>
              <a:gdLst/>
              <a:ahLst/>
              <a:cxnLst/>
              <a:rect l="l" t="t" r="r" b="b"/>
              <a:pathLst>
                <a:path w="5715" h="88900">
                  <a:moveTo>
                    <a:pt x="5299" y="0"/>
                  </a:moveTo>
                  <a:lnTo>
                    <a:pt x="0" y="552"/>
                  </a:lnTo>
                  <a:lnTo>
                    <a:pt x="21" y="85740"/>
                  </a:lnTo>
                  <a:lnTo>
                    <a:pt x="3448" y="88310"/>
                  </a:lnTo>
                  <a:lnTo>
                    <a:pt x="5342" y="88118"/>
                  </a:lnTo>
                  <a:lnTo>
                    <a:pt x="5299" y="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6" name="object 486"/>
            <p:cNvSpPr/>
            <p:nvPr/>
          </p:nvSpPr>
          <p:spPr>
            <a:xfrm>
              <a:off x="9671170" y="7157304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5" h="8254">
                  <a:moveTo>
                    <a:pt x="0" y="0"/>
                  </a:moveTo>
                  <a:lnTo>
                    <a:pt x="0" y="6648"/>
                  </a:lnTo>
                  <a:lnTo>
                    <a:pt x="1894" y="8072"/>
                  </a:lnTo>
                  <a:lnTo>
                    <a:pt x="5321" y="7711"/>
                  </a:lnTo>
                  <a:lnTo>
                    <a:pt x="5321" y="2378"/>
                  </a:lnTo>
                  <a:lnTo>
                    <a:pt x="3426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7" name="object 487"/>
            <p:cNvSpPr/>
            <p:nvPr/>
          </p:nvSpPr>
          <p:spPr>
            <a:xfrm>
              <a:off x="9671149" y="7066232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5" h="6350">
                  <a:moveTo>
                    <a:pt x="5299" y="0"/>
                  </a:moveTo>
                  <a:lnTo>
                    <a:pt x="0" y="552"/>
                  </a:lnTo>
                  <a:lnTo>
                    <a:pt x="0" y="5883"/>
                  </a:lnTo>
                  <a:lnTo>
                    <a:pt x="5299" y="5331"/>
                  </a:lnTo>
                  <a:lnTo>
                    <a:pt x="5299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8" name="object 488"/>
            <p:cNvSpPr/>
            <p:nvPr/>
          </p:nvSpPr>
          <p:spPr>
            <a:xfrm>
              <a:off x="9571770" y="6826732"/>
              <a:ext cx="375285" cy="40005"/>
            </a:xfrm>
            <a:custGeom>
              <a:avLst/>
              <a:gdLst/>
              <a:ahLst/>
              <a:cxnLst/>
              <a:rect l="l" t="t" r="r" b="b"/>
              <a:pathLst>
                <a:path w="375284" h="40004">
                  <a:moveTo>
                    <a:pt x="375210" y="0"/>
                  </a:moveTo>
                  <a:lnTo>
                    <a:pt x="0" y="39577"/>
                  </a:lnTo>
                  <a:lnTo>
                    <a:pt x="375210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9" name="object 489"/>
            <p:cNvSpPr/>
            <p:nvPr/>
          </p:nvSpPr>
          <p:spPr>
            <a:xfrm>
              <a:off x="9571770" y="6804256"/>
              <a:ext cx="588645" cy="139700"/>
            </a:xfrm>
            <a:custGeom>
              <a:avLst/>
              <a:gdLst/>
              <a:ahLst/>
              <a:cxnLst/>
              <a:rect l="l" t="t" r="r" b="b"/>
              <a:pathLst>
                <a:path w="588645" h="139700">
                  <a:moveTo>
                    <a:pt x="588463" y="0"/>
                  </a:moveTo>
                  <a:lnTo>
                    <a:pt x="0" y="62053"/>
                  </a:lnTo>
                  <a:lnTo>
                    <a:pt x="102741" y="139336"/>
                  </a:lnTo>
                  <a:lnTo>
                    <a:pt x="588484" y="88097"/>
                  </a:lnTo>
                  <a:lnTo>
                    <a:pt x="588463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0" name="object 490"/>
            <p:cNvSpPr/>
            <p:nvPr/>
          </p:nvSpPr>
          <p:spPr>
            <a:xfrm>
              <a:off x="10160255" y="6804256"/>
              <a:ext cx="0" cy="33020"/>
            </a:xfrm>
            <a:custGeom>
              <a:avLst/>
              <a:gdLst/>
              <a:ahLst/>
              <a:cxnLst/>
              <a:rect l="l" t="t" r="r" b="b"/>
              <a:pathLst>
                <a:path h="33020">
                  <a:moveTo>
                    <a:pt x="0" y="0"/>
                  </a:moveTo>
                  <a:lnTo>
                    <a:pt x="0" y="3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1" name="object 491"/>
            <p:cNvSpPr/>
            <p:nvPr/>
          </p:nvSpPr>
          <p:spPr>
            <a:xfrm>
              <a:off x="9557764" y="6861975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09">
                  <a:moveTo>
                    <a:pt x="4342" y="0"/>
                  </a:moveTo>
                  <a:lnTo>
                    <a:pt x="0" y="467"/>
                  </a:lnTo>
                  <a:lnTo>
                    <a:pt x="4342" y="3738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2" name="object 492"/>
            <p:cNvSpPr/>
            <p:nvPr/>
          </p:nvSpPr>
          <p:spPr>
            <a:xfrm>
              <a:off x="9565533" y="6798903"/>
              <a:ext cx="594995" cy="67945"/>
            </a:xfrm>
            <a:custGeom>
              <a:avLst/>
              <a:gdLst/>
              <a:ahLst/>
              <a:cxnLst/>
              <a:rect l="l" t="t" r="r" b="b"/>
              <a:pathLst>
                <a:path w="594995" h="67945">
                  <a:moveTo>
                    <a:pt x="594721" y="0"/>
                  </a:moveTo>
                  <a:lnTo>
                    <a:pt x="0" y="62732"/>
                  </a:lnTo>
                  <a:lnTo>
                    <a:pt x="6215" y="67406"/>
                  </a:lnTo>
                  <a:lnTo>
                    <a:pt x="594721" y="5353"/>
                  </a:lnTo>
                  <a:lnTo>
                    <a:pt x="594721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3" name="object 49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562106" y="6861614"/>
              <a:ext cx="108978" cy="86057"/>
            </a:xfrm>
            <a:prstGeom prst="rect">
              <a:avLst/>
            </a:prstGeom>
          </p:spPr>
        </p:pic>
        <p:sp>
          <p:nvSpPr>
            <p:cNvPr id="494" name="object 494"/>
            <p:cNvSpPr/>
            <p:nvPr/>
          </p:nvSpPr>
          <p:spPr>
            <a:xfrm>
              <a:off x="9674533" y="6905120"/>
              <a:ext cx="365125" cy="38735"/>
            </a:xfrm>
            <a:custGeom>
              <a:avLst/>
              <a:gdLst/>
              <a:ahLst/>
              <a:cxnLst/>
              <a:rect l="l" t="t" r="r" b="b"/>
              <a:pathLst>
                <a:path w="365125" h="38734">
                  <a:moveTo>
                    <a:pt x="364674" y="0"/>
                  </a:moveTo>
                  <a:lnTo>
                    <a:pt x="0" y="38472"/>
                  </a:lnTo>
                  <a:lnTo>
                    <a:pt x="364674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5" name="object 49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567428" y="6866309"/>
              <a:ext cx="107105" cy="81362"/>
            </a:xfrm>
            <a:prstGeom prst="rect">
              <a:avLst/>
            </a:prstGeom>
          </p:spPr>
        </p:pic>
        <p:sp>
          <p:nvSpPr>
            <p:cNvPr id="496" name="object 496"/>
            <p:cNvSpPr/>
            <p:nvPr/>
          </p:nvSpPr>
          <p:spPr>
            <a:xfrm>
              <a:off x="10274618" y="6881986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09">
                  <a:moveTo>
                    <a:pt x="0" y="0"/>
                  </a:moveTo>
                  <a:lnTo>
                    <a:pt x="0" y="3653"/>
                  </a:lnTo>
                  <a:lnTo>
                    <a:pt x="4257" y="3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7" name="object 497"/>
            <p:cNvSpPr/>
            <p:nvPr/>
          </p:nvSpPr>
          <p:spPr>
            <a:xfrm>
              <a:off x="9676406" y="6897706"/>
              <a:ext cx="483870" cy="51435"/>
            </a:xfrm>
            <a:custGeom>
              <a:avLst/>
              <a:gdLst/>
              <a:ahLst/>
              <a:cxnLst/>
              <a:rect l="l" t="t" r="r" b="b"/>
              <a:pathLst>
                <a:path w="483870" h="51434">
                  <a:moveTo>
                    <a:pt x="483848" y="0"/>
                  </a:moveTo>
                  <a:lnTo>
                    <a:pt x="0" y="51027"/>
                  </a:lnTo>
                  <a:lnTo>
                    <a:pt x="483848" y="0"/>
                  </a:lnTo>
                  <a:close/>
                </a:path>
              </a:pathLst>
            </a:custGeom>
            <a:solidFill>
              <a:srgbClr val="708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8" name="object 498"/>
            <p:cNvSpPr/>
            <p:nvPr/>
          </p:nvSpPr>
          <p:spPr>
            <a:xfrm>
              <a:off x="9674533" y="6892353"/>
              <a:ext cx="485775" cy="56515"/>
            </a:xfrm>
            <a:custGeom>
              <a:avLst/>
              <a:gdLst/>
              <a:ahLst/>
              <a:cxnLst/>
              <a:rect l="l" t="t" r="r" b="b"/>
              <a:pathLst>
                <a:path w="485775" h="56515">
                  <a:moveTo>
                    <a:pt x="485721" y="0"/>
                  </a:moveTo>
                  <a:lnTo>
                    <a:pt x="0" y="51239"/>
                  </a:lnTo>
                  <a:lnTo>
                    <a:pt x="1873" y="52663"/>
                  </a:lnTo>
                  <a:lnTo>
                    <a:pt x="1873" y="56380"/>
                  </a:lnTo>
                  <a:lnTo>
                    <a:pt x="485721" y="5353"/>
                  </a:lnTo>
                  <a:lnTo>
                    <a:pt x="485721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9" name="object 499"/>
            <p:cNvSpPr/>
            <p:nvPr/>
          </p:nvSpPr>
          <p:spPr>
            <a:xfrm>
              <a:off x="9671085" y="6943592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5">
                  <a:moveTo>
                    <a:pt x="3448" y="0"/>
                  </a:moveTo>
                  <a:lnTo>
                    <a:pt x="0" y="361"/>
                  </a:lnTo>
                  <a:lnTo>
                    <a:pt x="0" y="4079"/>
                  </a:lnTo>
                  <a:lnTo>
                    <a:pt x="1894" y="5502"/>
                  </a:lnTo>
                  <a:lnTo>
                    <a:pt x="5321" y="5140"/>
                  </a:lnTo>
                  <a:lnTo>
                    <a:pt x="5321" y="1423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rgbClr val="6267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0" name="object 500"/>
          <p:cNvSpPr txBox="1"/>
          <p:nvPr/>
        </p:nvSpPr>
        <p:spPr>
          <a:xfrm>
            <a:off x="9839053" y="7131901"/>
            <a:ext cx="26225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1024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501" name="object 501"/>
          <p:cNvSpPr txBox="1"/>
          <p:nvPr/>
        </p:nvSpPr>
        <p:spPr>
          <a:xfrm rot="2160000">
            <a:off x="995897" y="6791611"/>
            <a:ext cx="479999" cy="102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0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384</a:t>
            </a:r>
            <a:r>
              <a:rPr sz="800" spc="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800" spc="4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512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502" name="object 502"/>
          <p:cNvSpPr/>
          <p:nvPr/>
        </p:nvSpPr>
        <p:spPr>
          <a:xfrm>
            <a:off x="4527474" y="6310833"/>
            <a:ext cx="471805" cy="313690"/>
          </a:xfrm>
          <a:custGeom>
            <a:avLst/>
            <a:gdLst/>
            <a:ahLst/>
            <a:cxnLst/>
            <a:rect l="l" t="t" r="r" b="b"/>
            <a:pathLst>
              <a:path w="471804" h="313690">
                <a:moveTo>
                  <a:pt x="471741" y="298704"/>
                </a:moveTo>
                <a:lnTo>
                  <a:pt x="463054" y="239649"/>
                </a:lnTo>
                <a:lnTo>
                  <a:pt x="449707" y="185293"/>
                </a:lnTo>
                <a:lnTo>
                  <a:pt x="431292" y="136067"/>
                </a:lnTo>
                <a:lnTo>
                  <a:pt x="407365" y="92329"/>
                </a:lnTo>
                <a:lnTo>
                  <a:pt x="377063" y="54927"/>
                </a:lnTo>
                <a:lnTo>
                  <a:pt x="339725" y="25501"/>
                </a:lnTo>
                <a:lnTo>
                  <a:pt x="295744" y="6502"/>
                </a:lnTo>
                <a:lnTo>
                  <a:pt x="247345" y="0"/>
                </a:lnTo>
                <a:lnTo>
                  <a:pt x="215239" y="3136"/>
                </a:lnTo>
                <a:lnTo>
                  <a:pt x="155600" y="24904"/>
                </a:lnTo>
                <a:lnTo>
                  <a:pt x="102844" y="62141"/>
                </a:lnTo>
                <a:lnTo>
                  <a:pt x="57556" y="111277"/>
                </a:lnTo>
                <a:lnTo>
                  <a:pt x="49618" y="122859"/>
                </a:lnTo>
                <a:lnTo>
                  <a:pt x="0" y="105562"/>
                </a:lnTo>
                <a:lnTo>
                  <a:pt x="39649" y="313664"/>
                </a:lnTo>
                <a:lnTo>
                  <a:pt x="200418" y="175374"/>
                </a:lnTo>
                <a:lnTo>
                  <a:pt x="155486" y="159727"/>
                </a:lnTo>
                <a:lnTo>
                  <a:pt x="157556" y="157264"/>
                </a:lnTo>
                <a:lnTo>
                  <a:pt x="189941" y="128460"/>
                </a:lnTo>
                <a:lnTo>
                  <a:pt x="235407" y="107416"/>
                </a:lnTo>
                <a:lnTo>
                  <a:pt x="247345" y="106222"/>
                </a:lnTo>
                <a:lnTo>
                  <a:pt x="257759" y="106908"/>
                </a:lnTo>
                <a:lnTo>
                  <a:pt x="297459" y="125907"/>
                </a:lnTo>
                <a:lnTo>
                  <a:pt x="328587" y="167970"/>
                </a:lnTo>
                <a:lnTo>
                  <a:pt x="344703" y="206425"/>
                </a:lnTo>
                <a:lnTo>
                  <a:pt x="357416" y="253987"/>
                </a:lnTo>
                <a:lnTo>
                  <a:pt x="365887" y="309676"/>
                </a:lnTo>
                <a:lnTo>
                  <a:pt x="471741" y="298704"/>
                </a:lnTo>
                <a:close/>
              </a:path>
            </a:pathLst>
          </a:custGeom>
          <a:solidFill>
            <a:srgbClr val="A7A9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 txBox="1"/>
          <p:nvPr/>
        </p:nvSpPr>
        <p:spPr>
          <a:xfrm>
            <a:off x="4676587" y="6287168"/>
            <a:ext cx="20320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sqrt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504" name="object 504"/>
          <p:cNvGrpSpPr/>
          <p:nvPr/>
        </p:nvGrpSpPr>
        <p:grpSpPr>
          <a:xfrm>
            <a:off x="10930130" y="6279644"/>
            <a:ext cx="1090295" cy="1489075"/>
            <a:chOff x="10930130" y="6279644"/>
            <a:chExt cx="1090295" cy="1489075"/>
          </a:xfrm>
        </p:grpSpPr>
        <p:sp>
          <p:nvSpPr>
            <p:cNvPr id="505" name="object 505"/>
            <p:cNvSpPr/>
            <p:nvPr/>
          </p:nvSpPr>
          <p:spPr>
            <a:xfrm>
              <a:off x="10930128" y="6876770"/>
              <a:ext cx="514984" cy="212090"/>
            </a:xfrm>
            <a:custGeom>
              <a:avLst/>
              <a:gdLst/>
              <a:ahLst/>
              <a:cxnLst/>
              <a:rect l="l" t="t" r="r" b="b"/>
              <a:pathLst>
                <a:path w="514984" h="212090">
                  <a:moveTo>
                    <a:pt x="514362" y="105943"/>
                  </a:moveTo>
                  <a:lnTo>
                    <a:pt x="330568" y="0"/>
                  </a:lnTo>
                  <a:lnTo>
                    <a:pt x="330568" y="52832"/>
                  </a:lnTo>
                  <a:lnTo>
                    <a:pt x="0" y="52832"/>
                  </a:lnTo>
                  <a:lnTo>
                    <a:pt x="0" y="159042"/>
                  </a:lnTo>
                  <a:lnTo>
                    <a:pt x="330568" y="159042"/>
                  </a:lnTo>
                  <a:lnTo>
                    <a:pt x="330568" y="211861"/>
                  </a:lnTo>
                  <a:lnTo>
                    <a:pt x="514362" y="105943"/>
                  </a:lnTo>
                  <a:close/>
                </a:path>
              </a:pathLst>
            </a:custGeom>
            <a:solidFill>
              <a:srgbClr val="A7A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06"/>
            <p:cNvSpPr/>
            <p:nvPr/>
          </p:nvSpPr>
          <p:spPr>
            <a:xfrm>
              <a:off x="11465659" y="6284977"/>
              <a:ext cx="20955" cy="1083945"/>
            </a:xfrm>
            <a:custGeom>
              <a:avLst/>
              <a:gdLst/>
              <a:ahLst/>
              <a:cxnLst/>
              <a:rect l="l" t="t" r="r" b="b"/>
              <a:pathLst>
                <a:path w="20954" h="1083945">
                  <a:moveTo>
                    <a:pt x="19922" y="0"/>
                  </a:moveTo>
                  <a:lnTo>
                    <a:pt x="0" y="2103"/>
                  </a:lnTo>
                  <a:lnTo>
                    <a:pt x="425" y="1083701"/>
                  </a:lnTo>
                  <a:lnTo>
                    <a:pt x="20349" y="1081598"/>
                  </a:lnTo>
                  <a:lnTo>
                    <a:pt x="19922" y="0"/>
                  </a:lnTo>
                  <a:close/>
                </a:path>
              </a:pathLst>
            </a:custGeom>
            <a:solidFill>
              <a:srgbClr val="949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7" name="object 50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1466084" y="6284977"/>
              <a:ext cx="547150" cy="1480214"/>
            </a:xfrm>
            <a:prstGeom prst="rect">
              <a:avLst/>
            </a:prstGeom>
          </p:spPr>
        </p:pic>
        <p:sp>
          <p:nvSpPr>
            <p:cNvPr id="508" name="object 508"/>
            <p:cNvSpPr/>
            <p:nvPr/>
          </p:nvSpPr>
          <p:spPr>
            <a:xfrm>
              <a:off x="11992865" y="6681489"/>
              <a:ext cx="20955" cy="1083945"/>
            </a:xfrm>
            <a:custGeom>
              <a:avLst/>
              <a:gdLst/>
              <a:ahLst/>
              <a:cxnLst/>
              <a:rect l="l" t="t" r="r" b="b"/>
              <a:pathLst>
                <a:path w="20954" h="1083945">
                  <a:moveTo>
                    <a:pt x="19944" y="0"/>
                  </a:moveTo>
                  <a:lnTo>
                    <a:pt x="0" y="2103"/>
                  </a:lnTo>
                  <a:lnTo>
                    <a:pt x="425" y="1083702"/>
                  </a:lnTo>
                  <a:lnTo>
                    <a:pt x="20369" y="1081599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9496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9" name="object 509"/>
            <p:cNvSpPr/>
            <p:nvPr/>
          </p:nvSpPr>
          <p:spPr>
            <a:xfrm>
              <a:off x="11465659" y="6284977"/>
              <a:ext cx="547370" cy="398780"/>
            </a:xfrm>
            <a:custGeom>
              <a:avLst/>
              <a:gdLst/>
              <a:ahLst/>
              <a:cxnLst/>
              <a:rect l="l" t="t" r="r" b="b"/>
              <a:pathLst>
                <a:path w="547370" h="398779">
                  <a:moveTo>
                    <a:pt x="19944" y="0"/>
                  </a:moveTo>
                  <a:lnTo>
                    <a:pt x="0" y="2103"/>
                  </a:lnTo>
                  <a:lnTo>
                    <a:pt x="527206" y="398614"/>
                  </a:lnTo>
                  <a:lnTo>
                    <a:pt x="547150" y="396511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A8AB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0" name="object 51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468319" y="6292391"/>
              <a:ext cx="15027" cy="1073334"/>
            </a:xfrm>
            <a:prstGeom prst="rect">
              <a:avLst/>
            </a:prstGeom>
          </p:spPr>
        </p:pic>
        <p:pic>
          <p:nvPicPr>
            <p:cNvPr id="511" name="object 51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1465659" y="6290415"/>
              <a:ext cx="524971" cy="1469443"/>
            </a:xfrm>
            <a:prstGeom prst="rect">
              <a:avLst/>
            </a:prstGeom>
          </p:spPr>
        </p:pic>
        <p:sp>
          <p:nvSpPr>
            <p:cNvPr id="512" name="object 512"/>
            <p:cNvSpPr/>
            <p:nvPr/>
          </p:nvSpPr>
          <p:spPr>
            <a:xfrm>
              <a:off x="11462995" y="6288404"/>
              <a:ext cx="3175" cy="1083310"/>
            </a:xfrm>
            <a:custGeom>
              <a:avLst/>
              <a:gdLst/>
              <a:ahLst/>
              <a:cxnLst/>
              <a:rect l="l" t="t" r="r" b="b"/>
              <a:pathLst>
                <a:path w="3175" h="1083309">
                  <a:moveTo>
                    <a:pt x="2324" y="1083017"/>
                  </a:moveTo>
                  <a:lnTo>
                    <a:pt x="419" y="1081620"/>
                  </a:lnTo>
                  <a:lnTo>
                    <a:pt x="444" y="1083233"/>
                  </a:lnTo>
                  <a:lnTo>
                    <a:pt x="2324" y="1083017"/>
                  </a:lnTo>
                  <a:close/>
                </a:path>
                <a:path w="3175" h="1083309">
                  <a:moveTo>
                    <a:pt x="3086" y="1077607"/>
                  </a:moveTo>
                  <a:lnTo>
                    <a:pt x="2654" y="1993"/>
                  </a:lnTo>
                  <a:lnTo>
                    <a:pt x="0" y="0"/>
                  </a:lnTo>
                  <a:lnTo>
                    <a:pt x="419" y="1077874"/>
                  </a:lnTo>
                  <a:lnTo>
                    <a:pt x="3086" y="1077607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3" name="object 513"/>
            <p:cNvSpPr/>
            <p:nvPr/>
          </p:nvSpPr>
          <p:spPr>
            <a:xfrm>
              <a:off x="11465659" y="6290415"/>
              <a:ext cx="635" cy="537845"/>
            </a:xfrm>
            <a:custGeom>
              <a:avLst/>
              <a:gdLst/>
              <a:ahLst/>
              <a:cxnLst/>
              <a:rect l="l" t="t" r="r" b="b"/>
              <a:pathLst>
                <a:path w="634" h="537845">
                  <a:moveTo>
                    <a:pt x="0" y="0"/>
                  </a:moveTo>
                  <a:lnTo>
                    <a:pt x="213" y="537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A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14"/>
            <p:cNvSpPr/>
            <p:nvPr/>
          </p:nvSpPr>
          <p:spPr>
            <a:xfrm>
              <a:off x="11459070" y="6282029"/>
              <a:ext cx="532130" cy="1484630"/>
            </a:xfrm>
            <a:custGeom>
              <a:avLst/>
              <a:gdLst/>
              <a:ahLst/>
              <a:cxnLst/>
              <a:rect l="l" t="t" r="r" b="b"/>
              <a:pathLst>
                <a:path w="532129" h="1484629">
                  <a:moveTo>
                    <a:pt x="29171" y="0"/>
                  </a:moveTo>
                  <a:lnTo>
                    <a:pt x="27292" y="190"/>
                  </a:lnTo>
                  <a:lnTo>
                    <a:pt x="29171" y="1612"/>
                  </a:lnTo>
                  <a:lnTo>
                    <a:pt x="29171" y="0"/>
                  </a:lnTo>
                  <a:close/>
                </a:path>
                <a:path w="532129" h="1484629">
                  <a:moveTo>
                    <a:pt x="531558" y="1481175"/>
                  </a:moveTo>
                  <a:lnTo>
                    <a:pt x="7010" y="1086650"/>
                  </a:lnTo>
                  <a:lnTo>
                    <a:pt x="7010" y="1083995"/>
                  </a:lnTo>
                  <a:lnTo>
                    <a:pt x="6731" y="1083995"/>
                  </a:lnTo>
                  <a:lnTo>
                    <a:pt x="0" y="1084719"/>
                  </a:lnTo>
                  <a:lnTo>
                    <a:pt x="4343" y="1087996"/>
                  </a:lnTo>
                  <a:lnTo>
                    <a:pt x="6248" y="1089393"/>
                  </a:lnTo>
                  <a:lnTo>
                    <a:pt x="531558" y="1484490"/>
                  </a:lnTo>
                  <a:lnTo>
                    <a:pt x="531558" y="1481175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5" name="object 51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1466084" y="7364175"/>
              <a:ext cx="17283" cy="4503"/>
            </a:xfrm>
            <a:prstGeom prst="rect">
              <a:avLst/>
            </a:prstGeom>
          </p:spPr>
        </p:pic>
        <p:pic>
          <p:nvPicPr>
            <p:cNvPr id="516" name="object 51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1466084" y="6303416"/>
              <a:ext cx="524545" cy="1459757"/>
            </a:xfrm>
            <a:prstGeom prst="rect">
              <a:avLst/>
            </a:prstGeom>
          </p:spPr>
        </p:pic>
        <p:sp>
          <p:nvSpPr>
            <p:cNvPr id="517" name="object 517"/>
            <p:cNvSpPr/>
            <p:nvPr/>
          </p:nvSpPr>
          <p:spPr>
            <a:xfrm>
              <a:off x="12015895" y="7761749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09">
                  <a:moveTo>
                    <a:pt x="0" y="0"/>
                  </a:moveTo>
                  <a:lnTo>
                    <a:pt x="0" y="3717"/>
                  </a:lnTo>
                  <a:lnTo>
                    <a:pt x="4320" y="32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8" name="object 518"/>
            <p:cNvSpPr/>
            <p:nvPr/>
          </p:nvSpPr>
          <p:spPr>
            <a:xfrm>
              <a:off x="11995931" y="7753400"/>
              <a:ext cx="10795" cy="8255"/>
            </a:xfrm>
            <a:custGeom>
              <a:avLst/>
              <a:gdLst/>
              <a:ahLst/>
              <a:cxnLst/>
              <a:rect l="l" t="t" r="r" b="b"/>
              <a:pathLst>
                <a:path w="10795" h="8254">
                  <a:moveTo>
                    <a:pt x="0" y="0"/>
                  </a:moveTo>
                  <a:lnTo>
                    <a:pt x="10300" y="7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A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9" name="object 519"/>
            <p:cNvSpPr/>
            <p:nvPr/>
          </p:nvSpPr>
          <p:spPr>
            <a:xfrm>
              <a:off x="12012469" y="7765827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3426" y="0"/>
                  </a:moveTo>
                  <a:lnTo>
                    <a:pt x="0" y="0"/>
                  </a:lnTo>
                  <a:lnTo>
                    <a:pt x="3426" y="2570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0" name="object 520"/>
            <p:cNvSpPr/>
            <p:nvPr/>
          </p:nvSpPr>
          <p:spPr>
            <a:xfrm>
              <a:off x="11995931" y="7746751"/>
              <a:ext cx="15240" cy="14604"/>
            </a:xfrm>
            <a:custGeom>
              <a:avLst/>
              <a:gdLst/>
              <a:ahLst/>
              <a:cxnLst/>
              <a:rect l="l" t="t" r="r" b="b"/>
              <a:pathLst>
                <a:path w="15240" h="14604">
                  <a:moveTo>
                    <a:pt x="0" y="0"/>
                  </a:moveTo>
                  <a:lnTo>
                    <a:pt x="0" y="6649"/>
                  </a:lnTo>
                  <a:lnTo>
                    <a:pt x="10300" y="14403"/>
                  </a:lnTo>
                  <a:lnTo>
                    <a:pt x="14643" y="13935"/>
                  </a:lnTo>
                  <a:lnTo>
                    <a:pt x="14643" y="11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A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1" name="object 52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1483367" y="7366575"/>
              <a:ext cx="507241" cy="382831"/>
            </a:xfrm>
            <a:prstGeom prst="rect">
              <a:avLst/>
            </a:prstGeom>
          </p:spPr>
        </p:pic>
        <p:pic>
          <p:nvPicPr>
            <p:cNvPr id="522" name="object 52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1485603" y="6305412"/>
              <a:ext cx="505006" cy="1440637"/>
            </a:xfrm>
            <a:prstGeom prst="rect">
              <a:avLst/>
            </a:prstGeom>
          </p:spPr>
        </p:pic>
        <p:sp>
          <p:nvSpPr>
            <p:cNvPr id="523" name="object 523"/>
            <p:cNvSpPr/>
            <p:nvPr/>
          </p:nvSpPr>
          <p:spPr>
            <a:xfrm>
              <a:off x="11482942" y="6279644"/>
              <a:ext cx="530860" cy="399415"/>
            </a:xfrm>
            <a:custGeom>
              <a:avLst/>
              <a:gdLst/>
              <a:ahLst/>
              <a:cxnLst/>
              <a:rect l="l" t="t" r="r" b="b"/>
              <a:pathLst>
                <a:path w="530859" h="399415">
                  <a:moveTo>
                    <a:pt x="0" y="0"/>
                  </a:moveTo>
                  <a:lnTo>
                    <a:pt x="0" y="2932"/>
                  </a:lnTo>
                  <a:lnTo>
                    <a:pt x="3406" y="2570"/>
                  </a:lnTo>
                  <a:lnTo>
                    <a:pt x="530612" y="3990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24"/>
            <p:cNvSpPr/>
            <p:nvPr/>
          </p:nvSpPr>
          <p:spPr>
            <a:xfrm>
              <a:off x="11482942" y="6287717"/>
              <a:ext cx="5715" cy="13335"/>
            </a:xfrm>
            <a:custGeom>
              <a:avLst/>
              <a:gdLst/>
              <a:ahLst/>
              <a:cxnLst/>
              <a:rect l="l" t="t" r="r" b="b"/>
              <a:pathLst>
                <a:path w="5715" h="13335">
                  <a:moveTo>
                    <a:pt x="1894" y="0"/>
                  </a:moveTo>
                  <a:lnTo>
                    <a:pt x="0" y="212"/>
                  </a:lnTo>
                  <a:lnTo>
                    <a:pt x="0" y="9028"/>
                  </a:lnTo>
                  <a:lnTo>
                    <a:pt x="5321" y="13042"/>
                  </a:lnTo>
                  <a:lnTo>
                    <a:pt x="5321" y="2590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rgbClr val="616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5" name="object 52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990204" y="6683869"/>
              <a:ext cx="25690" cy="1084253"/>
            </a:xfrm>
            <a:prstGeom prst="rect">
              <a:avLst/>
            </a:prstGeom>
          </p:spPr>
        </p:pic>
        <p:sp>
          <p:nvSpPr>
            <p:cNvPr id="526" name="object 526"/>
            <p:cNvSpPr/>
            <p:nvPr/>
          </p:nvSpPr>
          <p:spPr>
            <a:xfrm>
              <a:off x="12013554" y="6678728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40" h="1904">
                  <a:moveTo>
                    <a:pt x="1915" y="0"/>
                  </a:moveTo>
                  <a:lnTo>
                    <a:pt x="0" y="0"/>
                  </a:lnTo>
                  <a:lnTo>
                    <a:pt x="1915" y="1443"/>
                  </a:lnTo>
                  <a:lnTo>
                    <a:pt x="1915" y="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7" name="object 527"/>
            <p:cNvSpPr/>
            <p:nvPr/>
          </p:nvSpPr>
          <p:spPr>
            <a:xfrm>
              <a:off x="11993610" y="6679556"/>
              <a:ext cx="12700" cy="1270"/>
            </a:xfrm>
            <a:custGeom>
              <a:avLst/>
              <a:gdLst/>
              <a:ahLst/>
              <a:cxnLst/>
              <a:rect l="l" t="t" r="r" b="b"/>
              <a:pathLst>
                <a:path w="12700" h="1270">
                  <a:moveTo>
                    <a:pt x="12195" y="0"/>
                  </a:moveTo>
                  <a:lnTo>
                    <a:pt x="0" y="1275"/>
                  </a:lnTo>
                  <a:lnTo>
                    <a:pt x="12195" y="0"/>
                  </a:lnTo>
                  <a:close/>
                </a:path>
              </a:pathLst>
            </a:custGeom>
            <a:solidFill>
              <a:srgbClr val="616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8" name="object 528"/>
            <p:cNvSpPr/>
            <p:nvPr/>
          </p:nvSpPr>
          <p:spPr>
            <a:xfrm>
              <a:off x="11458656" y="6282215"/>
              <a:ext cx="561340" cy="401955"/>
            </a:xfrm>
            <a:custGeom>
              <a:avLst/>
              <a:gdLst/>
              <a:ahLst/>
              <a:cxnLst/>
              <a:rect l="l" t="t" r="r" b="b"/>
              <a:pathLst>
                <a:path w="561340" h="401954">
                  <a:moveTo>
                    <a:pt x="555749" y="397150"/>
                  </a:moveTo>
                  <a:lnTo>
                    <a:pt x="554153" y="399274"/>
                  </a:lnTo>
                  <a:lnTo>
                    <a:pt x="554153" y="401929"/>
                  </a:lnTo>
                  <a:lnTo>
                    <a:pt x="561134" y="401206"/>
                  </a:lnTo>
                  <a:lnTo>
                    <a:pt x="555749" y="397150"/>
                  </a:lnTo>
                  <a:close/>
                </a:path>
                <a:path w="561340" h="401954">
                  <a:moveTo>
                    <a:pt x="31365" y="2762"/>
                  </a:moveTo>
                  <a:lnTo>
                    <a:pt x="26946" y="2762"/>
                  </a:lnTo>
                  <a:lnTo>
                    <a:pt x="554153" y="399274"/>
                  </a:lnTo>
                  <a:lnTo>
                    <a:pt x="555749" y="397150"/>
                  </a:lnTo>
                  <a:lnTo>
                    <a:pt x="31365" y="2762"/>
                  </a:lnTo>
                  <a:close/>
                </a:path>
                <a:path w="561340" h="401954">
                  <a:moveTo>
                    <a:pt x="27692" y="0"/>
                  </a:moveTo>
                  <a:lnTo>
                    <a:pt x="0" y="2932"/>
                  </a:lnTo>
                  <a:lnTo>
                    <a:pt x="7002" y="8178"/>
                  </a:lnTo>
                  <a:lnTo>
                    <a:pt x="7002" y="4865"/>
                  </a:lnTo>
                  <a:lnTo>
                    <a:pt x="26946" y="2762"/>
                  </a:lnTo>
                  <a:lnTo>
                    <a:pt x="31365" y="2762"/>
                  </a:lnTo>
                  <a:lnTo>
                    <a:pt x="27692" y="0"/>
                  </a:lnTo>
                  <a:close/>
                </a:path>
              </a:pathLst>
            </a:custGeom>
            <a:solidFill>
              <a:srgbClr val="808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9" name="object 529"/>
            <p:cNvSpPr/>
            <p:nvPr/>
          </p:nvSpPr>
          <p:spPr>
            <a:xfrm>
              <a:off x="11992865" y="6681489"/>
              <a:ext cx="20320" cy="5080"/>
            </a:xfrm>
            <a:custGeom>
              <a:avLst/>
              <a:gdLst/>
              <a:ahLst/>
              <a:cxnLst/>
              <a:rect l="l" t="t" r="r" b="b"/>
              <a:pathLst>
                <a:path w="20320" h="5079">
                  <a:moveTo>
                    <a:pt x="19944" y="0"/>
                  </a:moveTo>
                  <a:lnTo>
                    <a:pt x="0" y="2103"/>
                  </a:lnTo>
                  <a:lnTo>
                    <a:pt x="0" y="4758"/>
                  </a:lnTo>
                  <a:lnTo>
                    <a:pt x="19944" y="2655"/>
                  </a:lnTo>
                  <a:lnTo>
                    <a:pt x="19944" y="0"/>
                  </a:lnTo>
                  <a:close/>
                </a:path>
              </a:pathLst>
            </a:custGeom>
            <a:solidFill>
              <a:srgbClr val="595A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0" name="object 530"/>
            <p:cNvSpPr/>
            <p:nvPr/>
          </p:nvSpPr>
          <p:spPr>
            <a:xfrm>
              <a:off x="11465659" y="6284977"/>
              <a:ext cx="547370" cy="398780"/>
            </a:xfrm>
            <a:custGeom>
              <a:avLst/>
              <a:gdLst/>
              <a:ahLst/>
              <a:cxnLst/>
              <a:rect l="l" t="t" r="r" b="b"/>
              <a:pathLst>
                <a:path w="547370" h="398779">
                  <a:moveTo>
                    <a:pt x="19944" y="0"/>
                  </a:moveTo>
                  <a:lnTo>
                    <a:pt x="0" y="2103"/>
                  </a:lnTo>
                  <a:lnTo>
                    <a:pt x="527206" y="398614"/>
                  </a:lnTo>
                  <a:lnTo>
                    <a:pt x="547150" y="396511"/>
                  </a:lnTo>
                  <a:lnTo>
                    <a:pt x="546275" y="395853"/>
                  </a:lnTo>
                  <a:lnTo>
                    <a:pt x="527951" y="395853"/>
                  </a:lnTo>
                  <a:lnTo>
                    <a:pt x="6981" y="4036"/>
                  </a:lnTo>
                  <a:lnTo>
                    <a:pt x="19178" y="2740"/>
                  </a:lnTo>
                  <a:lnTo>
                    <a:pt x="23588" y="2740"/>
                  </a:lnTo>
                  <a:lnTo>
                    <a:pt x="19944" y="0"/>
                  </a:lnTo>
                  <a:close/>
                </a:path>
                <a:path w="547370" h="398779">
                  <a:moveTo>
                    <a:pt x="23588" y="2740"/>
                  </a:moveTo>
                  <a:lnTo>
                    <a:pt x="19178" y="2740"/>
                  </a:lnTo>
                  <a:lnTo>
                    <a:pt x="540147" y="394578"/>
                  </a:lnTo>
                  <a:lnTo>
                    <a:pt x="527951" y="395853"/>
                  </a:lnTo>
                  <a:lnTo>
                    <a:pt x="546275" y="395853"/>
                  </a:lnTo>
                  <a:lnTo>
                    <a:pt x="23588" y="2740"/>
                  </a:lnTo>
                  <a:close/>
                </a:path>
              </a:pathLst>
            </a:custGeom>
            <a:solidFill>
              <a:srgbClr val="6162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1" name="object 53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1465659" y="6287080"/>
              <a:ext cx="19922" cy="18312"/>
            </a:xfrm>
            <a:prstGeom prst="rect">
              <a:avLst/>
            </a:prstGeom>
          </p:spPr>
        </p:pic>
        <p:pic>
          <p:nvPicPr>
            <p:cNvPr id="532" name="object 53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1485603" y="6302077"/>
              <a:ext cx="507262" cy="384255"/>
            </a:xfrm>
            <a:prstGeom prst="rect">
              <a:avLst/>
            </a:prstGeom>
          </p:spPr>
        </p:pic>
      </p:grpSp>
      <p:grpSp>
        <p:nvGrpSpPr>
          <p:cNvPr id="533" name="object 533"/>
          <p:cNvGrpSpPr/>
          <p:nvPr/>
        </p:nvGrpSpPr>
        <p:grpSpPr>
          <a:xfrm>
            <a:off x="6058630" y="6640956"/>
            <a:ext cx="4819650" cy="1174750"/>
            <a:chOff x="6058630" y="6640956"/>
            <a:chExt cx="4819650" cy="1174750"/>
          </a:xfrm>
        </p:grpSpPr>
        <p:sp>
          <p:nvSpPr>
            <p:cNvPr id="534" name="object 534"/>
            <p:cNvSpPr/>
            <p:nvPr/>
          </p:nvSpPr>
          <p:spPr>
            <a:xfrm>
              <a:off x="6058624" y="6640956"/>
              <a:ext cx="4672965" cy="1174750"/>
            </a:xfrm>
            <a:custGeom>
              <a:avLst/>
              <a:gdLst/>
              <a:ahLst/>
              <a:cxnLst/>
              <a:rect l="l" t="t" r="r" b="b"/>
              <a:pathLst>
                <a:path w="4672965" h="1174750">
                  <a:moveTo>
                    <a:pt x="4570133" y="105943"/>
                  </a:moveTo>
                  <a:lnTo>
                    <a:pt x="4386338" y="0"/>
                  </a:lnTo>
                  <a:lnTo>
                    <a:pt x="4386338" y="52832"/>
                  </a:lnTo>
                  <a:lnTo>
                    <a:pt x="4100385" y="52832"/>
                  </a:lnTo>
                  <a:lnTo>
                    <a:pt x="4100385" y="159054"/>
                  </a:lnTo>
                  <a:lnTo>
                    <a:pt x="4386338" y="159054"/>
                  </a:lnTo>
                  <a:lnTo>
                    <a:pt x="4386338" y="211874"/>
                  </a:lnTo>
                  <a:lnTo>
                    <a:pt x="4570133" y="105943"/>
                  </a:lnTo>
                  <a:close/>
                </a:path>
                <a:path w="4672965" h="1174750">
                  <a:moveTo>
                    <a:pt x="4672914" y="1069213"/>
                  </a:moveTo>
                  <a:lnTo>
                    <a:pt x="106426" y="1069213"/>
                  </a:lnTo>
                  <a:lnTo>
                    <a:pt x="106426" y="967613"/>
                  </a:lnTo>
                  <a:lnTo>
                    <a:pt x="0" y="967613"/>
                  </a:lnTo>
                  <a:lnTo>
                    <a:pt x="0" y="1069213"/>
                  </a:lnTo>
                  <a:lnTo>
                    <a:pt x="0" y="1174623"/>
                  </a:lnTo>
                  <a:lnTo>
                    <a:pt x="4672914" y="1174623"/>
                  </a:lnTo>
                  <a:lnTo>
                    <a:pt x="4672914" y="1069213"/>
                  </a:lnTo>
                  <a:close/>
                </a:path>
              </a:pathLst>
            </a:custGeom>
            <a:solidFill>
              <a:srgbClr val="A7A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5" name="object 53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0572182" y="7266771"/>
              <a:ext cx="212274" cy="443397"/>
            </a:xfrm>
            <a:prstGeom prst="rect">
              <a:avLst/>
            </a:prstGeom>
          </p:spPr>
        </p:pic>
        <p:sp>
          <p:nvSpPr>
            <p:cNvPr id="536" name="object 536"/>
            <p:cNvSpPr/>
            <p:nvPr/>
          </p:nvSpPr>
          <p:spPr>
            <a:xfrm>
              <a:off x="7632090" y="7461503"/>
              <a:ext cx="1685925" cy="301625"/>
            </a:xfrm>
            <a:custGeom>
              <a:avLst/>
              <a:gdLst/>
              <a:ahLst/>
              <a:cxnLst/>
              <a:rect l="l" t="t" r="r" b="b"/>
              <a:pathLst>
                <a:path w="1685925" h="301625">
                  <a:moveTo>
                    <a:pt x="106426" y="0"/>
                  </a:moveTo>
                  <a:lnTo>
                    <a:pt x="0" y="0"/>
                  </a:lnTo>
                  <a:lnTo>
                    <a:pt x="0" y="301586"/>
                  </a:lnTo>
                  <a:lnTo>
                    <a:pt x="106426" y="301586"/>
                  </a:lnTo>
                  <a:lnTo>
                    <a:pt x="106426" y="0"/>
                  </a:lnTo>
                  <a:close/>
                </a:path>
                <a:path w="1685925" h="301625">
                  <a:moveTo>
                    <a:pt x="1685442" y="0"/>
                  </a:moveTo>
                  <a:lnTo>
                    <a:pt x="1579016" y="0"/>
                  </a:lnTo>
                  <a:lnTo>
                    <a:pt x="1579016" y="301586"/>
                  </a:lnTo>
                  <a:lnTo>
                    <a:pt x="1685442" y="301586"/>
                  </a:lnTo>
                  <a:lnTo>
                    <a:pt x="1685442" y="0"/>
                  </a:lnTo>
                  <a:close/>
                </a:path>
              </a:pathLst>
            </a:custGeom>
            <a:solidFill>
              <a:srgbClr val="A7A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37"/>
            <p:cNvSpPr/>
            <p:nvPr/>
          </p:nvSpPr>
          <p:spPr>
            <a:xfrm>
              <a:off x="10647593" y="7207911"/>
              <a:ext cx="99695" cy="30480"/>
            </a:xfrm>
            <a:custGeom>
              <a:avLst/>
              <a:gdLst/>
              <a:ahLst/>
              <a:cxnLst/>
              <a:rect l="l" t="t" r="r" b="b"/>
              <a:pathLst>
                <a:path w="99695" h="30479">
                  <a:moveTo>
                    <a:pt x="0" y="0"/>
                  </a:moveTo>
                  <a:lnTo>
                    <a:pt x="99230" y="30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96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538"/>
            <p:cNvSpPr/>
            <p:nvPr/>
          </p:nvSpPr>
          <p:spPr>
            <a:xfrm>
              <a:off x="10654704" y="6927280"/>
              <a:ext cx="210185" cy="33020"/>
            </a:xfrm>
            <a:custGeom>
              <a:avLst/>
              <a:gdLst/>
              <a:ahLst/>
              <a:cxnLst/>
              <a:rect l="l" t="t" r="r" b="b"/>
              <a:pathLst>
                <a:path w="210184" h="33020">
                  <a:moveTo>
                    <a:pt x="210124" y="0"/>
                  </a:moveTo>
                  <a:lnTo>
                    <a:pt x="0" y="33020"/>
                  </a:lnTo>
                  <a:lnTo>
                    <a:pt x="210145" y="1270"/>
                  </a:lnTo>
                  <a:lnTo>
                    <a:pt x="210124" y="0"/>
                  </a:lnTo>
                  <a:close/>
                </a:path>
              </a:pathLst>
            </a:custGeom>
            <a:solidFill>
              <a:srgbClr val="6CA0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539"/>
            <p:cNvSpPr/>
            <p:nvPr/>
          </p:nvSpPr>
          <p:spPr>
            <a:xfrm>
              <a:off x="10709905" y="6739339"/>
              <a:ext cx="168275" cy="509270"/>
            </a:xfrm>
            <a:custGeom>
              <a:avLst/>
              <a:gdLst/>
              <a:ahLst/>
              <a:cxnLst/>
              <a:rect l="l" t="t" r="r" b="b"/>
              <a:pathLst>
                <a:path w="168275" h="509270">
                  <a:moveTo>
                    <a:pt x="36919" y="499109"/>
                  </a:moveTo>
                  <a:lnTo>
                    <a:pt x="40048" y="501650"/>
                  </a:lnTo>
                  <a:lnTo>
                    <a:pt x="41644" y="501650"/>
                  </a:lnTo>
                  <a:lnTo>
                    <a:pt x="48805" y="505459"/>
                  </a:lnTo>
                  <a:lnTo>
                    <a:pt x="55937" y="508000"/>
                  </a:lnTo>
                  <a:lnTo>
                    <a:pt x="63021" y="509269"/>
                  </a:lnTo>
                  <a:lnTo>
                    <a:pt x="70038" y="509269"/>
                  </a:lnTo>
                  <a:lnTo>
                    <a:pt x="89277" y="506730"/>
                  </a:lnTo>
                  <a:lnTo>
                    <a:pt x="59970" y="506730"/>
                  </a:lnTo>
                  <a:lnTo>
                    <a:pt x="42262" y="501650"/>
                  </a:lnTo>
                  <a:lnTo>
                    <a:pt x="36919" y="499109"/>
                  </a:lnTo>
                  <a:close/>
                </a:path>
                <a:path w="168275" h="509270">
                  <a:moveTo>
                    <a:pt x="53236" y="2539"/>
                  </a:moveTo>
                  <a:lnTo>
                    <a:pt x="39878" y="2539"/>
                  </a:lnTo>
                  <a:lnTo>
                    <a:pt x="41048" y="3936"/>
                  </a:lnTo>
                  <a:lnTo>
                    <a:pt x="50140" y="3936"/>
                  </a:lnTo>
                  <a:lnTo>
                    <a:pt x="50562" y="5079"/>
                  </a:lnTo>
                  <a:lnTo>
                    <a:pt x="54542" y="5079"/>
                  </a:lnTo>
                  <a:lnTo>
                    <a:pt x="54835" y="6171"/>
                  </a:lnTo>
                  <a:lnTo>
                    <a:pt x="54901" y="6418"/>
                  </a:lnTo>
                  <a:lnTo>
                    <a:pt x="57614" y="6418"/>
                  </a:lnTo>
                  <a:lnTo>
                    <a:pt x="58843" y="7619"/>
                  </a:lnTo>
                  <a:lnTo>
                    <a:pt x="60715" y="7619"/>
                  </a:lnTo>
                  <a:lnTo>
                    <a:pt x="62056" y="8889"/>
                  </a:lnTo>
                  <a:lnTo>
                    <a:pt x="62716" y="8889"/>
                  </a:lnTo>
                  <a:lnTo>
                    <a:pt x="64631" y="10160"/>
                  </a:lnTo>
                  <a:lnTo>
                    <a:pt x="65569" y="10160"/>
                  </a:lnTo>
                  <a:lnTo>
                    <a:pt x="65921" y="10511"/>
                  </a:lnTo>
                  <a:lnTo>
                    <a:pt x="66997" y="11496"/>
                  </a:lnTo>
                  <a:lnTo>
                    <a:pt x="69741" y="12700"/>
                  </a:lnTo>
                  <a:lnTo>
                    <a:pt x="70740" y="13969"/>
                  </a:lnTo>
                  <a:lnTo>
                    <a:pt x="72677" y="15239"/>
                  </a:lnTo>
                  <a:lnTo>
                    <a:pt x="73891" y="15239"/>
                  </a:lnTo>
                  <a:lnTo>
                    <a:pt x="74855" y="16547"/>
                  </a:lnTo>
                  <a:lnTo>
                    <a:pt x="76197" y="16547"/>
                  </a:lnTo>
                  <a:lnTo>
                    <a:pt x="78105" y="19050"/>
                  </a:lnTo>
                  <a:lnTo>
                    <a:pt x="81958" y="21589"/>
                  </a:lnTo>
                  <a:lnTo>
                    <a:pt x="82510" y="22860"/>
                  </a:lnTo>
                  <a:lnTo>
                    <a:pt x="83384" y="22860"/>
                  </a:lnTo>
                  <a:lnTo>
                    <a:pt x="85768" y="25400"/>
                  </a:lnTo>
                  <a:lnTo>
                    <a:pt x="88918" y="27939"/>
                  </a:lnTo>
                  <a:lnTo>
                    <a:pt x="90472" y="30479"/>
                  </a:lnTo>
                  <a:lnTo>
                    <a:pt x="91471" y="30479"/>
                  </a:lnTo>
                  <a:lnTo>
                    <a:pt x="93451" y="33019"/>
                  </a:lnTo>
                  <a:lnTo>
                    <a:pt x="96304" y="36829"/>
                  </a:lnTo>
                  <a:lnTo>
                    <a:pt x="97750" y="38100"/>
                  </a:lnTo>
                  <a:lnTo>
                    <a:pt x="100369" y="41910"/>
                  </a:lnTo>
                  <a:lnTo>
                    <a:pt x="101178" y="43179"/>
                  </a:lnTo>
                  <a:lnTo>
                    <a:pt x="102774" y="44450"/>
                  </a:lnTo>
                  <a:lnTo>
                    <a:pt x="103093" y="45719"/>
                  </a:lnTo>
                  <a:lnTo>
                    <a:pt x="104925" y="48260"/>
                  </a:lnTo>
                  <a:lnTo>
                    <a:pt x="105243" y="48260"/>
                  </a:lnTo>
                  <a:lnTo>
                    <a:pt x="107180" y="50800"/>
                  </a:lnTo>
                  <a:lnTo>
                    <a:pt x="108458" y="53339"/>
                  </a:lnTo>
                  <a:lnTo>
                    <a:pt x="109075" y="54610"/>
                  </a:lnTo>
                  <a:lnTo>
                    <a:pt x="109585" y="54610"/>
                  </a:lnTo>
                  <a:lnTo>
                    <a:pt x="110521" y="55879"/>
                  </a:lnTo>
                  <a:lnTo>
                    <a:pt x="112012" y="58419"/>
                  </a:lnTo>
                  <a:lnTo>
                    <a:pt x="112608" y="59689"/>
                  </a:lnTo>
                  <a:lnTo>
                    <a:pt x="113481" y="60960"/>
                  </a:lnTo>
                  <a:lnTo>
                    <a:pt x="114885" y="63500"/>
                  </a:lnTo>
                  <a:lnTo>
                    <a:pt x="115247" y="63500"/>
                  </a:lnTo>
                  <a:lnTo>
                    <a:pt x="115971" y="64769"/>
                  </a:lnTo>
                  <a:lnTo>
                    <a:pt x="116268" y="66039"/>
                  </a:lnTo>
                  <a:lnTo>
                    <a:pt x="117376" y="67310"/>
                  </a:lnTo>
                  <a:lnTo>
                    <a:pt x="119653" y="72389"/>
                  </a:lnTo>
                  <a:lnTo>
                    <a:pt x="120036" y="72389"/>
                  </a:lnTo>
                  <a:lnTo>
                    <a:pt x="120760" y="73660"/>
                  </a:lnTo>
                  <a:lnTo>
                    <a:pt x="121419" y="74929"/>
                  </a:lnTo>
                  <a:lnTo>
                    <a:pt x="121781" y="76200"/>
                  </a:lnTo>
                  <a:lnTo>
                    <a:pt x="122420" y="77469"/>
                  </a:lnTo>
                  <a:lnTo>
                    <a:pt x="122719" y="78739"/>
                  </a:lnTo>
                  <a:lnTo>
                    <a:pt x="123208" y="78739"/>
                  </a:lnTo>
                  <a:lnTo>
                    <a:pt x="123825" y="80010"/>
                  </a:lnTo>
                  <a:lnTo>
                    <a:pt x="124080" y="81279"/>
                  </a:lnTo>
                  <a:lnTo>
                    <a:pt x="124655" y="82550"/>
                  </a:lnTo>
                  <a:lnTo>
                    <a:pt x="125393" y="83926"/>
                  </a:lnTo>
                  <a:lnTo>
                    <a:pt x="125627" y="83926"/>
                  </a:lnTo>
                  <a:lnTo>
                    <a:pt x="125783" y="85089"/>
                  </a:lnTo>
                  <a:lnTo>
                    <a:pt x="126464" y="86360"/>
                  </a:lnTo>
                  <a:lnTo>
                    <a:pt x="127316" y="87629"/>
                  </a:lnTo>
                  <a:lnTo>
                    <a:pt x="128188" y="90169"/>
                  </a:lnTo>
                  <a:lnTo>
                    <a:pt x="129019" y="91439"/>
                  </a:lnTo>
                  <a:lnTo>
                    <a:pt x="129210" y="91439"/>
                  </a:lnTo>
                  <a:lnTo>
                    <a:pt x="129381" y="92710"/>
                  </a:lnTo>
                  <a:lnTo>
                    <a:pt x="129571" y="92710"/>
                  </a:lnTo>
                  <a:lnTo>
                    <a:pt x="129827" y="93979"/>
                  </a:lnTo>
                  <a:lnTo>
                    <a:pt x="130594" y="95250"/>
                  </a:lnTo>
                  <a:lnTo>
                    <a:pt x="131318" y="96519"/>
                  </a:lnTo>
                  <a:lnTo>
                    <a:pt x="131679" y="97789"/>
                  </a:lnTo>
                  <a:lnTo>
                    <a:pt x="132147" y="99060"/>
                  </a:lnTo>
                  <a:lnTo>
                    <a:pt x="132701" y="100329"/>
                  </a:lnTo>
                  <a:lnTo>
                    <a:pt x="133467" y="102869"/>
                  </a:lnTo>
                  <a:lnTo>
                    <a:pt x="134169" y="104139"/>
                  </a:lnTo>
                  <a:lnTo>
                    <a:pt x="134808" y="105409"/>
                  </a:lnTo>
                  <a:lnTo>
                    <a:pt x="135595" y="107950"/>
                  </a:lnTo>
                  <a:lnTo>
                    <a:pt x="136149" y="109219"/>
                  </a:lnTo>
                  <a:lnTo>
                    <a:pt x="136617" y="110489"/>
                  </a:lnTo>
                  <a:lnTo>
                    <a:pt x="136873" y="111759"/>
                  </a:lnTo>
                  <a:lnTo>
                    <a:pt x="138044" y="114300"/>
                  </a:lnTo>
                  <a:lnTo>
                    <a:pt x="138277" y="115569"/>
                  </a:lnTo>
                  <a:lnTo>
                    <a:pt x="138639" y="115569"/>
                  </a:lnTo>
                  <a:lnTo>
                    <a:pt x="139215" y="118109"/>
                  </a:lnTo>
                  <a:lnTo>
                    <a:pt x="140364" y="120650"/>
                  </a:lnTo>
                  <a:lnTo>
                    <a:pt x="140938" y="123189"/>
                  </a:lnTo>
                  <a:lnTo>
                    <a:pt x="142087" y="125730"/>
                  </a:lnTo>
                  <a:lnTo>
                    <a:pt x="142641" y="128269"/>
                  </a:lnTo>
                  <a:lnTo>
                    <a:pt x="142981" y="129539"/>
                  </a:lnTo>
                  <a:lnTo>
                    <a:pt x="143620" y="130809"/>
                  </a:lnTo>
                  <a:lnTo>
                    <a:pt x="144002" y="132080"/>
                  </a:lnTo>
                  <a:lnTo>
                    <a:pt x="144152" y="133350"/>
                  </a:lnTo>
                  <a:lnTo>
                    <a:pt x="144578" y="134619"/>
                  </a:lnTo>
                  <a:lnTo>
                    <a:pt x="145153" y="135889"/>
                  </a:lnTo>
                  <a:lnTo>
                    <a:pt x="145323" y="137159"/>
                  </a:lnTo>
                  <a:lnTo>
                    <a:pt x="146004" y="138430"/>
                  </a:lnTo>
                  <a:lnTo>
                    <a:pt x="146111" y="139700"/>
                  </a:lnTo>
                  <a:lnTo>
                    <a:pt x="146643" y="140969"/>
                  </a:lnTo>
                  <a:lnTo>
                    <a:pt x="147068" y="142239"/>
                  </a:lnTo>
                  <a:lnTo>
                    <a:pt x="147452" y="144780"/>
                  </a:lnTo>
                  <a:lnTo>
                    <a:pt x="147856" y="146050"/>
                  </a:lnTo>
                  <a:lnTo>
                    <a:pt x="147984" y="146050"/>
                  </a:lnTo>
                  <a:lnTo>
                    <a:pt x="148431" y="147319"/>
                  </a:lnTo>
                  <a:lnTo>
                    <a:pt x="148792" y="148589"/>
                  </a:lnTo>
                  <a:lnTo>
                    <a:pt x="148983" y="149859"/>
                  </a:lnTo>
                  <a:lnTo>
                    <a:pt x="149580" y="152400"/>
                  </a:lnTo>
                  <a:lnTo>
                    <a:pt x="149856" y="152400"/>
                  </a:lnTo>
                  <a:lnTo>
                    <a:pt x="150112" y="153669"/>
                  </a:lnTo>
                  <a:lnTo>
                    <a:pt x="150239" y="154939"/>
                  </a:lnTo>
                  <a:lnTo>
                    <a:pt x="150516" y="156209"/>
                  </a:lnTo>
                  <a:lnTo>
                    <a:pt x="151666" y="160019"/>
                  </a:lnTo>
                  <a:lnTo>
                    <a:pt x="152049" y="162559"/>
                  </a:lnTo>
                  <a:lnTo>
                    <a:pt x="153199" y="166369"/>
                  </a:lnTo>
                  <a:lnTo>
                    <a:pt x="153581" y="168909"/>
                  </a:lnTo>
                  <a:lnTo>
                    <a:pt x="153964" y="170180"/>
                  </a:lnTo>
                  <a:lnTo>
                    <a:pt x="154123" y="171537"/>
                  </a:lnTo>
                  <a:lnTo>
                    <a:pt x="154318" y="171537"/>
                  </a:lnTo>
                  <a:lnTo>
                    <a:pt x="154688" y="173989"/>
                  </a:lnTo>
                  <a:lnTo>
                    <a:pt x="154922" y="175259"/>
                  </a:lnTo>
                  <a:lnTo>
                    <a:pt x="155305" y="176530"/>
                  </a:lnTo>
                  <a:lnTo>
                    <a:pt x="155689" y="179069"/>
                  </a:lnTo>
                  <a:lnTo>
                    <a:pt x="155838" y="179069"/>
                  </a:lnTo>
                  <a:lnTo>
                    <a:pt x="156029" y="180339"/>
                  </a:lnTo>
                  <a:lnTo>
                    <a:pt x="156263" y="181609"/>
                  </a:lnTo>
                  <a:lnTo>
                    <a:pt x="156647" y="182880"/>
                  </a:lnTo>
                  <a:lnTo>
                    <a:pt x="156795" y="184150"/>
                  </a:lnTo>
                  <a:lnTo>
                    <a:pt x="154326" y="185419"/>
                  </a:lnTo>
                  <a:lnTo>
                    <a:pt x="156987" y="185419"/>
                  </a:lnTo>
                  <a:lnTo>
                    <a:pt x="157487" y="188025"/>
                  </a:lnTo>
                  <a:lnTo>
                    <a:pt x="157635" y="188025"/>
                  </a:lnTo>
                  <a:lnTo>
                    <a:pt x="157796" y="189230"/>
                  </a:lnTo>
                  <a:lnTo>
                    <a:pt x="158370" y="193039"/>
                  </a:lnTo>
                  <a:lnTo>
                    <a:pt x="158754" y="194309"/>
                  </a:lnTo>
                  <a:lnTo>
                    <a:pt x="158849" y="195580"/>
                  </a:lnTo>
                  <a:lnTo>
                    <a:pt x="158945" y="196850"/>
                  </a:lnTo>
                  <a:lnTo>
                    <a:pt x="159307" y="198119"/>
                  </a:lnTo>
                  <a:lnTo>
                    <a:pt x="159519" y="199389"/>
                  </a:lnTo>
                  <a:lnTo>
                    <a:pt x="159698" y="200726"/>
                  </a:lnTo>
                  <a:lnTo>
                    <a:pt x="159843" y="200726"/>
                  </a:lnTo>
                  <a:lnTo>
                    <a:pt x="159903" y="201930"/>
                  </a:lnTo>
                  <a:lnTo>
                    <a:pt x="160286" y="204469"/>
                  </a:lnTo>
                  <a:lnTo>
                    <a:pt x="160627" y="205739"/>
                  </a:lnTo>
                  <a:lnTo>
                    <a:pt x="160690" y="207009"/>
                  </a:lnTo>
                  <a:lnTo>
                    <a:pt x="160860" y="208280"/>
                  </a:lnTo>
                  <a:lnTo>
                    <a:pt x="161244" y="210819"/>
                  </a:lnTo>
                  <a:lnTo>
                    <a:pt x="161499" y="212089"/>
                  </a:lnTo>
                  <a:lnTo>
                    <a:pt x="161584" y="213359"/>
                  </a:lnTo>
                  <a:lnTo>
                    <a:pt x="162010" y="215900"/>
                  </a:lnTo>
                  <a:lnTo>
                    <a:pt x="162106" y="217169"/>
                  </a:lnTo>
                  <a:lnTo>
                    <a:pt x="162202" y="218439"/>
                  </a:lnTo>
                  <a:lnTo>
                    <a:pt x="162585" y="220980"/>
                  </a:lnTo>
                  <a:lnTo>
                    <a:pt x="162681" y="222250"/>
                  </a:lnTo>
                  <a:lnTo>
                    <a:pt x="162777" y="223519"/>
                  </a:lnTo>
                  <a:lnTo>
                    <a:pt x="162967" y="224789"/>
                  </a:lnTo>
                  <a:lnTo>
                    <a:pt x="163266" y="226059"/>
                  </a:lnTo>
                  <a:lnTo>
                    <a:pt x="163351" y="228600"/>
                  </a:lnTo>
                  <a:lnTo>
                    <a:pt x="163543" y="229869"/>
                  </a:lnTo>
                  <a:lnTo>
                    <a:pt x="163639" y="231139"/>
                  </a:lnTo>
                  <a:lnTo>
                    <a:pt x="163734" y="232409"/>
                  </a:lnTo>
                  <a:lnTo>
                    <a:pt x="164117" y="234950"/>
                  </a:lnTo>
                  <a:lnTo>
                    <a:pt x="164213" y="236219"/>
                  </a:lnTo>
                  <a:lnTo>
                    <a:pt x="164309" y="237489"/>
                  </a:lnTo>
                  <a:lnTo>
                    <a:pt x="164500" y="238759"/>
                  </a:lnTo>
                  <a:lnTo>
                    <a:pt x="164649" y="240030"/>
                  </a:lnTo>
                  <a:lnTo>
                    <a:pt x="164670" y="241300"/>
                  </a:lnTo>
                  <a:lnTo>
                    <a:pt x="164841" y="242569"/>
                  </a:lnTo>
                  <a:lnTo>
                    <a:pt x="164884" y="243839"/>
                  </a:lnTo>
                  <a:lnTo>
                    <a:pt x="164980" y="245109"/>
                  </a:lnTo>
                  <a:lnTo>
                    <a:pt x="165076" y="246380"/>
                  </a:lnTo>
                  <a:lnTo>
                    <a:pt x="165266" y="247650"/>
                  </a:lnTo>
                  <a:lnTo>
                    <a:pt x="165266" y="250189"/>
                  </a:lnTo>
                  <a:lnTo>
                    <a:pt x="165394" y="250189"/>
                  </a:lnTo>
                  <a:lnTo>
                    <a:pt x="165458" y="251459"/>
                  </a:lnTo>
                  <a:lnTo>
                    <a:pt x="165554" y="252730"/>
                  </a:lnTo>
                  <a:lnTo>
                    <a:pt x="165650" y="254000"/>
                  </a:lnTo>
                  <a:lnTo>
                    <a:pt x="165746" y="256539"/>
                  </a:lnTo>
                  <a:lnTo>
                    <a:pt x="165841" y="257809"/>
                  </a:lnTo>
                  <a:lnTo>
                    <a:pt x="165990" y="259080"/>
                  </a:lnTo>
                  <a:lnTo>
                    <a:pt x="166033" y="261619"/>
                  </a:lnTo>
                  <a:lnTo>
                    <a:pt x="166182" y="262889"/>
                  </a:lnTo>
                  <a:lnTo>
                    <a:pt x="166203" y="264159"/>
                  </a:lnTo>
                  <a:lnTo>
                    <a:pt x="166321" y="267969"/>
                  </a:lnTo>
                  <a:lnTo>
                    <a:pt x="166417" y="311150"/>
                  </a:lnTo>
                  <a:lnTo>
                    <a:pt x="166225" y="312419"/>
                  </a:lnTo>
                  <a:lnTo>
                    <a:pt x="166129" y="316230"/>
                  </a:lnTo>
                  <a:lnTo>
                    <a:pt x="166033" y="317500"/>
                  </a:lnTo>
                  <a:lnTo>
                    <a:pt x="165969" y="318769"/>
                  </a:lnTo>
                  <a:lnTo>
                    <a:pt x="165905" y="320039"/>
                  </a:lnTo>
                  <a:lnTo>
                    <a:pt x="165841" y="321309"/>
                  </a:lnTo>
                  <a:lnTo>
                    <a:pt x="165266" y="328930"/>
                  </a:lnTo>
                  <a:lnTo>
                    <a:pt x="165171" y="330200"/>
                  </a:lnTo>
                  <a:lnTo>
                    <a:pt x="165076" y="331469"/>
                  </a:lnTo>
                  <a:lnTo>
                    <a:pt x="164980" y="332739"/>
                  </a:lnTo>
                  <a:lnTo>
                    <a:pt x="164884" y="334009"/>
                  </a:lnTo>
                  <a:lnTo>
                    <a:pt x="164692" y="337819"/>
                  </a:lnTo>
                  <a:lnTo>
                    <a:pt x="164309" y="340359"/>
                  </a:lnTo>
                  <a:lnTo>
                    <a:pt x="164167" y="342900"/>
                  </a:lnTo>
                  <a:lnTo>
                    <a:pt x="164096" y="344169"/>
                  </a:lnTo>
                  <a:lnTo>
                    <a:pt x="163734" y="346709"/>
                  </a:lnTo>
                  <a:lnTo>
                    <a:pt x="163351" y="350519"/>
                  </a:lnTo>
                  <a:lnTo>
                    <a:pt x="162967" y="353059"/>
                  </a:lnTo>
                  <a:lnTo>
                    <a:pt x="162564" y="356869"/>
                  </a:lnTo>
                  <a:lnTo>
                    <a:pt x="161436" y="364489"/>
                  </a:lnTo>
                  <a:lnTo>
                    <a:pt x="161116" y="367030"/>
                  </a:lnTo>
                  <a:lnTo>
                    <a:pt x="160819" y="368300"/>
                  </a:lnTo>
                  <a:lnTo>
                    <a:pt x="160754" y="369569"/>
                  </a:lnTo>
                  <a:lnTo>
                    <a:pt x="160095" y="372109"/>
                  </a:lnTo>
                  <a:lnTo>
                    <a:pt x="159137" y="377189"/>
                  </a:lnTo>
                  <a:lnTo>
                    <a:pt x="158178" y="383539"/>
                  </a:lnTo>
                  <a:lnTo>
                    <a:pt x="157200" y="388619"/>
                  </a:lnTo>
                  <a:lnTo>
                    <a:pt x="154922" y="398780"/>
                  </a:lnTo>
                  <a:lnTo>
                    <a:pt x="153454" y="403859"/>
                  </a:lnTo>
                  <a:lnTo>
                    <a:pt x="151694" y="410209"/>
                  </a:lnTo>
                  <a:lnTo>
                    <a:pt x="133755" y="455930"/>
                  </a:lnTo>
                  <a:lnTo>
                    <a:pt x="104939" y="494030"/>
                  </a:lnTo>
                  <a:lnTo>
                    <a:pt x="88279" y="504189"/>
                  </a:lnTo>
                  <a:lnTo>
                    <a:pt x="86193" y="504189"/>
                  </a:lnTo>
                  <a:lnTo>
                    <a:pt x="80936" y="506730"/>
                  </a:lnTo>
                  <a:lnTo>
                    <a:pt x="89277" y="506730"/>
                  </a:lnTo>
                  <a:lnTo>
                    <a:pt x="107063" y="495300"/>
                  </a:lnTo>
                  <a:lnTo>
                    <a:pt x="137191" y="455930"/>
                  </a:lnTo>
                  <a:lnTo>
                    <a:pt x="158482" y="394969"/>
                  </a:lnTo>
                  <a:lnTo>
                    <a:pt x="165166" y="356869"/>
                  </a:lnTo>
                  <a:lnTo>
                    <a:pt x="168046" y="323850"/>
                  </a:lnTo>
                  <a:lnTo>
                    <a:pt x="167930" y="254000"/>
                  </a:lnTo>
                  <a:lnTo>
                    <a:pt x="167824" y="251459"/>
                  </a:lnTo>
                  <a:lnTo>
                    <a:pt x="167718" y="248919"/>
                  </a:lnTo>
                  <a:lnTo>
                    <a:pt x="167611" y="246380"/>
                  </a:lnTo>
                  <a:lnTo>
                    <a:pt x="161771" y="196850"/>
                  </a:lnTo>
                  <a:lnTo>
                    <a:pt x="152697" y="153669"/>
                  </a:lnTo>
                  <a:lnTo>
                    <a:pt x="140554" y="113030"/>
                  </a:lnTo>
                  <a:lnTo>
                    <a:pt x="125656" y="77469"/>
                  </a:lnTo>
                  <a:lnTo>
                    <a:pt x="88778" y="24129"/>
                  </a:lnTo>
                  <a:lnTo>
                    <a:pt x="67270" y="7619"/>
                  </a:lnTo>
                  <a:lnTo>
                    <a:pt x="53236" y="2539"/>
                  </a:lnTo>
                  <a:close/>
                </a:path>
                <a:path w="168275" h="509270">
                  <a:moveTo>
                    <a:pt x="159698" y="200726"/>
                  </a:moveTo>
                  <a:lnTo>
                    <a:pt x="159556" y="200726"/>
                  </a:lnTo>
                  <a:lnTo>
                    <a:pt x="157157" y="201930"/>
                  </a:lnTo>
                  <a:lnTo>
                    <a:pt x="159698" y="200726"/>
                  </a:lnTo>
                  <a:close/>
                </a:path>
                <a:path w="168275" h="509270">
                  <a:moveTo>
                    <a:pt x="157487" y="188025"/>
                  </a:moveTo>
                  <a:lnTo>
                    <a:pt x="154923" y="188025"/>
                  </a:lnTo>
                  <a:lnTo>
                    <a:pt x="154944" y="189230"/>
                  </a:lnTo>
                  <a:lnTo>
                    <a:pt x="157487" y="188025"/>
                  </a:lnTo>
                  <a:close/>
                </a:path>
                <a:path w="168275" h="509270">
                  <a:moveTo>
                    <a:pt x="154123" y="171537"/>
                  </a:moveTo>
                  <a:lnTo>
                    <a:pt x="153945" y="171537"/>
                  </a:lnTo>
                  <a:lnTo>
                    <a:pt x="151666" y="172719"/>
                  </a:lnTo>
                  <a:lnTo>
                    <a:pt x="154123" y="171537"/>
                  </a:lnTo>
                  <a:close/>
                </a:path>
                <a:path w="168275" h="509270">
                  <a:moveTo>
                    <a:pt x="125393" y="83926"/>
                  </a:moveTo>
                  <a:lnTo>
                    <a:pt x="125140" y="83926"/>
                  </a:lnTo>
                  <a:lnTo>
                    <a:pt x="122995" y="85089"/>
                  </a:lnTo>
                  <a:lnTo>
                    <a:pt x="125393" y="83926"/>
                  </a:lnTo>
                  <a:close/>
                </a:path>
                <a:path w="168275" h="509270">
                  <a:moveTo>
                    <a:pt x="39409" y="0"/>
                  </a:moveTo>
                  <a:lnTo>
                    <a:pt x="38430" y="0"/>
                  </a:lnTo>
                  <a:lnTo>
                    <a:pt x="28255" y="1269"/>
                  </a:lnTo>
                  <a:lnTo>
                    <a:pt x="18443" y="5079"/>
                  </a:lnTo>
                  <a:lnTo>
                    <a:pt x="9031" y="10160"/>
                  </a:lnTo>
                  <a:lnTo>
                    <a:pt x="0" y="16547"/>
                  </a:lnTo>
                  <a:lnTo>
                    <a:pt x="18593" y="7619"/>
                  </a:lnTo>
                  <a:lnTo>
                    <a:pt x="20123" y="6418"/>
                  </a:lnTo>
                  <a:lnTo>
                    <a:pt x="22614" y="6418"/>
                  </a:lnTo>
                  <a:lnTo>
                    <a:pt x="23168" y="6171"/>
                  </a:lnTo>
                  <a:lnTo>
                    <a:pt x="23424" y="5079"/>
                  </a:lnTo>
                  <a:lnTo>
                    <a:pt x="26117" y="5079"/>
                  </a:lnTo>
                  <a:lnTo>
                    <a:pt x="28406" y="3936"/>
                  </a:lnTo>
                  <a:lnTo>
                    <a:pt x="36322" y="3936"/>
                  </a:lnTo>
                  <a:lnTo>
                    <a:pt x="38749" y="2539"/>
                  </a:lnTo>
                  <a:lnTo>
                    <a:pt x="53236" y="2539"/>
                  </a:lnTo>
                  <a:lnTo>
                    <a:pt x="39409" y="0"/>
                  </a:lnTo>
                  <a:close/>
                </a:path>
                <a:path w="168275" h="509270">
                  <a:moveTo>
                    <a:pt x="16603" y="10511"/>
                  </a:moveTo>
                  <a:lnTo>
                    <a:pt x="14400" y="11496"/>
                  </a:lnTo>
                  <a:lnTo>
                    <a:pt x="3504" y="16547"/>
                  </a:lnTo>
                  <a:lnTo>
                    <a:pt x="3997" y="16547"/>
                  </a:lnTo>
                  <a:lnTo>
                    <a:pt x="16603" y="10511"/>
                  </a:lnTo>
                  <a:close/>
                </a:path>
                <a:path w="168275" h="509270">
                  <a:moveTo>
                    <a:pt x="18955" y="9384"/>
                  </a:moveTo>
                  <a:lnTo>
                    <a:pt x="18533" y="9523"/>
                  </a:lnTo>
                  <a:lnTo>
                    <a:pt x="17297" y="10160"/>
                  </a:lnTo>
                  <a:lnTo>
                    <a:pt x="18955" y="9384"/>
                  </a:lnTo>
                  <a:close/>
                </a:path>
                <a:path w="168275" h="509270">
                  <a:moveTo>
                    <a:pt x="24066" y="7791"/>
                  </a:moveTo>
                  <a:lnTo>
                    <a:pt x="21350" y="8889"/>
                  </a:lnTo>
                  <a:lnTo>
                    <a:pt x="18703" y="10160"/>
                  </a:lnTo>
                  <a:lnTo>
                    <a:pt x="20271" y="9523"/>
                  </a:lnTo>
                  <a:lnTo>
                    <a:pt x="24066" y="7791"/>
                  </a:lnTo>
                  <a:close/>
                </a:path>
                <a:path w="168275" h="509270">
                  <a:moveTo>
                    <a:pt x="30586" y="5079"/>
                  </a:moveTo>
                  <a:lnTo>
                    <a:pt x="27847" y="6171"/>
                  </a:lnTo>
                  <a:lnTo>
                    <a:pt x="25286" y="7234"/>
                  </a:lnTo>
                  <a:lnTo>
                    <a:pt x="21660" y="8889"/>
                  </a:lnTo>
                  <a:lnTo>
                    <a:pt x="24291" y="7791"/>
                  </a:lnTo>
                  <a:lnTo>
                    <a:pt x="30586" y="5079"/>
                  </a:lnTo>
                  <a:close/>
                </a:path>
                <a:path w="168275" h="509270">
                  <a:moveTo>
                    <a:pt x="30707" y="3936"/>
                  </a:moveTo>
                  <a:lnTo>
                    <a:pt x="30332" y="3936"/>
                  </a:lnTo>
                  <a:lnTo>
                    <a:pt x="22641" y="7619"/>
                  </a:lnTo>
                  <a:lnTo>
                    <a:pt x="23593" y="7234"/>
                  </a:lnTo>
                  <a:lnTo>
                    <a:pt x="30707" y="3936"/>
                  </a:lnTo>
                  <a:close/>
                </a:path>
                <a:path w="168275" h="509270">
                  <a:moveTo>
                    <a:pt x="23168" y="6171"/>
                  </a:moveTo>
                  <a:lnTo>
                    <a:pt x="22614" y="6418"/>
                  </a:lnTo>
                  <a:lnTo>
                    <a:pt x="23110" y="6418"/>
                  </a:lnTo>
                  <a:lnTo>
                    <a:pt x="23168" y="6171"/>
                  </a:lnTo>
                  <a:close/>
                </a:path>
                <a:path w="168275" h="509270">
                  <a:moveTo>
                    <a:pt x="34266" y="5079"/>
                  </a:moveTo>
                  <a:lnTo>
                    <a:pt x="30987" y="6171"/>
                  </a:lnTo>
                  <a:lnTo>
                    <a:pt x="30466" y="6418"/>
                  </a:lnTo>
                  <a:lnTo>
                    <a:pt x="34266" y="5079"/>
                  </a:lnTo>
                  <a:close/>
                </a:path>
                <a:path w="168275" h="509270">
                  <a:moveTo>
                    <a:pt x="28480" y="3936"/>
                  </a:moveTo>
                  <a:lnTo>
                    <a:pt x="27340" y="4469"/>
                  </a:lnTo>
                  <a:lnTo>
                    <a:pt x="26117" y="5079"/>
                  </a:lnTo>
                  <a:lnTo>
                    <a:pt x="26851" y="5079"/>
                  </a:lnTo>
                  <a:lnTo>
                    <a:pt x="28480" y="3936"/>
                  </a:lnTo>
                  <a:close/>
                </a:path>
                <a:path w="168275" h="509270">
                  <a:moveTo>
                    <a:pt x="38749" y="2539"/>
                  </a:moveTo>
                  <a:lnTo>
                    <a:pt x="36322" y="3936"/>
                  </a:lnTo>
                  <a:lnTo>
                    <a:pt x="37688" y="3936"/>
                  </a:lnTo>
                  <a:lnTo>
                    <a:pt x="38749" y="2539"/>
                  </a:lnTo>
                  <a:close/>
                </a:path>
              </a:pathLst>
            </a:custGeom>
            <a:solidFill>
              <a:srgbClr val="7E80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0" name="object 540"/>
            <p:cNvSpPr/>
            <p:nvPr/>
          </p:nvSpPr>
          <p:spPr>
            <a:xfrm>
              <a:off x="10505304" y="7117812"/>
              <a:ext cx="357505" cy="127000"/>
            </a:xfrm>
            <a:custGeom>
              <a:avLst/>
              <a:gdLst/>
              <a:ahLst/>
              <a:cxnLst/>
              <a:rect l="l" t="t" r="r" b="b"/>
              <a:pathLst>
                <a:path w="357504" h="127000">
                  <a:moveTo>
                    <a:pt x="34567" y="18948"/>
                  </a:moveTo>
                  <a:lnTo>
                    <a:pt x="27169" y="29883"/>
                  </a:lnTo>
                  <a:lnTo>
                    <a:pt x="18904" y="38330"/>
                  </a:lnTo>
                  <a:lnTo>
                    <a:pt x="9828" y="44034"/>
                  </a:lnTo>
                  <a:lnTo>
                    <a:pt x="0" y="46738"/>
                  </a:lnTo>
                  <a:lnTo>
                    <a:pt x="259420" y="125804"/>
                  </a:lnTo>
                  <a:lnTo>
                    <a:pt x="311128" y="113036"/>
                  </a:lnTo>
                  <a:lnTo>
                    <a:pt x="335515" y="81859"/>
                  </a:lnTo>
                  <a:lnTo>
                    <a:pt x="348607" y="52663"/>
                  </a:lnTo>
                  <a:lnTo>
                    <a:pt x="190522" y="52663"/>
                  </a:lnTo>
                  <a:lnTo>
                    <a:pt x="34567" y="18948"/>
                  </a:lnTo>
                  <a:close/>
                </a:path>
                <a:path w="357504" h="127000">
                  <a:moveTo>
                    <a:pt x="169769" y="0"/>
                  </a:moveTo>
                  <a:lnTo>
                    <a:pt x="170641" y="2760"/>
                  </a:lnTo>
                  <a:lnTo>
                    <a:pt x="173110" y="10218"/>
                  </a:lnTo>
                  <a:lnTo>
                    <a:pt x="174089" y="13276"/>
                  </a:lnTo>
                  <a:lnTo>
                    <a:pt x="174920" y="15422"/>
                  </a:lnTo>
                  <a:lnTo>
                    <a:pt x="175600" y="17334"/>
                  </a:lnTo>
                  <a:lnTo>
                    <a:pt x="175962" y="18268"/>
                  </a:lnTo>
                  <a:lnTo>
                    <a:pt x="176580" y="20159"/>
                  </a:lnTo>
                  <a:lnTo>
                    <a:pt x="177921" y="23792"/>
                  </a:lnTo>
                  <a:lnTo>
                    <a:pt x="178495" y="25088"/>
                  </a:lnTo>
                  <a:lnTo>
                    <a:pt x="179389" y="27425"/>
                  </a:lnTo>
                  <a:lnTo>
                    <a:pt x="182135" y="34307"/>
                  </a:lnTo>
                  <a:lnTo>
                    <a:pt x="185179" y="41254"/>
                  </a:lnTo>
                  <a:lnTo>
                    <a:pt x="185966" y="42975"/>
                  </a:lnTo>
                  <a:lnTo>
                    <a:pt x="186947" y="45445"/>
                  </a:lnTo>
                  <a:lnTo>
                    <a:pt x="188648" y="49029"/>
                  </a:lnTo>
                  <a:lnTo>
                    <a:pt x="190010" y="51621"/>
                  </a:lnTo>
                  <a:lnTo>
                    <a:pt x="190522" y="52663"/>
                  </a:lnTo>
                  <a:lnTo>
                    <a:pt x="348607" y="52663"/>
                  </a:lnTo>
                  <a:lnTo>
                    <a:pt x="351843" y="45445"/>
                  </a:lnTo>
                  <a:lnTo>
                    <a:pt x="356957" y="25088"/>
                  </a:lnTo>
                  <a:lnTo>
                    <a:pt x="357072" y="24627"/>
                  </a:lnTo>
                  <a:lnTo>
                    <a:pt x="169769" y="0"/>
                  </a:lnTo>
                  <a:close/>
                </a:path>
              </a:pathLst>
            </a:custGeom>
            <a:solidFill>
              <a:srgbClr val="5E8E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1" name="object 541"/>
          <p:cNvSpPr txBox="1"/>
          <p:nvPr/>
        </p:nvSpPr>
        <p:spPr>
          <a:xfrm rot="2160000">
            <a:off x="11413537" y="7518322"/>
            <a:ext cx="479999" cy="102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0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136</a:t>
            </a:r>
            <a:r>
              <a:rPr sz="800" spc="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800" spc="4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320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542" name="object 542"/>
          <p:cNvSpPr txBox="1"/>
          <p:nvPr/>
        </p:nvSpPr>
        <p:spPr>
          <a:xfrm>
            <a:off x="10510947" y="6896032"/>
            <a:ext cx="91821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200" baseline="10416" dirty="0">
                <a:solidFill>
                  <a:srgbClr val="231F20"/>
                </a:solidFill>
                <a:latin typeface="Microsoft Sans Serif"/>
                <a:cs typeface="Microsoft Sans Serif"/>
              </a:rPr>
              <a:t>refine-</a:t>
            </a:r>
            <a:r>
              <a:rPr sz="1200" spc="705" baseline="10416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prediction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543" name="object 543"/>
          <p:cNvSpPr txBox="1"/>
          <p:nvPr/>
        </p:nvSpPr>
        <p:spPr>
          <a:xfrm>
            <a:off x="10568913" y="7007179"/>
            <a:ext cx="26225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ment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544" name="object 544"/>
          <p:cNvGrpSpPr/>
          <p:nvPr/>
        </p:nvGrpSpPr>
        <p:grpSpPr>
          <a:xfrm>
            <a:off x="998227" y="5519483"/>
            <a:ext cx="8638540" cy="3021965"/>
            <a:chOff x="998227" y="5519483"/>
            <a:chExt cx="8638540" cy="3021965"/>
          </a:xfrm>
        </p:grpSpPr>
        <p:sp>
          <p:nvSpPr>
            <p:cNvPr id="545" name="object 545"/>
            <p:cNvSpPr/>
            <p:nvPr/>
          </p:nvSpPr>
          <p:spPr>
            <a:xfrm>
              <a:off x="3417748" y="6041212"/>
              <a:ext cx="12700" cy="10795"/>
            </a:xfrm>
            <a:custGeom>
              <a:avLst/>
              <a:gdLst/>
              <a:ahLst/>
              <a:cxnLst/>
              <a:rect l="l" t="t" r="r" b="b"/>
              <a:pathLst>
                <a:path w="12700" h="10795">
                  <a:moveTo>
                    <a:pt x="12293" y="4953"/>
                  </a:moveTo>
                  <a:lnTo>
                    <a:pt x="10998" y="2806"/>
                  </a:lnTo>
                  <a:lnTo>
                    <a:pt x="10909" y="2616"/>
                  </a:lnTo>
                  <a:lnTo>
                    <a:pt x="10807" y="0"/>
                  </a:lnTo>
                  <a:lnTo>
                    <a:pt x="190" y="482"/>
                  </a:lnTo>
                  <a:lnTo>
                    <a:pt x="241" y="1765"/>
                  </a:lnTo>
                  <a:lnTo>
                    <a:pt x="0" y="1803"/>
                  </a:lnTo>
                  <a:lnTo>
                    <a:pt x="330" y="3784"/>
                  </a:lnTo>
                  <a:lnTo>
                    <a:pt x="342" y="4152"/>
                  </a:lnTo>
                  <a:lnTo>
                    <a:pt x="76" y="4254"/>
                  </a:lnTo>
                  <a:lnTo>
                    <a:pt x="381" y="5003"/>
                  </a:lnTo>
                  <a:lnTo>
                    <a:pt x="419" y="5803"/>
                  </a:lnTo>
                  <a:lnTo>
                    <a:pt x="774" y="6388"/>
                  </a:lnTo>
                  <a:lnTo>
                    <a:pt x="889" y="7048"/>
                  </a:lnTo>
                  <a:lnTo>
                    <a:pt x="1143" y="7010"/>
                  </a:lnTo>
                  <a:lnTo>
                    <a:pt x="1358" y="7391"/>
                  </a:lnTo>
                  <a:lnTo>
                    <a:pt x="2095" y="9156"/>
                  </a:lnTo>
                  <a:lnTo>
                    <a:pt x="2349" y="9055"/>
                  </a:lnTo>
                  <a:lnTo>
                    <a:pt x="3124" y="10350"/>
                  </a:lnTo>
                  <a:lnTo>
                    <a:pt x="12293" y="4953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6" name="object 546"/>
            <p:cNvSpPr/>
            <p:nvPr/>
          </p:nvSpPr>
          <p:spPr>
            <a:xfrm>
              <a:off x="2497632" y="5762904"/>
              <a:ext cx="787400" cy="974725"/>
            </a:xfrm>
            <a:custGeom>
              <a:avLst/>
              <a:gdLst/>
              <a:ahLst/>
              <a:cxnLst/>
              <a:rect l="l" t="t" r="r" b="b"/>
              <a:pathLst>
                <a:path w="787400" h="974725">
                  <a:moveTo>
                    <a:pt x="4330" y="747687"/>
                  </a:moveTo>
                  <a:lnTo>
                    <a:pt x="0" y="748131"/>
                  </a:lnTo>
                  <a:lnTo>
                    <a:pt x="4330" y="751382"/>
                  </a:lnTo>
                  <a:lnTo>
                    <a:pt x="4330" y="747687"/>
                  </a:lnTo>
                  <a:close/>
                </a:path>
                <a:path w="787400" h="974725">
                  <a:moveTo>
                    <a:pt x="6223" y="752805"/>
                  </a:moveTo>
                  <a:lnTo>
                    <a:pt x="4330" y="751382"/>
                  </a:lnTo>
                  <a:lnTo>
                    <a:pt x="4330" y="752805"/>
                  </a:lnTo>
                  <a:lnTo>
                    <a:pt x="6223" y="752805"/>
                  </a:lnTo>
                  <a:close/>
                </a:path>
                <a:path w="787400" h="974725">
                  <a:moveTo>
                    <a:pt x="428066" y="0"/>
                  </a:moveTo>
                  <a:lnTo>
                    <a:pt x="426173" y="0"/>
                  </a:lnTo>
                  <a:lnTo>
                    <a:pt x="428066" y="1435"/>
                  </a:lnTo>
                  <a:lnTo>
                    <a:pt x="428066" y="0"/>
                  </a:lnTo>
                  <a:close/>
                </a:path>
                <a:path w="787400" h="974725">
                  <a:moveTo>
                    <a:pt x="786866" y="974204"/>
                  </a:moveTo>
                  <a:lnTo>
                    <a:pt x="782523" y="970940"/>
                  </a:lnTo>
                  <a:lnTo>
                    <a:pt x="782523" y="974674"/>
                  </a:lnTo>
                  <a:lnTo>
                    <a:pt x="786866" y="974204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7" name="object 547"/>
            <p:cNvSpPr/>
            <p:nvPr/>
          </p:nvSpPr>
          <p:spPr>
            <a:xfrm>
              <a:off x="2501963" y="6510583"/>
              <a:ext cx="1905" cy="5715"/>
            </a:xfrm>
            <a:custGeom>
              <a:avLst/>
              <a:gdLst/>
              <a:ahLst/>
              <a:cxnLst/>
              <a:rect l="l" t="t" r="r" b="b"/>
              <a:pathLst>
                <a:path w="1905" h="5715">
                  <a:moveTo>
                    <a:pt x="0" y="0"/>
                  </a:moveTo>
                  <a:lnTo>
                    <a:pt x="0" y="3696"/>
                  </a:lnTo>
                  <a:lnTo>
                    <a:pt x="1894" y="5120"/>
                  </a:lnTo>
                  <a:lnTo>
                    <a:pt x="0" y="3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8" name="object 548"/>
            <p:cNvSpPr/>
            <p:nvPr/>
          </p:nvSpPr>
          <p:spPr>
            <a:xfrm>
              <a:off x="3276734" y="6737934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426" y="0"/>
                  </a:moveTo>
                  <a:lnTo>
                    <a:pt x="0" y="0"/>
                  </a:lnTo>
                  <a:lnTo>
                    <a:pt x="3426" y="2570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9" name="object 549"/>
            <p:cNvSpPr/>
            <p:nvPr/>
          </p:nvSpPr>
          <p:spPr>
            <a:xfrm>
              <a:off x="2927066" y="5765358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4">
                  <a:moveTo>
                    <a:pt x="0" y="0"/>
                  </a:moveTo>
                  <a:lnTo>
                    <a:pt x="2383" y="17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74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0" name="object 550"/>
            <p:cNvSpPr/>
            <p:nvPr/>
          </p:nvSpPr>
          <p:spPr>
            <a:xfrm>
              <a:off x="2920382" y="5760322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0"/>
                  </a:moveTo>
                  <a:lnTo>
                    <a:pt x="0" y="2932"/>
                  </a:lnTo>
                  <a:lnTo>
                    <a:pt x="2383" y="2698"/>
                  </a:lnTo>
                  <a:lnTo>
                    <a:pt x="3426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551"/>
            <p:cNvSpPr/>
            <p:nvPr/>
          </p:nvSpPr>
          <p:spPr>
            <a:xfrm>
              <a:off x="3280161" y="6733833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h="1904">
                  <a:moveTo>
                    <a:pt x="0" y="0"/>
                  </a:moveTo>
                  <a:lnTo>
                    <a:pt x="0" y="13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552"/>
            <p:cNvSpPr/>
            <p:nvPr/>
          </p:nvSpPr>
          <p:spPr>
            <a:xfrm>
              <a:off x="2507008" y="5815152"/>
              <a:ext cx="349250" cy="695325"/>
            </a:xfrm>
            <a:custGeom>
              <a:avLst/>
              <a:gdLst/>
              <a:ahLst/>
              <a:cxnLst/>
              <a:rect l="l" t="t" r="r" b="b"/>
              <a:pathLst>
                <a:path w="349250" h="695325">
                  <a:moveTo>
                    <a:pt x="0" y="0"/>
                  </a:moveTo>
                  <a:lnTo>
                    <a:pt x="103" y="259788"/>
                  </a:lnTo>
                  <a:lnTo>
                    <a:pt x="156" y="391712"/>
                  </a:lnTo>
                  <a:lnTo>
                    <a:pt x="276" y="694858"/>
                  </a:lnTo>
                  <a:lnTo>
                    <a:pt x="83522" y="686084"/>
                  </a:lnTo>
                  <a:lnTo>
                    <a:pt x="87991" y="684002"/>
                  </a:lnTo>
                  <a:lnTo>
                    <a:pt x="103250" y="684002"/>
                  </a:lnTo>
                  <a:lnTo>
                    <a:pt x="109320" y="683365"/>
                  </a:lnTo>
                  <a:lnTo>
                    <a:pt x="108170" y="681475"/>
                  </a:lnTo>
                  <a:lnTo>
                    <a:pt x="110655" y="679966"/>
                  </a:lnTo>
                  <a:lnTo>
                    <a:pt x="109362" y="679966"/>
                  </a:lnTo>
                  <a:lnTo>
                    <a:pt x="108466" y="678033"/>
                  </a:lnTo>
                  <a:lnTo>
                    <a:pt x="20711" y="678033"/>
                  </a:lnTo>
                  <a:lnTo>
                    <a:pt x="19944" y="672786"/>
                  </a:lnTo>
                  <a:lnTo>
                    <a:pt x="40825" y="669706"/>
                  </a:lnTo>
                  <a:lnTo>
                    <a:pt x="62167" y="669706"/>
                  </a:lnTo>
                  <a:lnTo>
                    <a:pt x="61705" y="666625"/>
                  </a:lnTo>
                  <a:lnTo>
                    <a:pt x="72301" y="665053"/>
                  </a:lnTo>
                  <a:lnTo>
                    <a:pt x="19326" y="665053"/>
                  </a:lnTo>
                  <a:lnTo>
                    <a:pt x="19212" y="662865"/>
                  </a:lnTo>
                  <a:lnTo>
                    <a:pt x="19088" y="660475"/>
                  </a:lnTo>
                  <a:lnTo>
                    <a:pt x="19050" y="659743"/>
                  </a:lnTo>
                  <a:lnTo>
                    <a:pt x="40101" y="658658"/>
                  </a:lnTo>
                  <a:lnTo>
                    <a:pt x="61186" y="658658"/>
                  </a:lnTo>
                  <a:lnTo>
                    <a:pt x="61130" y="657575"/>
                  </a:lnTo>
                  <a:lnTo>
                    <a:pt x="82181" y="656492"/>
                  </a:lnTo>
                  <a:lnTo>
                    <a:pt x="103288" y="656492"/>
                  </a:lnTo>
                  <a:lnTo>
                    <a:pt x="103231" y="655408"/>
                  </a:lnTo>
                  <a:lnTo>
                    <a:pt x="124261" y="654325"/>
                  </a:lnTo>
                  <a:lnTo>
                    <a:pt x="349007" y="654325"/>
                  </a:lnTo>
                  <a:lnTo>
                    <a:pt x="348956" y="520575"/>
                  </a:lnTo>
                  <a:lnTo>
                    <a:pt x="93738" y="520575"/>
                  </a:lnTo>
                  <a:lnTo>
                    <a:pt x="90511" y="518090"/>
                  </a:lnTo>
                  <a:lnTo>
                    <a:pt x="88567" y="518090"/>
                  </a:lnTo>
                  <a:lnTo>
                    <a:pt x="88567" y="516581"/>
                  </a:lnTo>
                  <a:lnTo>
                    <a:pt x="81095" y="510824"/>
                  </a:lnTo>
                  <a:lnTo>
                    <a:pt x="82670" y="508786"/>
                  </a:lnTo>
                  <a:lnTo>
                    <a:pt x="72157" y="500882"/>
                  </a:lnTo>
                  <a:lnTo>
                    <a:pt x="67877" y="500882"/>
                  </a:lnTo>
                  <a:lnTo>
                    <a:pt x="65835" y="499353"/>
                  </a:lnTo>
                  <a:lnTo>
                    <a:pt x="65578" y="499353"/>
                  </a:lnTo>
                  <a:lnTo>
                    <a:pt x="50062" y="487690"/>
                  </a:lnTo>
                  <a:lnTo>
                    <a:pt x="51723" y="485545"/>
                  </a:lnTo>
                  <a:lnTo>
                    <a:pt x="39043" y="476027"/>
                  </a:lnTo>
                  <a:lnTo>
                    <a:pt x="34737" y="476027"/>
                  </a:lnTo>
                  <a:lnTo>
                    <a:pt x="27357" y="470482"/>
                  </a:lnTo>
                  <a:lnTo>
                    <a:pt x="25158" y="470482"/>
                  </a:lnTo>
                  <a:lnTo>
                    <a:pt x="25158" y="468826"/>
                  </a:lnTo>
                  <a:lnTo>
                    <a:pt x="20753" y="465512"/>
                  </a:lnTo>
                  <a:lnTo>
                    <a:pt x="25158" y="465129"/>
                  </a:lnTo>
                  <a:lnTo>
                    <a:pt x="25158" y="456909"/>
                  </a:lnTo>
                  <a:lnTo>
                    <a:pt x="27819" y="456909"/>
                  </a:lnTo>
                  <a:lnTo>
                    <a:pt x="27799" y="435112"/>
                  </a:lnTo>
                  <a:lnTo>
                    <a:pt x="25158" y="435112"/>
                  </a:lnTo>
                  <a:lnTo>
                    <a:pt x="25158" y="413508"/>
                  </a:lnTo>
                  <a:lnTo>
                    <a:pt x="27777" y="413508"/>
                  </a:lnTo>
                  <a:lnTo>
                    <a:pt x="27755" y="391712"/>
                  </a:lnTo>
                  <a:lnTo>
                    <a:pt x="25158" y="391712"/>
                  </a:lnTo>
                  <a:lnTo>
                    <a:pt x="25158" y="370107"/>
                  </a:lnTo>
                  <a:lnTo>
                    <a:pt x="27734" y="370107"/>
                  </a:lnTo>
                  <a:lnTo>
                    <a:pt x="27713" y="348311"/>
                  </a:lnTo>
                  <a:lnTo>
                    <a:pt x="25158" y="348311"/>
                  </a:lnTo>
                  <a:lnTo>
                    <a:pt x="25158" y="326706"/>
                  </a:lnTo>
                  <a:lnTo>
                    <a:pt x="27692" y="326706"/>
                  </a:lnTo>
                  <a:lnTo>
                    <a:pt x="27670" y="304910"/>
                  </a:lnTo>
                  <a:lnTo>
                    <a:pt x="24968" y="304910"/>
                  </a:lnTo>
                  <a:lnTo>
                    <a:pt x="24968" y="295626"/>
                  </a:lnTo>
                  <a:lnTo>
                    <a:pt x="20753" y="292482"/>
                  </a:lnTo>
                  <a:lnTo>
                    <a:pt x="24968" y="291994"/>
                  </a:lnTo>
                  <a:lnTo>
                    <a:pt x="24968" y="289041"/>
                  </a:lnTo>
                  <a:lnTo>
                    <a:pt x="58748" y="289041"/>
                  </a:lnTo>
                  <a:lnTo>
                    <a:pt x="58682" y="288467"/>
                  </a:lnTo>
                  <a:lnTo>
                    <a:pt x="79946" y="286172"/>
                  </a:lnTo>
                  <a:lnTo>
                    <a:pt x="100490" y="286172"/>
                  </a:lnTo>
                  <a:lnTo>
                    <a:pt x="100295" y="284453"/>
                  </a:lnTo>
                  <a:lnTo>
                    <a:pt x="100252" y="284069"/>
                  </a:lnTo>
                  <a:lnTo>
                    <a:pt x="100826" y="283879"/>
                  </a:lnTo>
                  <a:lnTo>
                    <a:pt x="121707" y="281776"/>
                  </a:lnTo>
                  <a:lnTo>
                    <a:pt x="141847" y="281776"/>
                  </a:lnTo>
                  <a:lnTo>
                    <a:pt x="141667" y="280033"/>
                  </a:lnTo>
                  <a:lnTo>
                    <a:pt x="141630" y="279673"/>
                  </a:lnTo>
                  <a:lnTo>
                    <a:pt x="142587" y="279481"/>
                  </a:lnTo>
                  <a:lnTo>
                    <a:pt x="163468" y="277378"/>
                  </a:lnTo>
                  <a:lnTo>
                    <a:pt x="183240" y="277378"/>
                  </a:lnTo>
                  <a:lnTo>
                    <a:pt x="183045" y="275615"/>
                  </a:lnTo>
                  <a:lnTo>
                    <a:pt x="183008" y="275275"/>
                  </a:lnTo>
                  <a:lnTo>
                    <a:pt x="184349" y="275084"/>
                  </a:lnTo>
                  <a:lnTo>
                    <a:pt x="205421" y="272981"/>
                  </a:lnTo>
                  <a:lnTo>
                    <a:pt x="224807" y="272981"/>
                  </a:lnTo>
                  <a:lnTo>
                    <a:pt x="224614" y="271217"/>
                  </a:lnTo>
                  <a:lnTo>
                    <a:pt x="224577" y="270878"/>
                  </a:lnTo>
                  <a:lnTo>
                    <a:pt x="226301" y="270686"/>
                  </a:lnTo>
                  <a:lnTo>
                    <a:pt x="247182" y="268583"/>
                  </a:lnTo>
                  <a:lnTo>
                    <a:pt x="266183" y="268583"/>
                  </a:lnTo>
                  <a:lnTo>
                    <a:pt x="265990" y="266799"/>
                  </a:lnTo>
                  <a:lnTo>
                    <a:pt x="265955" y="266480"/>
                  </a:lnTo>
                  <a:lnTo>
                    <a:pt x="288942" y="264186"/>
                  </a:lnTo>
                  <a:lnTo>
                    <a:pt x="307552" y="264186"/>
                  </a:lnTo>
                  <a:lnTo>
                    <a:pt x="307348" y="262402"/>
                  </a:lnTo>
                  <a:lnTo>
                    <a:pt x="307333" y="262274"/>
                  </a:lnTo>
                  <a:lnTo>
                    <a:pt x="309824" y="261891"/>
                  </a:lnTo>
                  <a:lnTo>
                    <a:pt x="330895" y="259788"/>
                  </a:lnTo>
                  <a:lnTo>
                    <a:pt x="345438" y="259788"/>
                  </a:lnTo>
                  <a:lnTo>
                    <a:pt x="0" y="0"/>
                  </a:lnTo>
                  <a:close/>
                </a:path>
                <a:path w="349250" h="695325">
                  <a:moveTo>
                    <a:pt x="103250" y="684002"/>
                  </a:moveTo>
                  <a:lnTo>
                    <a:pt x="87991" y="684002"/>
                  </a:lnTo>
                  <a:lnTo>
                    <a:pt x="88694" y="685532"/>
                  </a:lnTo>
                  <a:lnTo>
                    <a:pt x="103250" y="684002"/>
                  </a:lnTo>
                  <a:close/>
                </a:path>
                <a:path w="349250" h="695325">
                  <a:moveTo>
                    <a:pt x="271115" y="666286"/>
                  </a:moveTo>
                  <a:lnTo>
                    <a:pt x="126262" y="666286"/>
                  </a:lnTo>
                  <a:lnTo>
                    <a:pt x="128497" y="671108"/>
                  </a:lnTo>
                  <a:lnTo>
                    <a:pt x="127858" y="671405"/>
                  </a:lnTo>
                  <a:lnTo>
                    <a:pt x="129774" y="674549"/>
                  </a:lnTo>
                  <a:lnTo>
                    <a:pt x="116556" y="682600"/>
                  </a:lnTo>
                  <a:lnTo>
                    <a:pt x="271115" y="666286"/>
                  </a:lnTo>
                  <a:close/>
                </a:path>
                <a:path w="349250" h="695325">
                  <a:moveTo>
                    <a:pt x="114747" y="677481"/>
                  </a:moveTo>
                  <a:lnTo>
                    <a:pt x="109362" y="679966"/>
                  </a:lnTo>
                  <a:lnTo>
                    <a:pt x="110655" y="679966"/>
                  </a:lnTo>
                  <a:lnTo>
                    <a:pt x="114747" y="677481"/>
                  </a:lnTo>
                  <a:close/>
                </a:path>
                <a:path w="349250" h="695325">
                  <a:moveTo>
                    <a:pt x="62167" y="669706"/>
                  </a:moveTo>
                  <a:lnTo>
                    <a:pt x="40825" y="669706"/>
                  </a:lnTo>
                  <a:lnTo>
                    <a:pt x="41552" y="674549"/>
                  </a:lnTo>
                  <a:lnTo>
                    <a:pt x="41612" y="674952"/>
                  </a:lnTo>
                  <a:lnTo>
                    <a:pt x="20711" y="678033"/>
                  </a:lnTo>
                  <a:lnTo>
                    <a:pt x="108466" y="678033"/>
                  </a:lnTo>
                  <a:lnTo>
                    <a:pt x="107127" y="675144"/>
                  </a:lnTo>
                  <a:lnTo>
                    <a:pt x="114193" y="671873"/>
                  </a:lnTo>
                  <a:lnTo>
                    <a:pt x="62492" y="671873"/>
                  </a:lnTo>
                  <a:lnTo>
                    <a:pt x="62167" y="669706"/>
                  </a:lnTo>
                  <a:close/>
                </a:path>
                <a:path w="349250" h="695325">
                  <a:moveTo>
                    <a:pt x="103951" y="663524"/>
                  </a:moveTo>
                  <a:lnTo>
                    <a:pt x="82607" y="663524"/>
                  </a:lnTo>
                  <a:lnTo>
                    <a:pt x="83372" y="668792"/>
                  </a:lnTo>
                  <a:lnTo>
                    <a:pt x="62492" y="671873"/>
                  </a:lnTo>
                  <a:lnTo>
                    <a:pt x="114193" y="671873"/>
                  </a:lnTo>
                  <a:lnTo>
                    <a:pt x="126262" y="666286"/>
                  </a:lnTo>
                  <a:lnTo>
                    <a:pt x="271115" y="666286"/>
                  </a:lnTo>
                  <a:lnTo>
                    <a:pt x="276758" y="665690"/>
                  </a:lnTo>
                  <a:lnTo>
                    <a:pt x="104274" y="665690"/>
                  </a:lnTo>
                  <a:lnTo>
                    <a:pt x="104015" y="663949"/>
                  </a:lnTo>
                  <a:lnTo>
                    <a:pt x="103951" y="663524"/>
                  </a:lnTo>
                  <a:close/>
                </a:path>
                <a:path w="349250" h="695325">
                  <a:moveTo>
                    <a:pt x="349007" y="654325"/>
                  </a:moveTo>
                  <a:lnTo>
                    <a:pt x="124261" y="654325"/>
                  </a:lnTo>
                  <a:lnTo>
                    <a:pt x="124378" y="656492"/>
                  </a:lnTo>
                  <a:lnTo>
                    <a:pt x="124453" y="657894"/>
                  </a:lnTo>
                  <a:lnTo>
                    <a:pt x="125032" y="661781"/>
                  </a:lnTo>
                  <a:lnTo>
                    <a:pt x="125155" y="662611"/>
                  </a:lnTo>
                  <a:lnTo>
                    <a:pt x="104274" y="665690"/>
                  </a:lnTo>
                  <a:lnTo>
                    <a:pt x="276758" y="665690"/>
                  </a:lnTo>
                  <a:lnTo>
                    <a:pt x="349008" y="658064"/>
                  </a:lnTo>
                  <a:lnTo>
                    <a:pt x="349007" y="654325"/>
                  </a:lnTo>
                  <a:close/>
                </a:path>
                <a:path w="349250" h="695325">
                  <a:moveTo>
                    <a:pt x="61186" y="658658"/>
                  </a:moveTo>
                  <a:lnTo>
                    <a:pt x="40101" y="658658"/>
                  </a:lnTo>
                  <a:lnTo>
                    <a:pt x="40158" y="659743"/>
                  </a:lnTo>
                  <a:lnTo>
                    <a:pt x="40264" y="661781"/>
                  </a:lnTo>
                  <a:lnTo>
                    <a:pt x="40378" y="663949"/>
                  </a:lnTo>
                  <a:lnTo>
                    <a:pt x="19326" y="665053"/>
                  </a:lnTo>
                  <a:lnTo>
                    <a:pt x="72301" y="665053"/>
                  </a:lnTo>
                  <a:lnTo>
                    <a:pt x="82607" y="663524"/>
                  </a:lnTo>
                  <a:lnTo>
                    <a:pt x="103951" y="663524"/>
                  </a:lnTo>
                  <a:lnTo>
                    <a:pt x="103853" y="662865"/>
                  </a:lnTo>
                  <a:lnTo>
                    <a:pt x="61407" y="662865"/>
                  </a:lnTo>
                  <a:lnTo>
                    <a:pt x="61281" y="660475"/>
                  </a:lnTo>
                  <a:lnTo>
                    <a:pt x="61186" y="658658"/>
                  </a:lnTo>
                  <a:close/>
                </a:path>
                <a:path w="349250" h="695325">
                  <a:moveTo>
                    <a:pt x="103288" y="656492"/>
                  </a:moveTo>
                  <a:lnTo>
                    <a:pt x="82181" y="656492"/>
                  </a:lnTo>
                  <a:lnTo>
                    <a:pt x="82238" y="657575"/>
                  </a:lnTo>
                  <a:lnTo>
                    <a:pt x="82351" y="659743"/>
                  </a:lnTo>
                  <a:lnTo>
                    <a:pt x="82458" y="661781"/>
                  </a:lnTo>
                  <a:lnTo>
                    <a:pt x="61407" y="662865"/>
                  </a:lnTo>
                  <a:lnTo>
                    <a:pt x="103853" y="662865"/>
                  </a:lnTo>
                  <a:lnTo>
                    <a:pt x="103530" y="660699"/>
                  </a:lnTo>
                  <a:lnTo>
                    <a:pt x="103458" y="659743"/>
                  </a:lnTo>
                  <a:lnTo>
                    <a:pt x="103345" y="657575"/>
                  </a:lnTo>
                  <a:lnTo>
                    <a:pt x="103288" y="656492"/>
                  </a:lnTo>
                  <a:close/>
                </a:path>
                <a:path w="349250" h="695325">
                  <a:moveTo>
                    <a:pt x="122781" y="511972"/>
                  </a:moveTo>
                  <a:lnTo>
                    <a:pt x="121968" y="511972"/>
                  </a:lnTo>
                  <a:lnTo>
                    <a:pt x="105530" y="513713"/>
                  </a:lnTo>
                  <a:lnTo>
                    <a:pt x="105807" y="516369"/>
                  </a:lnTo>
                  <a:lnTo>
                    <a:pt x="93738" y="517580"/>
                  </a:lnTo>
                  <a:lnTo>
                    <a:pt x="93738" y="520575"/>
                  </a:lnTo>
                  <a:lnTo>
                    <a:pt x="348956" y="520575"/>
                  </a:lnTo>
                  <a:lnTo>
                    <a:pt x="348954" y="514457"/>
                  </a:lnTo>
                  <a:lnTo>
                    <a:pt x="123049" y="514457"/>
                  </a:lnTo>
                  <a:lnTo>
                    <a:pt x="122822" y="512354"/>
                  </a:lnTo>
                  <a:lnTo>
                    <a:pt x="122781" y="511972"/>
                  </a:lnTo>
                  <a:close/>
                </a:path>
                <a:path w="349250" h="695325">
                  <a:moveTo>
                    <a:pt x="90290" y="517919"/>
                  </a:moveTo>
                  <a:lnTo>
                    <a:pt x="88567" y="518090"/>
                  </a:lnTo>
                  <a:lnTo>
                    <a:pt x="90511" y="518090"/>
                  </a:lnTo>
                  <a:lnTo>
                    <a:pt x="90290" y="517919"/>
                  </a:lnTo>
                  <a:close/>
                </a:path>
                <a:path w="349250" h="695325">
                  <a:moveTo>
                    <a:pt x="164735" y="507574"/>
                  </a:moveTo>
                  <a:lnTo>
                    <a:pt x="163712" y="507574"/>
                  </a:lnTo>
                  <a:lnTo>
                    <a:pt x="146993" y="509337"/>
                  </a:lnTo>
                  <a:lnTo>
                    <a:pt x="147101" y="510824"/>
                  </a:lnTo>
                  <a:lnTo>
                    <a:pt x="147185" y="511972"/>
                  </a:lnTo>
                  <a:lnTo>
                    <a:pt x="144120" y="512354"/>
                  </a:lnTo>
                  <a:lnTo>
                    <a:pt x="123049" y="514457"/>
                  </a:lnTo>
                  <a:lnTo>
                    <a:pt x="348954" y="514457"/>
                  </a:lnTo>
                  <a:lnTo>
                    <a:pt x="348952" y="510059"/>
                  </a:lnTo>
                  <a:lnTo>
                    <a:pt x="165000" y="510059"/>
                  </a:lnTo>
                  <a:lnTo>
                    <a:pt x="164923" y="509337"/>
                  </a:lnTo>
                  <a:lnTo>
                    <a:pt x="164864" y="508786"/>
                  </a:lnTo>
                  <a:lnTo>
                    <a:pt x="164776" y="507956"/>
                  </a:lnTo>
                  <a:lnTo>
                    <a:pt x="164735" y="507574"/>
                  </a:lnTo>
                  <a:close/>
                </a:path>
                <a:path w="349250" h="695325">
                  <a:moveTo>
                    <a:pt x="206496" y="503177"/>
                  </a:moveTo>
                  <a:lnTo>
                    <a:pt x="205469" y="503177"/>
                  </a:lnTo>
                  <a:lnTo>
                    <a:pt x="188478" y="504962"/>
                  </a:lnTo>
                  <a:lnTo>
                    <a:pt x="188755" y="507574"/>
                  </a:lnTo>
                  <a:lnTo>
                    <a:pt x="185881" y="507956"/>
                  </a:lnTo>
                  <a:lnTo>
                    <a:pt x="165000" y="510059"/>
                  </a:lnTo>
                  <a:lnTo>
                    <a:pt x="348952" y="510059"/>
                  </a:lnTo>
                  <a:lnTo>
                    <a:pt x="348950" y="505663"/>
                  </a:lnTo>
                  <a:lnTo>
                    <a:pt x="206762" y="505663"/>
                  </a:lnTo>
                  <a:lnTo>
                    <a:pt x="206687" y="504962"/>
                  </a:lnTo>
                  <a:lnTo>
                    <a:pt x="206605" y="504196"/>
                  </a:lnTo>
                  <a:lnTo>
                    <a:pt x="206496" y="503177"/>
                  </a:lnTo>
                  <a:close/>
                </a:path>
                <a:path w="349250" h="695325">
                  <a:moveTo>
                    <a:pt x="248246" y="498652"/>
                  </a:moveTo>
                  <a:lnTo>
                    <a:pt x="229856" y="500607"/>
                  </a:lnTo>
                  <a:lnTo>
                    <a:pt x="230132" y="503177"/>
                  </a:lnTo>
                  <a:lnTo>
                    <a:pt x="206762" y="505663"/>
                  </a:lnTo>
                  <a:lnTo>
                    <a:pt x="348950" y="505663"/>
                  </a:lnTo>
                  <a:lnTo>
                    <a:pt x="348949" y="501265"/>
                  </a:lnTo>
                  <a:lnTo>
                    <a:pt x="248522" y="501265"/>
                  </a:lnTo>
                  <a:lnTo>
                    <a:pt x="248320" y="499353"/>
                  </a:lnTo>
                  <a:lnTo>
                    <a:pt x="248246" y="498652"/>
                  </a:lnTo>
                  <a:close/>
                </a:path>
                <a:path w="349250" h="695325">
                  <a:moveTo>
                    <a:pt x="290198" y="494233"/>
                  </a:moveTo>
                  <a:lnTo>
                    <a:pt x="271425" y="496209"/>
                  </a:lnTo>
                  <a:lnTo>
                    <a:pt x="271688" y="498652"/>
                  </a:lnTo>
                  <a:lnTo>
                    <a:pt x="271704" y="498801"/>
                  </a:lnTo>
                  <a:lnTo>
                    <a:pt x="271501" y="498801"/>
                  </a:lnTo>
                  <a:lnTo>
                    <a:pt x="248522" y="501265"/>
                  </a:lnTo>
                  <a:lnTo>
                    <a:pt x="348949" y="501265"/>
                  </a:lnTo>
                  <a:lnTo>
                    <a:pt x="348947" y="496868"/>
                  </a:lnTo>
                  <a:lnTo>
                    <a:pt x="290475" y="496868"/>
                  </a:lnTo>
                  <a:lnTo>
                    <a:pt x="290214" y="494381"/>
                  </a:lnTo>
                  <a:lnTo>
                    <a:pt x="290198" y="494233"/>
                  </a:lnTo>
                  <a:close/>
                </a:path>
                <a:path w="349250" h="695325">
                  <a:moveTo>
                    <a:pt x="69388" y="498801"/>
                  </a:moveTo>
                  <a:lnTo>
                    <a:pt x="67877" y="500882"/>
                  </a:lnTo>
                  <a:lnTo>
                    <a:pt x="72157" y="500882"/>
                  </a:lnTo>
                  <a:lnTo>
                    <a:pt x="69388" y="498801"/>
                  </a:lnTo>
                  <a:close/>
                </a:path>
                <a:path w="349250" h="695325">
                  <a:moveTo>
                    <a:pt x="65664" y="499225"/>
                  </a:moveTo>
                  <a:lnTo>
                    <a:pt x="65578" y="499353"/>
                  </a:lnTo>
                  <a:lnTo>
                    <a:pt x="65835" y="499353"/>
                  </a:lnTo>
                  <a:lnTo>
                    <a:pt x="65664" y="499225"/>
                  </a:lnTo>
                  <a:close/>
                </a:path>
                <a:path w="349250" h="695325">
                  <a:moveTo>
                    <a:pt x="331960" y="489814"/>
                  </a:moveTo>
                  <a:lnTo>
                    <a:pt x="312803" y="491854"/>
                  </a:lnTo>
                  <a:lnTo>
                    <a:pt x="313064" y="494233"/>
                  </a:lnTo>
                  <a:lnTo>
                    <a:pt x="313080" y="494381"/>
                  </a:lnTo>
                  <a:lnTo>
                    <a:pt x="290475" y="496868"/>
                  </a:lnTo>
                  <a:lnTo>
                    <a:pt x="348947" y="496868"/>
                  </a:lnTo>
                  <a:lnTo>
                    <a:pt x="348945" y="492470"/>
                  </a:lnTo>
                  <a:lnTo>
                    <a:pt x="332237" y="492470"/>
                  </a:lnTo>
                  <a:lnTo>
                    <a:pt x="332044" y="490622"/>
                  </a:lnTo>
                  <a:lnTo>
                    <a:pt x="331960" y="489814"/>
                  </a:lnTo>
                  <a:close/>
                </a:path>
                <a:path w="349250" h="695325">
                  <a:moveTo>
                    <a:pt x="348945" y="490622"/>
                  </a:moveTo>
                  <a:lnTo>
                    <a:pt x="332237" y="492470"/>
                  </a:lnTo>
                  <a:lnTo>
                    <a:pt x="348945" y="492470"/>
                  </a:lnTo>
                  <a:lnTo>
                    <a:pt x="348945" y="490622"/>
                  </a:lnTo>
                  <a:close/>
                </a:path>
                <a:path w="349250" h="695325">
                  <a:moveTo>
                    <a:pt x="36269" y="473946"/>
                  </a:moveTo>
                  <a:lnTo>
                    <a:pt x="34737" y="476027"/>
                  </a:lnTo>
                  <a:lnTo>
                    <a:pt x="39043" y="476027"/>
                  </a:lnTo>
                  <a:lnTo>
                    <a:pt x="36269" y="473946"/>
                  </a:lnTo>
                  <a:close/>
                </a:path>
                <a:path w="349250" h="695325">
                  <a:moveTo>
                    <a:pt x="27075" y="470270"/>
                  </a:moveTo>
                  <a:lnTo>
                    <a:pt x="25158" y="470482"/>
                  </a:lnTo>
                  <a:lnTo>
                    <a:pt x="27357" y="470482"/>
                  </a:lnTo>
                  <a:lnTo>
                    <a:pt x="27075" y="470270"/>
                  </a:lnTo>
                  <a:close/>
                </a:path>
                <a:path w="349250" h="695325">
                  <a:moveTo>
                    <a:pt x="58923" y="290570"/>
                  </a:moveTo>
                  <a:lnTo>
                    <a:pt x="37994" y="290570"/>
                  </a:lnTo>
                  <a:lnTo>
                    <a:pt x="38109" y="291612"/>
                  </a:lnTo>
                  <a:lnTo>
                    <a:pt x="38205" y="292482"/>
                  </a:lnTo>
                  <a:lnTo>
                    <a:pt x="38291" y="293268"/>
                  </a:lnTo>
                  <a:lnTo>
                    <a:pt x="58981" y="291080"/>
                  </a:lnTo>
                  <a:lnTo>
                    <a:pt x="58923" y="290570"/>
                  </a:lnTo>
                  <a:close/>
                </a:path>
                <a:path w="349250" h="695325">
                  <a:moveTo>
                    <a:pt x="58748" y="289041"/>
                  </a:moveTo>
                  <a:lnTo>
                    <a:pt x="24968" y="289041"/>
                  </a:lnTo>
                  <a:lnTo>
                    <a:pt x="28458" y="291612"/>
                  </a:lnTo>
                  <a:lnTo>
                    <a:pt x="37994" y="290570"/>
                  </a:lnTo>
                  <a:lnTo>
                    <a:pt x="58923" y="290570"/>
                  </a:lnTo>
                  <a:lnTo>
                    <a:pt x="58748" y="289041"/>
                  </a:lnTo>
                  <a:close/>
                </a:path>
                <a:path w="349250" h="695325">
                  <a:moveTo>
                    <a:pt x="100490" y="286172"/>
                  </a:moveTo>
                  <a:lnTo>
                    <a:pt x="79946" y="286172"/>
                  </a:lnTo>
                  <a:lnTo>
                    <a:pt x="79984" y="286705"/>
                  </a:lnTo>
                  <a:lnTo>
                    <a:pt x="80110" y="288467"/>
                  </a:lnTo>
                  <a:lnTo>
                    <a:pt x="80138" y="288850"/>
                  </a:lnTo>
                  <a:lnTo>
                    <a:pt x="100550" y="286705"/>
                  </a:lnTo>
                  <a:lnTo>
                    <a:pt x="100490" y="286172"/>
                  </a:lnTo>
                  <a:close/>
                </a:path>
                <a:path w="349250" h="695325">
                  <a:moveTo>
                    <a:pt x="141847" y="281776"/>
                  </a:moveTo>
                  <a:lnTo>
                    <a:pt x="121707" y="281776"/>
                  </a:lnTo>
                  <a:lnTo>
                    <a:pt x="121925" y="283879"/>
                  </a:lnTo>
                  <a:lnTo>
                    <a:pt x="121984" y="284453"/>
                  </a:lnTo>
                  <a:lnTo>
                    <a:pt x="141907" y="282350"/>
                  </a:lnTo>
                  <a:lnTo>
                    <a:pt x="141847" y="281776"/>
                  </a:lnTo>
                  <a:close/>
                </a:path>
                <a:path w="349250" h="695325">
                  <a:moveTo>
                    <a:pt x="183240" y="277378"/>
                  </a:moveTo>
                  <a:lnTo>
                    <a:pt x="163468" y="277378"/>
                  </a:lnTo>
                  <a:lnTo>
                    <a:pt x="163704" y="279481"/>
                  </a:lnTo>
                  <a:lnTo>
                    <a:pt x="163766" y="280033"/>
                  </a:lnTo>
                  <a:lnTo>
                    <a:pt x="183306" y="277973"/>
                  </a:lnTo>
                  <a:lnTo>
                    <a:pt x="183240" y="277378"/>
                  </a:lnTo>
                  <a:close/>
                </a:path>
                <a:path w="349250" h="695325">
                  <a:moveTo>
                    <a:pt x="224807" y="272981"/>
                  </a:moveTo>
                  <a:lnTo>
                    <a:pt x="205421" y="272981"/>
                  </a:lnTo>
                  <a:lnTo>
                    <a:pt x="205466" y="273597"/>
                  </a:lnTo>
                  <a:lnTo>
                    <a:pt x="205574" y="275084"/>
                  </a:lnTo>
                  <a:lnTo>
                    <a:pt x="205612" y="275615"/>
                  </a:lnTo>
                  <a:lnTo>
                    <a:pt x="224875" y="273597"/>
                  </a:lnTo>
                  <a:lnTo>
                    <a:pt x="224807" y="272981"/>
                  </a:lnTo>
                  <a:close/>
                </a:path>
                <a:path w="349250" h="695325">
                  <a:moveTo>
                    <a:pt x="266183" y="268583"/>
                  </a:moveTo>
                  <a:lnTo>
                    <a:pt x="247182" y="268583"/>
                  </a:lnTo>
                  <a:lnTo>
                    <a:pt x="247419" y="270686"/>
                  </a:lnTo>
                  <a:lnTo>
                    <a:pt x="247479" y="271217"/>
                  </a:lnTo>
                  <a:lnTo>
                    <a:pt x="266252" y="269220"/>
                  </a:lnTo>
                  <a:lnTo>
                    <a:pt x="266183" y="268583"/>
                  </a:lnTo>
                  <a:close/>
                </a:path>
                <a:path w="349250" h="695325">
                  <a:moveTo>
                    <a:pt x="307552" y="264186"/>
                  </a:moveTo>
                  <a:lnTo>
                    <a:pt x="288942" y="264186"/>
                  </a:lnTo>
                  <a:lnTo>
                    <a:pt x="289204" y="266480"/>
                  </a:lnTo>
                  <a:lnTo>
                    <a:pt x="289241" y="266799"/>
                  </a:lnTo>
                  <a:lnTo>
                    <a:pt x="307630" y="264866"/>
                  </a:lnTo>
                  <a:lnTo>
                    <a:pt x="307552" y="264186"/>
                  </a:lnTo>
                  <a:close/>
                </a:path>
                <a:path w="349250" h="695325">
                  <a:moveTo>
                    <a:pt x="345438" y="259788"/>
                  </a:moveTo>
                  <a:lnTo>
                    <a:pt x="330895" y="259788"/>
                  </a:lnTo>
                  <a:lnTo>
                    <a:pt x="330966" y="260744"/>
                  </a:lnTo>
                  <a:lnTo>
                    <a:pt x="331087" y="262402"/>
                  </a:lnTo>
                  <a:lnTo>
                    <a:pt x="346710" y="260744"/>
                  </a:lnTo>
                  <a:lnTo>
                    <a:pt x="345438" y="259788"/>
                  </a:lnTo>
                  <a:close/>
                </a:path>
              </a:pathLst>
            </a:custGeom>
            <a:solidFill>
              <a:srgbClr val="88B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3" name="object 553"/>
            <p:cNvSpPr/>
            <p:nvPr/>
          </p:nvSpPr>
          <p:spPr>
            <a:xfrm>
              <a:off x="2511626" y="6478569"/>
              <a:ext cx="344805" cy="295910"/>
            </a:xfrm>
            <a:custGeom>
              <a:avLst/>
              <a:gdLst/>
              <a:ahLst/>
              <a:cxnLst/>
              <a:rect l="l" t="t" r="r" b="b"/>
              <a:pathLst>
                <a:path w="344805" h="295909">
                  <a:moveTo>
                    <a:pt x="344412" y="52472"/>
                  </a:moveTo>
                  <a:lnTo>
                    <a:pt x="47019" y="52472"/>
                  </a:lnTo>
                  <a:lnTo>
                    <a:pt x="49785" y="57017"/>
                  </a:lnTo>
                  <a:lnTo>
                    <a:pt x="37461" y="64517"/>
                  </a:lnTo>
                  <a:lnTo>
                    <a:pt x="344517" y="295436"/>
                  </a:lnTo>
                  <a:lnTo>
                    <a:pt x="344412" y="52472"/>
                  </a:lnTo>
                  <a:close/>
                </a:path>
                <a:path w="344805" h="295909">
                  <a:moveTo>
                    <a:pt x="64281" y="29550"/>
                  </a:moveTo>
                  <a:lnTo>
                    <a:pt x="0" y="36327"/>
                  </a:lnTo>
                  <a:lnTo>
                    <a:pt x="32906" y="61075"/>
                  </a:lnTo>
                  <a:lnTo>
                    <a:pt x="47019" y="52472"/>
                  </a:lnTo>
                  <a:lnTo>
                    <a:pt x="344412" y="52472"/>
                  </a:lnTo>
                  <a:lnTo>
                    <a:pt x="344412" y="51983"/>
                  </a:lnTo>
                  <a:lnTo>
                    <a:pt x="28224" y="51983"/>
                  </a:lnTo>
                  <a:lnTo>
                    <a:pt x="25967" y="47183"/>
                  </a:lnTo>
                  <a:lnTo>
                    <a:pt x="45102" y="38303"/>
                  </a:lnTo>
                  <a:lnTo>
                    <a:pt x="70285" y="38303"/>
                  </a:lnTo>
                  <a:lnTo>
                    <a:pt x="76914" y="34265"/>
                  </a:lnTo>
                  <a:lnTo>
                    <a:pt x="66473" y="34265"/>
                  </a:lnTo>
                  <a:lnTo>
                    <a:pt x="64281" y="29550"/>
                  </a:lnTo>
                  <a:close/>
                </a:path>
                <a:path w="344805" h="295909">
                  <a:moveTo>
                    <a:pt x="70285" y="38303"/>
                  </a:moveTo>
                  <a:lnTo>
                    <a:pt x="45102" y="38303"/>
                  </a:lnTo>
                  <a:lnTo>
                    <a:pt x="47337" y="43125"/>
                  </a:lnTo>
                  <a:lnTo>
                    <a:pt x="28224" y="51983"/>
                  </a:lnTo>
                  <a:lnTo>
                    <a:pt x="344412" y="51983"/>
                  </a:lnTo>
                  <a:lnTo>
                    <a:pt x="344409" y="45547"/>
                  </a:lnTo>
                  <a:lnTo>
                    <a:pt x="68623" y="45547"/>
                  </a:lnTo>
                  <a:lnTo>
                    <a:pt x="65855" y="41000"/>
                  </a:lnTo>
                  <a:lnTo>
                    <a:pt x="70285" y="38303"/>
                  </a:lnTo>
                  <a:close/>
                </a:path>
                <a:path w="344805" h="295909">
                  <a:moveTo>
                    <a:pt x="344402" y="29550"/>
                  </a:moveTo>
                  <a:lnTo>
                    <a:pt x="84705" y="29550"/>
                  </a:lnTo>
                  <a:lnTo>
                    <a:pt x="87481" y="34075"/>
                  </a:lnTo>
                  <a:lnTo>
                    <a:pt x="68623" y="45547"/>
                  </a:lnTo>
                  <a:lnTo>
                    <a:pt x="344409" y="45547"/>
                  </a:lnTo>
                  <a:lnTo>
                    <a:pt x="344402" y="29550"/>
                  </a:lnTo>
                  <a:close/>
                </a:path>
                <a:path w="344805" h="295909">
                  <a:moveTo>
                    <a:pt x="344389" y="0"/>
                  </a:moveTo>
                  <a:lnTo>
                    <a:pt x="80350" y="27851"/>
                  </a:lnTo>
                  <a:lnTo>
                    <a:pt x="66473" y="34265"/>
                  </a:lnTo>
                  <a:lnTo>
                    <a:pt x="76914" y="34265"/>
                  </a:lnTo>
                  <a:lnTo>
                    <a:pt x="84657" y="29550"/>
                  </a:lnTo>
                  <a:lnTo>
                    <a:pt x="344402" y="29550"/>
                  </a:lnTo>
                  <a:lnTo>
                    <a:pt x="344389" y="0"/>
                  </a:lnTo>
                  <a:close/>
                </a:path>
              </a:pathLst>
            </a:custGeom>
            <a:solidFill>
              <a:srgbClr val="8D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4" name="object 554"/>
            <p:cNvSpPr/>
            <p:nvPr/>
          </p:nvSpPr>
          <p:spPr>
            <a:xfrm>
              <a:off x="2507284" y="6473216"/>
              <a:ext cx="349250" cy="41910"/>
            </a:xfrm>
            <a:custGeom>
              <a:avLst/>
              <a:gdLst/>
              <a:ahLst/>
              <a:cxnLst/>
              <a:rect l="l" t="t" r="r" b="b"/>
              <a:pathLst>
                <a:path w="349250" h="41909">
                  <a:moveTo>
                    <a:pt x="83245" y="28020"/>
                  </a:moveTo>
                  <a:lnTo>
                    <a:pt x="0" y="36794"/>
                  </a:lnTo>
                  <a:lnTo>
                    <a:pt x="0" y="38408"/>
                  </a:lnTo>
                  <a:lnTo>
                    <a:pt x="4342" y="41680"/>
                  </a:lnTo>
                  <a:lnTo>
                    <a:pt x="68580" y="34796"/>
                  </a:lnTo>
                  <a:lnTo>
                    <a:pt x="83245" y="28020"/>
                  </a:lnTo>
                  <a:close/>
                </a:path>
                <a:path w="349250" h="41909">
                  <a:moveTo>
                    <a:pt x="109043" y="25300"/>
                  </a:moveTo>
                  <a:lnTo>
                    <a:pt x="88417" y="27467"/>
                  </a:lnTo>
                  <a:lnTo>
                    <a:pt x="89950" y="30760"/>
                  </a:lnTo>
                  <a:lnTo>
                    <a:pt x="84692" y="33204"/>
                  </a:lnTo>
                  <a:lnTo>
                    <a:pt x="134442" y="27956"/>
                  </a:lnTo>
                  <a:lnTo>
                    <a:pt x="110660" y="27956"/>
                  </a:lnTo>
                  <a:lnTo>
                    <a:pt x="109043" y="25300"/>
                  </a:lnTo>
                  <a:close/>
                </a:path>
                <a:path w="349250" h="41909">
                  <a:moveTo>
                    <a:pt x="348731" y="0"/>
                  </a:moveTo>
                  <a:lnTo>
                    <a:pt x="116279" y="24536"/>
                  </a:lnTo>
                  <a:lnTo>
                    <a:pt x="110660" y="27956"/>
                  </a:lnTo>
                  <a:lnTo>
                    <a:pt x="134442" y="27956"/>
                  </a:lnTo>
                  <a:lnTo>
                    <a:pt x="348731" y="5353"/>
                  </a:lnTo>
                  <a:lnTo>
                    <a:pt x="348731" y="0"/>
                  </a:lnTo>
                  <a:close/>
                </a:path>
              </a:pathLst>
            </a:custGeom>
            <a:solidFill>
              <a:srgbClr val="809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55"/>
            <p:cNvSpPr/>
            <p:nvPr/>
          </p:nvSpPr>
          <p:spPr>
            <a:xfrm>
              <a:off x="2501686" y="5804488"/>
              <a:ext cx="360045" cy="980440"/>
            </a:xfrm>
            <a:custGeom>
              <a:avLst/>
              <a:gdLst/>
              <a:ahLst/>
              <a:cxnLst/>
              <a:rect l="l" t="t" r="r" b="b"/>
              <a:pathLst>
                <a:path w="360044" h="980440">
                  <a:moveTo>
                    <a:pt x="359779" y="977611"/>
                  </a:moveTo>
                  <a:lnTo>
                    <a:pt x="356373" y="977611"/>
                  </a:lnTo>
                  <a:lnTo>
                    <a:pt x="359779" y="980182"/>
                  </a:lnTo>
                  <a:lnTo>
                    <a:pt x="359779" y="977611"/>
                  </a:lnTo>
                  <a:close/>
                </a:path>
                <a:path w="360044" h="980440">
                  <a:moveTo>
                    <a:pt x="0" y="0"/>
                  </a:moveTo>
                  <a:lnTo>
                    <a:pt x="0" y="2570"/>
                  </a:lnTo>
                  <a:lnTo>
                    <a:pt x="3427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6" name="object 556"/>
            <p:cNvSpPr/>
            <p:nvPr/>
          </p:nvSpPr>
          <p:spPr>
            <a:xfrm>
              <a:off x="2507008" y="5815152"/>
              <a:ext cx="635" cy="594995"/>
            </a:xfrm>
            <a:custGeom>
              <a:avLst/>
              <a:gdLst/>
              <a:ahLst/>
              <a:cxnLst/>
              <a:rect l="l" t="t" r="r" b="b"/>
              <a:pathLst>
                <a:path w="635" h="594995">
                  <a:moveTo>
                    <a:pt x="0" y="0"/>
                  </a:moveTo>
                  <a:lnTo>
                    <a:pt x="234" y="5949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57"/>
            <p:cNvSpPr/>
            <p:nvPr/>
          </p:nvSpPr>
          <p:spPr>
            <a:xfrm>
              <a:off x="2501684" y="5811138"/>
              <a:ext cx="354965" cy="969644"/>
            </a:xfrm>
            <a:custGeom>
              <a:avLst/>
              <a:gdLst/>
              <a:ahLst/>
              <a:cxnLst/>
              <a:rect l="l" t="t" r="r" b="b"/>
              <a:pathLst>
                <a:path w="354964" h="969645">
                  <a:moveTo>
                    <a:pt x="5600" y="698881"/>
                  </a:moveTo>
                  <a:lnTo>
                    <a:pt x="5321" y="4013"/>
                  </a:lnTo>
                  <a:lnTo>
                    <a:pt x="0" y="0"/>
                  </a:lnTo>
                  <a:lnTo>
                    <a:pt x="254" y="664997"/>
                  </a:lnTo>
                  <a:lnTo>
                    <a:pt x="3314" y="664845"/>
                  </a:lnTo>
                  <a:lnTo>
                    <a:pt x="3594" y="670153"/>
                  </a:lnTo>
                  <a:lnTo>
                    <a:pt x="279" y="670331"/>
                  </a:lnTo>
                  <a:lnTo>
                    <a:pt x="279" y="680504"/>
                  </a:lnTo>
                  <a:lnTo>
                    <a:pt x="4381" y="679907"/>
                  </a:lnTo>
                  <a:lnTo>
                    <a:pt x="5143" y="685152"/>
                  </a:lnTo>
                  <a:lnTo>
                    <a:pt x="279" y="685876"/>
                  </a:lnTo>
                  <a:lnTo>
                    <a:pt x="279" y="699452"/>
                  </a:lnTo>
                  <a:lnTo>
                    <a:pt x="5600" y="698881"/>
                  </a:lnTo>
                  <a:close/>
                </a:path>
                <a:path w="354964" h="969645">
                  <a:moveTo>
                    <a:pt x="42824" y="728510"/>
                  </a:moveTo>
                  <a:lnTo>
                    <a:pt x="9931" y="703757"/>
                  </a:lnTo>
                  <a:lnTo>
                    <a:pt x="2171" y="704570"/>
                  </a:lnTo>
                  <a:lnTo>
                    <a:pt x="38354" y="731786"/>
                  </a:lnTo>
                  <a:lnTo>
                    <a:pt x="38100" y="731380"/>
                  </a:lnTo>
                  <a:lnTo>
                    <a:pt x="42824" y="728510"/>
                  </a:lnTo>
                  <a:close/>
                </a:path>
                <a:path w="354964" h="969645">
                  <a:moveTo>
                    <a:pt x="354457" y="962875"/>
                  </a:moveTo>
                  <a:lnTo>
                    <a:pt x="47396" y="731951"/>
                  </a:lnTo>
                  <a:lnTo>
                    <a:pt x="42519" y="734923"/>
                  </a:lnTo>
                  <a:lnTo>
                    <a:pt x="354457" y="969518"/>
                  </a:lnTo>
                  <a:lnTo>
                    <a:pt x="354457" y="962875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8" name="object 558"/>
            <p:cNvSpPr/>
            <p:nvPr/>
          </p:nvSpPr>
          <p:spPr>
            <a:xfrm>
              <a:off x="2501963" y="6510011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5">
                  <a:moveTo>
                    <a:pt x="5321" y="0"/>
                  </a:moveTo>
                  <a:lnTo>
                    <a:pt x="0" y="572"/>
                  </a:lnTo>
                  <a:lnTo>
                    <a:pt x="0" y="4269"/>
                  </a:lnTo>
                  <a:lnTo>
                    <a:pt x="1894" y="5693"/>
                  </a:lnTo>
                  <a:lnTo>
                    <a:pt x="9663" y="4885"/>
                  </a:lnTo>
                  <a:lnTo>
                    <a:pt x="5321" y="1614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59"/>
            <p:cNvSpPr/>
            <p:nvPr/>
          </p:nvSpPr>
          <p:spPr>
            <a:xfrm>
              <a:off x="2861274" y="6296364"/>
              <a:ext cx="59690" cy="176530"/>
            </a:xfrm>
            <a:custGeom>
              <a:avLst/>
              <a:gdLst/>
              <a:ahLst/>
              <a:cxnLst/>
              <a:rect l="l" t="t" r="r" b="b"/>
              <a:pathLst>
                <a:path w="59689" h="176529">
                  <a:moveTo>
                    <a:pt x="59321" y="0"/>
                  </a:moveTo>
                  <a:lnTo>
                    <a:pt x="41462" y="1889"/>
                  </a:lnTo>
                  <a:lnTo>
                    <a:pt x="41761" y="4566"/>
                  </a:lnTo>
                  <a:lnTo>
                    <a:pt x="19730" y="6860"/>
                  </a:lnTo>
                  <a:lnTo>
                    <a:pt x="19455" y="4206"/>
                  </a:lnTo>
                  <a:lnTo>
                    <a:pt x="0" y="6266"/>
                  </a:lnTo>
                  <a:lnTo>
                    <a:pt x="191" y="8773"/>
                  </a:lnTo>
                  <a:lnTo>
                    <a:pt x="0" y="8794"/>
                  </a:lnTo>
                  <a:lnTo>
                    <a:pt x="63" y="176300"/>
                  </a:lnTo>
                  <a:lnTo>
                    <a:pt x="59385" y="170033"/>
                  </a:lnTo>
                  <a:lnTo>
                    <a:pt x="59321" y="0"/>
                  </a:lnTo>
                  <a:close/>
                </a:path>
              </a:pathLst>
            </a:custGeom>
            <a:solidFill>
              <a:srgbClr val="7CA3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0" name="object 560"/>
            <p:cNvSpPr/>
            <p:nvPr/>
          </p:nvSpPr>
          <p:spPr>
            <a:xfrm>
              <a:off x="2861338" y="6466418"/>
              <a:ext cx="59690" cy="6350"/>
            </a:xfrm>
            <a:custGeom>
              <a:avLst/>
              <a:gdLst/>
              <a:ahLst/>
              <a:cxnLst/>
              <a:rect l="l" t="t" r="r" b="b"/>
              <a:pathLst>
                <a:path w="59689" h="6350">
                  <a:moveTo>
                    <a:pt x="59321" y="0"/>
                  </a:moveTo>
                  <a:lnTo>
                    <a:pt x="59129" y="0"/>
                  </a:lnTo>
                  <a:lnTo>
                    <a:pt x="0" y="6245"/>
                  </a:lnTo>
                  <a:lnTo>
                    <a:pt x="59321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1" name="object 561"/>
            <p:cNvSpPr/>
            <p:nvPr/>
          </p:nvSpPr>
          <p:spPr>
            <a:xfrm>
              <a:off x="2861359" y="6471559"/>
              <a:ext cx="409575" cy="305435"/>
            </a:xfrm>
            <a:custGeom>
              <a:avLst/>
              <a:gdLst/>
              <a:ahLst/>
              <a:cxnLst/>
              <a:rect l="l" t="t" r="r" b="b"/>
              <a:pathLst>
                <a:path w="409575" h="305434">
                  <a:moveTo>
                    <a:pt x="61193" y="0"/>
                  </a:moveTo>
                  <a:lnTo>
                    <a:pt x="0" y="6437"/>
                  </a:lnTo>
                  <a:lnTo>
                    <a:pt x="106" y="304825"/>
                  </a:lnTo>
                  <a:lnTo>
                    <a:pt x="409159" y="261679"/>
                  </a:lnTo>
                  <a:lnTo>
                    <a:pt x="61193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62"/>
            <p:cNvSpPr/>
            <p:nvPr/>
          </p:nvSpPr>
          <p:spPr>
            <a:xfrm>
              <a:off x="2861359" y="6471559"/>
              <a:ext cx="61594" cy="6985"/>
            </a:xfrm>
            <a:custGeom>
              <a:avLst/>
              <a:gdLst/>
              <a:ahLst/>
              <a:cxnLst/>
              <a:rect l="l" t="t" r="r" b="b"/>
              <a:pathLst>
                <a:path w="61594" h="6985">
                  <a:moveTo>
                    <a:pt x="61193" y="0"/>
                  </a:moveTo>
                  <a:lnTo>
                    <a:pt x="61001" y="0"/>
                  </a:lnTo>
                  <a:lnTo>
                    <a:pt x="0" y="6437"/>
                  </a:lnTo>
                  <a:lnTo>
                    <a:pt x="61193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3"/>
            <p:cNvSpPr/>
            <p:nvPr/>
          </p:nvSpPr>
          <p:spPr>
            <a:xfrm>
              <a:off x="2861338" y="6466418"/>
              <a:ext cx="61594" cy="12065"/>
            </a:xfrm>
            <a:custGeom>
              <a:avLst/>
              <a:gdLst/>
              <a:ahLst/>
              <a:cxnLst/>
              <a:rect l="l" t="t" r="r" b="b"/>
              <a:pathLst>
                <a:path w="61594" h="12064">
                  <a:moveTo>
                    <a:pt x="59321" y="0"/>
                  </a:moveTo>
                  <a:lnTo>
                    <a:pt x="0" y="6245"/>
                  </a:lnTo>
                  <a:lnTo>
                    <a:pt x="21" y="11578"/>
                  </a:lnTo>
                  <a:lnTo>
                    <a:pt x="61215" y="5120"/>
                  </a:lnTo>
                  <a:lnTo>
                    <a:pt x="59321" y="3696"/>
                  </a:lnTo>
                  <a:lnTo>
                    <a:pt x="59321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4" name="object 564"/>
            <p:cNvSpPr/>
            <p:nvPr/>
          </p:nvSpPr>
          <p:spPr>
            <a:xfrm>
              <a:off x="2925917" y="6034981"/>
              <a:ext cx="349250" cy="695325"/>
            </a:xfrm>
            <a:custGeom>
              <a:avLst/>
              <a:gdLst/>
              <a:ahLst/>
              <a:cxnLst/>
              <a:rect l="l" t="t" r="r" b="b"/>
              <a:pathLst>
                <a:path w="349250" h="695325">
                  <a:moveTo>
                    <a:pt x="38503" y="256750"/>
                  </a:moveTo>
                  <a:lnTo>
                    <a:pt x="18219" y="258895"/>
                  </a:lnTo>
                  <a:lnTo>
                    <a:pt x="18496" y="261551"/>
                  </a:lnTo>
                  <a:lnTo>
                    <a:pt x="0" y="263527"/>
                  </a:lnTo>
                  <a:lnTo>
                    <a:pt x="63" y="432499"/>
                  </a:lnTo>
                  <a:lnTo>
                    <a:pt x="348923" y="694858"/>
                  </a:lnTo>
                  <a:lnTo>
                    <a:pt x="348819" y="432499"/>
                  </a:lnTo>
                  <a:lnTo>
                    <a:pt x="348750" y="259448"/>
                  </a:lnTo>
                  <a:lnTo>
                    <a:pt x="38802" y="259448"/>
                  </a:lnTo>
                  <a:lnTo>
                    <a:pt x="38576" y="257409"/>
                  </a:lnTo>
                  <a:lnTo>
                    <a:pt x="38503" y="256750"/>
                  </a:lnTo>
                  <a:close/>
                </a:path>
                <a:path w="349250" h="695325">
                  <a:moveTo>
                    <a:pt x="80370" y="252332"/>
                  </a:moveTo>
                  <a:lnTo>
                    <a:pt x="59597" y="254541"/>
                  </a:lnTo>
                  <a:lnTo>
                    <a:pt x="59813" y="256580"/>
                  </a:lnTo>
                  <a:lnTo>
                    <a:pt x="59874" y="257154"/>
                  </a:lnTo>
                  <a:lnTo>
                    <a:pt x="57320" y="257409"/>
                  </a:lnTo>
                  <a:lnTo>
                    <a:pt x="38802" y="259448"/>
                  </a:lnTo>
                  <a:lnTo>
                    <a:pt x="348750" y="259448"/>
                  </a:lnTo>
                  <a:lnTo>
                    <a:pt x="348749" y="256580"/>
                  </a:lnTo>
                  <a:lnTo>
                    <a:pt x="93588" y="256580"/>
                  </a:lnTo>
                  <a:lnTo>
                    <a:pt x="91614" y="255051"/>
                  </a:lnTo>
                  <a:lnTo>
                    <a:pt x="80562" y="255051"/>
                  </a:lnTo>
                  <a:lnTo>
                    <a:pt x="80463" y="253649"/>
                  </a:lnTo>
                  <a:lnTo>
                    <a:pt x="80370" y="252332"/>
                  </a:lnTo>
                  <a:close/>
                </a:path>
                <a:path w="349250" h="695325">
                  <a:moveTo>
                    <a:pt x="348744" y="243579"/>
                  </a:moveTo>
                  <a:lnTo>
                    <a:pt x="98761" y="243579"/>
                  </a:lnTo>
                  <a:lnTo>
                    <a:pt x="101443" y="248168"/>
                  </a:lnTo>
                  <a:lnTo>
                    <a:pt x="95782" y="251461"/>
                  </a:lnTo>
                  <a:lnTo>
                    <a:pt x="97995" y="253138"/>
                  </a:lnTo>
                  <a:lnTo>
                    <a:pt x="93588" y="253649"/>
                  </a:lnTo>
                  <a:lnTo>
                    <a:pt x="93588" y="256580"/>
                  </a:lnTo>
                  <a:lnTo>
                    <a:pt x="348749" y="256580"/>
                  </a:lnTo>
                  <a:lnTo>
                    <a:pt x="348744" y="243579"/>
                  </a:lnTo>
                  <a:close/>
                </a:path>
                <a:path w="349250" h="695325">
                  <a:moveTo>
                    <a:pt x="90269" y="254010"/>
                  </a:moveTo>
                  <a:lnTo>
                    <a:pt x="80562" y="255051"/>
                  </a:lnTo>
                  <a:lnTo>
                    <a:pt x="91614" y="255051"/>
                  </a:lnTo>
                  <a:lnTo>
                    <a:pt x="90269" y="254010"/>
                  </a:lnTo>
                  <a:close/>
                </a:path>
                <a:path w="349250" h="695325">
                  <a:moveTo>
                    <a:pt x="194927" y="132114"/>
                  </a:moveTo>
                  <a:lnTo>
                    <a:pt x="90907" y="132114"/>
                  </a:lnTo>
                  <a:lnTo>
                    <a:pt x="90907" y="153719"/>
                  </a:lnTo>
                  <a:lnTo>
                    <a:pt x="93588" y="153719"/>
                  </a:lnTo>
                  <a:lnTo>
                    <a:pt x="93588" y="175515"/>
                  </a:lnTo>
                  <a:lnTo>
                    <a:pt x="90907" y="175515"/>
                  </a:lnTo>
                  <a:lnTo>
                    <a:pt x="90907" y="197120"/>
                  </a:lnTo>
                  <a:lnTo>
                    <a:pt x="93588" y="197120"/>
                  </a:lnTo>
                  <a:lnTo>
                    <a:pt x="93588" y="218916"/>
                  </a:lnTo>
                  <a:lnTo>
                    <a:pt x="90907" y="218916"/>
                  </a:lnTo>
                  <a:lnTo>
                    <a:pt x="90907" y="240520"/>
                  </a:lnTo>
                  <a:lnTo>
                    <a:pt x="93588" y="240520"/>
                  </a:lnTo>
                  <a:lnTo>
                    <a:pt x="93588" y="246595"/>
                  </a:lnTo>
                  <a:lnTo>
                    <a:pt x="98761" y="243579"/>
                  </a:lnTo>
                  <a:lnTo>
                    <a:pt x="348744" y="243579"/>
                  </a:lnTo>
                  <a:lnTo>
                    <a:pt x="348741" y="237079"/>
                  </a:lnTo>
                  <a:lnTo>
                    <a:pt x="120216" y="237079"/>
                  </a:lnTo>
                  <a:lnTo>
                    <a:pt x="117534" y="232490"/>
                  </a:lnTo>
                  <a:lnTo>
                    <a:pt x="136307" y="221401"/>
                  </a:lnTo>
                  <a:lnTo>
                    <a:pt x="348735" y="221401"/>
                  </a:lnTo>
                  <a:lnTo>
                    <a:pt x="348733" y="215092"/>
                  </a:lnTo>
                  <a:lnTo>
                    <a:pt x="157763" y="215092"/>
                  </a:lnTo>
                  <a:lnTo>
                    <a:pt x="154889" y="210503"/>
                  </a:lnTo>
                  <a:lnTo>
                    <a:pt x="173663" y="199414"/>
                  </a:lnTo>
                  <a:lnTo>
                    <a:pt x="348727" y="199414"/>
                  </a:lnTo>
                  <a:lnTo>
                    <a:pt x="348724" y="192914"/>
                  </a:lnTo>
                  <a:lnTo>
                    <a:pt x="195117" y="192914"/>
                  </a:lnTo>
                  <a:lnTo>
                    <a:pt x="192436" y="188324"/>
                  </a:lnTo>
                  <a:lnTo>
                    <a:pt x="210879" y="177618"/>
                  </a:lnTo>
                  <a:lnTo>
                    <a:pt x="97803" y="177618"/>
                  </a:lnTo>
                  <a:lnTo>
                    <a:pt x="95887" y="172647"/>
                  </a:lnTo>
                  <a:lnTo>
                    <a:pt x="115619" y="164617"/>
                  </a:lnTo>
                  <a:lnTo>
                    <a:pt x="232896" y="164617"/>
                  </a:lnTo>
                  <a:lnTo>
                    <a:pt x="238397" y="161367"/>
                  </a:lnTo>
                  <a:lnTo>
                    <a:pt x="137457" y="161367"/>
                  </a:lnTo>
                  <a:lnTo>
                    <a:pt x="135542" y="156395"/>
                  </a:lnTo>
                  <a:lnTo>
                    <a:pt x="155272" y="148365"/>
                  </a:lnTo>
                  <a:lnTo>
                    <a:pt x="269852" y="148365"/>
                  </a:lnTo>
                  <a:lnTo>
                    <a:pt x="267816" y="145115"/>
                  </a:lnTo>
                  <a:lnTo>
                    <a:pt x="177111" y="145115"/>
                  </a:lnTo>
                  <a:lnTo>
                    <a:pt x="175003" y="140336"/>
                  </a:lnTo>
                  <a:lnTo>
                    <a:pt x="194927" y="132114"/>
                  </a:lnTo>
                  <a:close/>
                </a:path>
                <a:path w="349250" h="695325">
                  <a:moveTo>
                    <a:pt x="348735" y="221401"/>
                  </a:moveTo>
                  <a:lnTo>
                    <a:pt x="136307" y="221401"/>
                  </a:lnTo>
                  <a:lnTo>
                    <a:pt x="138990" y="225990"/>
                  </a:lnTo>
                  <a:lnTo>
                    <a:pt x="120216" y="237079"/>
                  </a:lnTo>
                  <a:lnTo>
                    <a:pt x="348741" y="237079"/>
                  </a:lnTo>
                  <a:lnTo>
                    <a:pt x="348735" y="221401"/>
                  </a:lnTo>
                  <a:close/>
                </a:path>
                <a:path w="349250" h="695325">
                  <a:moveTo>
                    <a:pt x="348727" y="199414"/>
                  </a:moveTo>
                  <a:lnTo>
                    <a:pt x="173663" y="199414"/>
                  </a:lnTo>
                  <a:lnTo>
                    <a:pt x="176344" y="204002"/>
                  </a:lnTo>
                  <a:lnTo>
                    <a:pt x="157763" y="215092"/>
                  </a:lnTo>
                  <a:lnTo>
                    <a:pt x="348733" y="215092"/>
                  </a:lnTo>
                  <a:lnTo>
                    <a:pt x="348727" y="199414"/>
                  </a:lnTo>
                  <a:close/>
                </a:path>
                <a:path w="349250" h="695325">
                  <a:moveTo>
                    <a:pt x="348718" y="177426"/>
                  </a:moveTo>
                  <a:lnTo>
                    <a:pt x="211209" y="177426"/>
                  </a:lnTo>
                  <a:lnTo>
                    <a:pt x="213892" y="182015"/>
                  </a:lnTo>
                  <a:lnTo>
                    <a:pt x="195117" y="192914"/>
                  </a:lnTo>
                  <a:lnTo>
                    <a:pt x="348724" y="192914"/>
                  </a:lnTo>
                  <a:lnTo>
                    <a:pt x="348718" y="177426"/>
                  </a:lnTo>
                  <a:close/>
                </a:path>
                <a:path w="349250" h="695325">
                  <a:moveTo>
                    <a:pt x="232896" y="164617"/>
                  </a:moveTo>
                  <a:lnTo>
                    <a:pt x="115619" y="164617"/>
                  </a:lnTo>
                  <a:lnTo>
                    <a:pt x="117726" y="169588"/>
                  </a:lnTo>
                  <a:lnTo>
                    <a:pt x="97803" y="177618"/>
                  </a:lnTo>
                  <a:lnTo>
                    <a:pt x="210879" y="177618"/>
                  </a:lnTo>
                  <a:lnTo>
                    <a:pt x="211209" y="177426"/>
                  </a:lnTo>
                  <a:lnTo>
                    <a:pt x="348718" y="177426"/>
                  </a:lnTo>
                  <a:lnTo>
                    <a:pt x="348715" y="170926"/>
                  </a:lnTo>
                  <a:lnTo>
                    <a:pt x="232665" y="170926"/>
                  </a:lnTo>
                  <a:lnTo>
                    <a:pt x="229983" y="166338"/>
                  </a:lnTo>
                  <a:lnTo>
                    <a:pt x="232896" y="164617"/>
                  </a:lnTo>
                  <a:close/>
                </a:path>
                <a:path w="349250" h="695325">
                  <a:moveTo>
                    <a:pt x="348709" y="155248"/>
                  </a:moveTo>
                  <a:lnTo>
                    <a:pt x="248756" y="155248"/>
                  </a:lnTo>
                  <a:lnTo>
                    <a:pt x="251438" y="159837"/>
                  </a:lnTo>
                  <a:lnTo>
                    <a:pt x="232665" y="170926"/>
                  </a:lnTo>
                  <a:lnTo>
                    <a:pt x="348715" y="170926"/>
                  </a:lnTo>
                  <a:lnTo>
                    <a:pt x="348709" y="155248"/>
                  </a:lnTo>
                  <a:close/>
                </a:path>
                <a:path w="349250" h="695325">
                  <a:moveTo>
                    <a:pt x="269852" y="148365"/>
                  </a:moveTo>
                  <a:lnTo>
                    <a:pt x="155272" y="148365"/>
                  </a:lnTo>
                  <a:lnTo>
                    <a:pt x="157187" y="153337"/>
                  </a:lnTo>
                  <a:lnTo>
                    <a:pt x="137457" y="161367"/>
                  </a:lnTo>
                  <a:lnTo>
                    <a:pt x="238397" y="161367"/>
                  </a:lnTo>
                  <a:lnTo>
                    <a:pt x="248756" y="155248"/>
                  </a:lnTo>
                  <a:lnTo>
                    <a:pt x="348709" y="155248"/>
                  </a:lnTo>
                  <a:lnTo>
                    <a:pt x="348707" y="148939"/>
                  </a:lnTo>
                  <a:lnTo>
                    <a:pt x="270211" y="148939"/>
                  </a:lnTo>
                  <a:lnTo>
                    <a:pt x="269852" y="148365"/>
                  </a:lnTo>
                  <a:close/>
                </a:path>
                <a:path w="349250" h="695325">
                  <a:moveTo>
                    <a:pt x="348700" y="133261"/>
                  </a:moveTo>
                  <a:lnTo>
                    <a:pt x="286110" y="133261"/>
                  </a:lnTo>
                  <a:lnTo>
                    <a:pt x="288792" y="137849"/>
                  </a:lnTo>
                  <a:lnTo>
                    <a:pt x="270211" y="148939"/>
                  </a:lnTo>
                  <a:lnTo>
                    <a:pt x="348707" y="148939"/>
                  </a:lnTo>
                  <a:lnTo>
                    <a:pt x="348700" y="133261"/>
                  </a:lnTo>
                  <a:close/>
                </a:path>
                <a:path w="349250" h="695325">
                  <a:moveTo>
                    <a:pt x="122068" y="73609"/>
                  </a:moveTo>
                  <a:lnTo>
                    <a:pt x="100868" y="73609"/>
                  </a:lnTo>
                  <a:lnTo>
                    <a:pt x="101826" y="78962"/>
                  </a:lnTo>
                  <a:lnTo>
                    <a:pt x="97483" y="79663"/>
                  </a:lnTo>
                  <a:lnTo>
                    <a:pt x="97803" y="79918"/>
                  </a:lnTo>
                  <a:lnTo>
                    <a:pt x="93588" y="80407"/>
                  </a:lnTo>
                  <a:lnTo>
                    <a:pt x="93588" y="88713"/>
                  </a:lnTo>
                  <a:lnTo>
                    <a:pt x="90907" y="88713"/>
                  </a:lnTo>
                  <a:lnTo>
                    <a:pt x="90907" y="110318"/>
                  </a:lnTo>
                  <a:lnTo>
                    <a:pt x="93588" y="110318"/>
                  </a:lnTo>
                  <a:lnTo>
                    <a:pt x="93588" y="132114"/>
                  </a:lnTo>
                  <a:lnTo>
                    <a:pt x="194927" y="132114"/>
                  </a:lnTo>
                  <a:lnTo>
                    <a:pt x="196842" y="137085"/>
                  </a:lnTo>
                  <a:lnTo>
                    <a:pt x="177111" y="145115"/>
                  </a:lnTo>
                  <a:lnTo>
                    <a:pt x="267816" y="145115"/>
                  </a:lnTo>
                  <a:lnTo>
                    <a:pt x="267337" y="144350"/>
                  </a:lnTo>
                  <a:lnTo>
                    <a:pt x="286110" y="133261"/>
                  </a:lnTo>
                  <a:lnTo>
                    <a:pt x="348700" y="133261"/>
                  </a:lnTo>
                  <a:lnTo>
                    <a:pt x="348699" y="128864"/>
                  </a:lnTo>
                  <a:lnTo>
                    <a:pt x="216764" y="128864"/>
                  </a:lnTo>
                  <a:lnTo>
                    <a:pt x="214657" y="124084"/>
                  </a:lnTo>
                  <a:lnTo>
                    <a:pt x="234580" y="115863"/>
                  </a:lnTo>
                  <a:lnTo>
                    <a:pt x="315753" y="115863"/>
                  </a:lnTo>
                  <a:lnTo>
                    <a:pt x="321354" y="112612"/>
                  </a:lnTo>
                  <a:lnTo>
                    <a:pt x="256419" y="112612"/>
                  </a:lnTo>
                  <a:lnTo>
                    <a:pt x="254311" y="107833"/>
                  </a:lnTo>
                  <a:lnTo>
                    <a:pt x="274043" y="99611"/>
                  </a:lnTo>
                  <a:lnTo>
                    <a:pt x="343402" y="99611"/>
                  </a:lnTo>
                  <a:lnTo>
                    <a:pt x="348579" y="96553"/>
                  </a:lnTo>
                  <a:lnTo>
                    <a:pt x="295880" y="96553"/>
                  </a:lnTo>
                  <a:lnTo>
                    <a:pt x="293965" y="91580"/>
                  </a:lnTo>
                  <a:lnTo>
                    <a:pt x="313696" y="83360"/>
                  </a:lnTo>
                  <a:lnTo>
                    <a:pt x="348688" y="83360"/>
                  </a:lnTo>
                  <a:lnTo>
                    <a:pt x="348688" y="80407"/>
                  </a:lnTo>
                  <a:lnTo>
                    <a:pt x="335576" y="80407"/>
                  </a:lnTo>
                  <a:lnTo>
                    <a:pt x="333618" y="75330"/>
                  </a:lnTo>
                  <a:lnTo>
                    <a:pt x="122323" y="75330"/>
                  </a:lnTo>
                  <a:lnTo>
                    <a:pt x="122068" y="73609"/>
                  </a:lnTo>
                  <a:close/>
                </a:path>
                <a:path w="349250" h="695325">
                  <a:moveTo>
                    <a:pt x="315753" y="115863"/>
                  </a:moveTo>
                  <a:lnTo>
                    <a:pt x="234580" y="115863"/>
                  </a:lnTo>
                  <a:lnTo>
                    <a:pt x="236495" y="120834"/>
                  </a:lnTo>
                  <a:lnTo>
                    <a:pt x="216764" y="128864"/>
                  </a:lnTo>
                  <a:lnTo>
                    <a:pt x="348699" y="128864"/>
                  </a:lnTo>
                  <a:lnTo>
                    <a:pt x="348698" y="126761"/>
                  </a:lnTo>
                  <a:lnTo>
                    <a:pt x="307566" y="126761"/>
                  </a:lnTo>
                  <a:lnTo>
                    <a:pt x="304885" y="122172"/>
                  </a:lnTo>
                  <a:lnTo>
                    <a:pt x="315753" y="115863"/>
                  </a:lnTo>
                  <a:close/>
                </a:path>
                <a:path w="349250" h="695325">
                  <a:moveTo>
                    <a:pt x="348692" y="111274"/>
                  </a:moveTo>
                  <a:lnTo>
                    <a:pt x="323658" y="111274"/>
                  </a:lnTo>
                  <a:lnTo>
                    <a:pt x="326339" y="115863"/>
                  </a:lnTo>
                  <a:lnTo>
                    <a:pt x="307566" y="126761"/>
                  </a:lnTo>
                  <a:lnTo>
                    <a:pt x="348698" y="126761"/>
                  </a:lnTo>
                  <a:lnTo>
                    <a:pt x="348692" y="111274"/>
                  </a:lnTo>
                  <a:close/>
                </a:path>
                <a:path w="349250" h="695325">
                  <a:moveTo>
                    <a:pt x="343402" y="99611"/>
                  </a:moveTo>
                  <a:lnTo>
                    <a:pt x="274043" y="99611"/>
                  </a:lnTo>
                  <a:lnTo>
                    <a:pt x="276150" y="104583"/>
                  </a:lnTo>
                  <a:lnTo>
                    <a:pt x="256419" y="112612"/>
                  </a:lnTo>
                  <a:lnTo>
                    <a:pt x="321354" y="112612"/>
                  </a:lnTo>
                  <a:lnTo>
                    <a:pt x="323658" y="111274"/>
                  </a:lnTo>
                  <a:lnTo>
                    <a:pt x="348692" y="111274"/>
                  </a:lnTo>
                  <a:lnTo>
                    <a:pt x="348689" y="104773"/>
                  </a:lnTo>
                  <a:lnTo>
                    <a:pt x="345113" y="104773"/>
                  </a:lnTo>
                  <a:lnTo>
                    <a:pt x="342431" y="100185"/>
                  </a:lnTo>
                  <a:lnTo>
                    <a:pt x="343402" y="99611"/>
                  </a:lnTo>
                  <a:close/>
                </a:path>
                <a:path w="349250" h="695325">
                  <a:moveTo>
                    <a:pt x="348688" y="102670"/>
                  </a:moveTo>
                  <a:lnTo>
                    <a:pt x="345113" y="104773"/>
                  </a:lnTo>
                  <a:lnTo>
                    <a:pt x="348689" y="104773"/>
                  </a:lnTo>
                  <a:lnTo>
                    <a:pt x="348688" y="102670"/>
                  </a:lnTo>
                  <a:close/>
                </a:path>
                <a:path w="349250" h="695325">
                  <a:moveTo>
                    <a:pt x="348688" y="83360"/>
                  </a:moveTo>
                  <a:lnTo>
                    <a:pt x="313696" y="83360"/>
                  </a:lnTo>
                  <a:lnTo>
                    <a:pt x="315803" y="88331"/>
                  </a:lnTo>
                  <a:lnTo>
                    <a:pt x="295880" y="96553"/>
                  </a:lnTo>
                  <a:lnTo>
                    <a:pt x="348688" y="96553"/>
                  </a:lnTo>
                  <a:lnTo>
                    <a:pt x="348688" y="83360"/>
                  </a:lnTo>
                  <a:close/>
                </a:path>
                <a:path w="349250" h="695325">
                  <a:moveTo>
                    <a:pt x="348688" y="74884"/>
                  </a:moveTo>
                  <a:lnTo>
                    <a:pt x="335276" y="80407"/>
                  </a:lnTo>
                  <a:lnTo>
                    <a:pt x="348688" y="80407"/>
                  </a:lnTo>
                  <a:lnTo>
                    <a:pt x="348688" y="74884"/>
                  </a:lnTo>
                  <a:close/>
                </a:path>
                <a:path w="349250" h="695325">
                  <a:moveTo>
                    <a:pt x="163254" y="66727"/>
                  </a:moveTo>
                  <a:lnTo>
                    <a:pt x="142054" y="66727"/>
                  </a:lnTo>
                  <a:lnTo>
                    <a:pt x="142965" y="71634"/>
                  </a:lnTo>
                  <a:lnTo>
                    <a:pt x="143012" y="71888"/>
                  </a:lnTo>
                  <a:lnTo>
                    <a:pt x="122323" y="75330"/>
                  </a:lnTo>
                  <a:lnTo>
                    <a:pt x="333618" y="75330"/>
                  </a:lnTo>
                  <a:lnTo>
                    <a:pt x="348667" y="69212"/>
                  </a:lnTo>
                  <a:lnTo>
                    <a:pt x="348667" y="68446"/>
                  </a:lnTo>
                  <a:lnTo>
                    <a:pt x="163509" y="68446"/>
                  </a:lnTo>
                  <a:lnTo>
                    <a:pt x="163254" y="66727"/>
                  </a:lnTo>
                  <a:close/>
                </a:path>
                <a:path w="349250" h="695325">
                  <a:moveTo>
                    <a:pt x="124970" y="69594"/>
                  </a:moveTo>
                  <a:lnTo>
                    <a:pt x="84010" y="69594"/>
                  </a:lnTo>
                  <a:lnTo>
                    <a:pt x="91545" y="75159"/>
                  </a:lnTo>
                  <a:lnTo>
                    <a:pt x="100868" y="73609"/>
                  </a:lnTo>
                  <a:lnTo>
                    <a:pt x="122068" y="73609"/>
                  </a:lnTo>
                  <a:lnTo>
                    <a:pt x="121558" y="70167"/>
                  </a:lnTo>
                  <a:lnTo>
                    <a:pt x="124970" y="69594"/>
                  </a:lnTo>
                  <a:close/>
                </a:path>
                <a:path w="349250" h="695325">
                  <a:moveTo>
                    <a:pt x="286394" y="44547"/>
                  </a:moveTo>
                  <a:lnTo>
                    <a:pt x="50869" y="44547"/>
                  </a:lnTo>
                  <a:lnTo>
                    <a:pt x="68493" y="57931"/>
                  </a:lnTo>
                  <a:lnTo>
                    <a:pt x="67012" y="59843"/>
                  </a:lnTo>
                  <a:lnTo>
                    <a:pt x="66897" y="59992"/>
                  </a:lnTo>
                  <a:lnTo>
                    <a:pt x="82435" y="71634"/>
                  </a:lnTo>
                  <a:lnTo>
                    <a:pt x="84010" y="69594"/>
                  </a:lnTo>
                  <a:lnTo>
                    <a:pt x="124970" y="69594"/>
                  </a:lnTo>
                  <a:lnTo>
                    <a:pt x="142054" y="66727"/>
                  </a:lnTo>
                  <a:lnTo>
                    <a:pt x="163254" y="66727"/>
                  </a:lnTo>
                  <a:lnTo>
                    <a:pt x="162744" y="63285"/>
                  </a:lnTo>
                  <a:lnTo>
                    <a:pt x="183240" y="59843"/>
                  </a:lnTo>
                  <a:lnTo>
                    <a:pt x="204376" y="59843"/>
                  </a:lnTo>
                  <a:lnTo>
                    <a:pt x="203738" y="56401"/>
                  </a:lnTo>
                  <a:lnTo>
                    <a:pt x="224428" y="52960"/>
                  </a:lnTo>
                  <a:lnTo>
                    <a:pt x="245562" y="52960"/>
                  </a:lnTo>
                  <a:lnTo>
                    <a:pt x="244924" y="49518"/>
                  </a:lnTo>
                  <a:lnTo>
                    <a:pt x="265422" y="46078"/>
                  </a:lnTo>
                  <a:lnTo>
                    <a:pt x="286622" y="46078"/>
                  </a:lnTo>
                  <a:lnTo>
                    <a:pt x="286394" y="44547"/>
                  </a:lnTo>
                  <a:close/>
                </a:path>
                <a:path w="349250" h="695325">
                  <a:moveTo>
                    <a:pt x="204376" y="59843"/>
                  </a:moveTo>
                  <a:lnTo>
                    <a:pt x="183240" y="59843"/>
                  </a:lnTo>
                  <a:lnTo>
                    <a:pt x="184199" y="65006"/>
                  </a:lnTo>
                  <a:lnTo>
                    <a:pt x="163509" y="68446"/>
                  </a:lnTo>
                  <a:lnTo>
                    <a:pt x="348667" y="68446"/>
                  </a:lnTo>
                  <a:lnTo>
                    <a:pt x="348667" y="61564"/>
                  </a:lnTo>
                  <a:lnTo>
                    <a:pt x="204696" y="61564"/>
                  </a:lnTo>
                  <a:lnTo>
                    <a:pt x="204404" y="59992"/>
                  </a:lnTo>
                  <a:lnTo>
                    <a:pt x="204376" y="59843"/>
                  </a:lnTo>
                  <a:close/>
                </a:path>
                <a:path w="349250" h="695325">
                  <a:moveTo>
                    <a:pt x="245562" y="52960"/>
                  </a:moveTo>
                  <a:lnTo>
                    <a:pt x="224428" y="52960"/>
                  </a:lnTo>
                  <a:lnTo>
                    <a:pt x="225165" y="57931"/>
                  </a:lnTo>
                  <a:lnTo>
                    <a:pt x="225193" y="58122"/>
                  </a:lnTo>
                  <a:lnTo>
                    <a:pt x="204696" y="61564"/>
                  </a:lnTo>
                  <a:lnTo>
                    <a:pt x="348667" y="61564"/>
                  </a:lnTo>
                  <a:lnTo>
                    <a:pt x="348667" y="54681"/>
                  </a:lnTo>
                  <a:lnTo>
                    <a:pt x="245882" y="54681"/>
                  </a:lnTo>
                  <a:lnTo>
                    <a:pt x="245562" y="52960"/>
                  </a:lnTo>
                  <a:close/>
                </a:path>
                <a:path w="349250" h="695325">
                  <a:moveTo>
                    <a:pt x="286622" y="46078"/>
                  </a:moveTo>
                  <a:lnTo>
                    <a:pt x="265422" y="46078"/>
                  </a:lnTo>
                  <a:lnTo>
                    <a:pt x="266379" y="51239"/>
                  </a:lnTo>
                  <a:lnTo>
                    <a:pt x="245882" y="54681"/>
                  </a:lnTo>
                  <a:lnTo>
                    <a:pt x="348667" y="54681"/>
                  </a:lnTo>
                  <a:lnTo>
                    <a:pt x="348667" y="47798"/>
                  </a:lnTo>
                  <a:lnTo>
                    <a:pt x="286877" y="47798"/>
                  </a:lnTo>
                  <a:lnTo>
                    <a:pt x="286713" y="46694"/>
                  </a:lnTo>
                  <a:lnTo>
                    <a:pt x="286622" y="46078"/>
                  </a:lnTo>
                  <a:close/>
                </a:path>
                <a:path w="349250" h="695325">
                  <a:moveTo>
                    <a:pt x="327817" y="39194"/>
                  </a:moveTo>
                  <a:lnTo>
                    <a:pt x="306608" y="39194"/>
                  </a:lnTo>
                  <a:lnTo>
                    <a:pt x="307566" y="44357"/>
                  </a:lnTo>
                  <a:lnTo>
                    <a:pt x="286877" y="47798"/>
                  </a:lnTo>
                  <a:lnTo>
                    <a:pt x="348667" y="47798"/>
                  </a:lnTo>
                  <a:lnTo>
                    <a:pt x="348667" y="40915"/>
                  </a:lnTo>
                  <a:lnTo>
                    <a:pt x="328063" y="40915"/>
                  </a:lnTo>
                  <a:lnTo>
                    <a:pt x="327817" y="39194"/>
                  </a:lnTo>
                  <a:close/>
                </a:path>
                <a:path w="349250" h="695325">
                  <a:moveTo>
                    <a:pt x="59836" y="30590"/>
                  </a:moveTo>
                  <a:lnTo>
                    <a:pt x="58628" y="30590"/>
                  </a:lnTo>
                  <a:lnTo>
                    <a:pt x="35502" y="33033"/>
                  </a:lnTo>
                  <a:lnTo>
                    <a:pt x="37652" y="34606"/>
                  </a:lnTo>
                  <a:lnTo>
                    <a:pt x="35971" y="36772"/>
                  </a:lnTo>
                  <a:lnTo>
                    <a:pt x="49209" y="46694"/>
                  </a:lnTo>
                  <a:lnTo>
                    <a:pt x="50869" y="44547"/>
                  </a:lnTo>
                  <a:lnTo>
                    <a:pt x="286394" y="44547"/>
                  </a:lnTo>
                  <a:lnTo>
                    <a:pt x="286110" y="42636"/>
                  </a:lnTo>
                  <a:lnTo>
                    <a:pt x="306608" y="39194"/>
                  </a:lnTo>
                  <a:lnTo>
                    <a:pt x="327817" y="39194"/>
                  </a:lnTo>
                  <a:lnTo>
                    <a:pt x="327298" y="35562"/>
                  </a:lnTo>
                  <a:lnTo>
                    <a:pt x="347794" y="32120"/>
                  </a:lnTo>
                  <a:lnTo>
                    <a:pt x="348664" y="32120"/>
                  </a:lnTo>
                  <a:lnTo>
                    <a:pt x="348664" y="31546"/>
                  </a:lnTo>
                  <a:lnTo>
                    <a:pt x="59874" y="31546"/>
                  </a:lnTo>
                  <a:lnTo>
                    <a:pt x="59836" y="30590"/>
                  </a:lnTo>
                  <a:close/>
                </a:path>
                <a:path w="349250" h="695325">
                  <a:moveTo>
                    <a:pt x="348667" y="37495"/>
                  </a:moveTo>
                  <a:lnTo>
                    <a:pt x="328063" y="40915"/>
                  </a:lnTo>
                  <a:lnTo>
                    <a:pt x="348667" y="40915"/>
                  </a:lnTo>
                  <a:lnTo>
                    <a:pt x="348667" y="37495"/>
                  </a:lnTo>
                  <a:close/>
                </a:path>
                <a:path w="349250" h="695325">
                  <a:moveTo>
                    <a:pt x="348664" y="32120"/>
                  </a:moveTo>
                  <a:lnTo>
                    <a:pt x="347794" y="32120"/>
                  </a:lnTo>
                  <a:lnTo>
                    <a:pt x="348629" y="36772"/>
                  </a:lnTo>
                  <a:lnTo>
                    <a:pt x="348664" y="32120"/>
                  </a:lnTo>
                  <a:close/>
                </a:path>
                <a:path w="349250" h="695325">
                  <a:moveTo>
                    <a:pt x="103040" y="25916"/>
                  </a:moveTo>
                  <a:lnTo>
                    <a:pt x="81434" y="28190"/>
                  </a:lnTo>
                  <a:lnTo>
                    <a:pt x="81520" y="30590"/>
                  </a:lnTo>
                  <a:lnTo>
                    <a:pt x="59874" y="31546"/>
                  </a:lnTo>
                  <a:lnTo>
                    <a:pt x="348664" y="31546"/>
                  </a:lnTo>
                  <a:lnTo>
                    <a:pt x="348663" y="29635"/>
                  </a:lnTo>
                  <a:lnTo>
                    <a:pt x="103167" y="29635"/>
                  </a:lnTo>
                  <a:lnTo>
                    <a:pt x="103062" y="26576"/>
                  </a:lnTo>
                  <a:lnTo>
                    <a:pt x="103040" y="25916"/>
                  </a:lnTo>
                  <a:close/>
                </a:path>
                <a:path w="349250" h="695325">
                  <a:moveTo>
                    <a:pt x="348646" y="0"/>
                  </a:moveTo>
                  <a:lnTo>
                    <a:pt x="123850" y="23708"/>
                  </a:lnTo>
                  <a:lnTo>
                    <a:pt x="124456" y="23708"/>
                  </a:lnTo>
                  <a:lnTo>
                    <a:pt x="124525" y="24664"/>
                  </a:lnTo>
                  <a:lnTo>
                    <a:pt x="124594" y="25619"/>
                  </a:lnTo>
                  <a:lnTo>
                    <a:pt x="124663" y="26576"/>
                  </a:lnTo>
                  <a:lnTo>
                    <a:pt x="124745" y="27722"/>
                  </a:lnTo>
                  <a:lnTo>
                    <a:pt x="124814" y="28679"/>
                  </a:lnTo>
                  <a:lnTo>
                    <a:pt x="103167" y="29635"/>
                  </a:lnTo>
                  <a:lnTo>
                    <a:pt x="348663" y="29635"/>
                  </a:lnTo>
                  <a:lnTo>
                    <a:pt x="348661" y="27722"/>
                  </a:lnTo>
                  <a:lnTo>
                    <a:pt x="146461" y="27722"/>
                  </a:lnTo>
                  <a:lnTo>
                    <a:pt x="146379" y="26576"/>
                  </a:lnTo>
                  <a:lnTo>
                    <a:pt x="146310" y="25619"/>
                  </a:lnTo>
                  <a:lnTo>
                    <a:pt x="146242" y="24664"/>
                  </a:lnTo>
                  <a:lnTo>
                    <a:pt x="146173" y="23708"/>
                  </a:lnTo>
                  <a:lnTo>
                    <a:pt x="146077" y="22369"/>
                  </a:lnTo>
                  <a:lnTo>
                    <a:pt x="167725" y="21413"/>
                  </a:lnTo>
                  <a:lnTo>
                    <a:pt x="189406" y="21413"/>
                  </a:lnTo>
                  <a:lnTo>
                    <a:pt x="189370" y="20458"/>
                  </a:lnTo>
                  <a:lnTo>
                    <a:pt x="211018" y="19502"/>
                  </a:lnTo>
                  <a:lnTo>
                    <a:pt x="232706" y="19502"/>
                  </a:lnTo>
                  <a:lnTo>
                    <a:pt x="232665" y="18355"/>
                  </a:lnTo>
                  <a:lnTo>
                    <a:pt x="254311" y="17399"/>
                  </a:lnTo>
                  <a:lnTo>
                    <a:pt x="275992" y="17399"/>
                  </a:lnTo>
                  <a:lnTo>
                    <a:pt x="275958" y="16442"/>
                  </a:lnTo>
                  <a:lnTo>
                    <a:pt x="297413" y="15486"/>
                  </a:lnTo>
                  <a:lnTo>
                    <a:pt x="319129" y="15486"/>
                  </a:lnTo>
                  <a:lnTo>
                    <a:pt x="319060" y="14531"/>
                  </a:lnTo>
                  <a:lnTo>
                    <a:pt x="340706" y="13575"/>
                  </a:lnTo>
                  <a:lnTo>
                    <a:pt x="348654" y="13575"/>
                  </a:lnTo>
                  <a:lnTo>
                    <a:pt x="348646" y="0"/>
                  </a:lnTo>
                  <a:close/>
                </a:path>
                <a:path w="349250" h="695325">
                  <a:moveTo>
                    <a:pt x="189406" y="21413"/>
                  </a:moveTo>
                  <a:lnTo>
                    <a:pt x="167725" y="21413"/>
                  </a:lnTo>
                  <a:lnTo>
                    <a:pt x="167809" y="23708"/>
                  </a:lnTo>
                  <a:lnTo>
                    <a:pt x="167915" y="26576"/>
                  </a:lnTo>
                  <a:lnTo>
                    <a:pt x="146461" y="27722"/>
                  </a:lnTo>
                  <a:lnTo>
                    <a:pt x="348661" y="27722"/>
                  </a:lnTo>
                  <a:lnTo>
                    <a:pt x="348660" y="25619"/>
                  </a:lnTo>
                  <a:lnTo>
                    <a:pt x="189562" y="25619"/>
                  </a:lnTo>
                  <a:lnTo>
                    <a:pt x="189441" y="22369"/>
                  </a:lnTo>
                  <a:lnTo>
                    <a:pt x="189406" y="21413"/>
                  </a:lnTo>
                  <a:close/>
                </a:path>
                <a:path w="349250" h="695325">
                  <a:moveTo>
                    <a:pt x="232706" y="19502"/>
                  </a:moveTo>
                  <a:lnTo>
                    <a:pt x="211018" y="19502"/>
                  </a:lnTo>
                  <a:lnTo>
                    <a:pt x="211089" y="21413"/>
                  </a:lnTo>
                  <a:lnTo>
                    <a:pt x="211209" y="24664"/>
                  </a:lnTo>
                  <a:lnTo>
                    <a:pt x="189562" y="25619"/>
                  </a:lnTo>
                  <a:lnTo>
                    <a:pt x="348660" y="25619"/>
                  </a:lnTo>
                  <a:lnTo>
                    <a:pt x="348659" y="23708"/>
                  </a:lnTo>
                  <a:lnTo>
                    <a:pt x="232855" y="23708"/>
                  </a:lnTo>
                  <a:lnTo>
                    <a:pt x="232740" y="20458"/>
                  </a:lnTo>
                  <a:lnTo>
                    <a:pt x="232706" y="19502"/>
                  </a:lnTo>
                  <a:close/>
                </a:path>
                <a:path w="349250" h="695325">
                  <a:moveTo>
                    <a:pt x="275992" y="17399"/>
                  </a:moveTo>
                  <a:lnTo>
                    <a:pt x="254311" y="17399"/>
                  </a:lnTo>
                  <a:lnTo>
                    <a:pt x="254386" y="19502"/>
                  </a:lnTo>
                  <a:lnTo>
                    <a:pt x="254502" y="22752"/>
                  </a:lnTo>
                  <a:lnTo>
                    <a:pt x="232855" y="23708"/>
                  </a:lnTo>
                  <a:lnTo>
                    <a:pt x="348659" y="23708"/>
                  </a:lnTo>
                  <a:lnTo>
                    <a:pt x="348658" y="21795"/>
                  </a:lnTo>
                  <a:lnTo>
                    <a:pt x="276150" y="21795"/>
                  </a:lnTo>
                  <a:lnTo>
                    <a:pt x="276026" y="18355"/>
                  </a:lnTo>
                  <a:lnTo>
                    <a:pt x="275992" y="17399"/>
                  </a:lnTo>
                  <a:close/>
                </a:path>
                <a:path w="349250" h="695325">
                  <a:moveTo>
                    <a:pt x="319129" y="15486"/>
                  </a:moveTo>
                  <a:lnTo>
                    <a:pt x="297413" y="15486"/>
                  </a:lnTo>
                  <a:lnTo>
                    <a:pt x="297482" y="16442"/>
                  </a:lnTo>
                  <a:lnTo>
                    <a:pt x="297550" y="17399"/>
                  </a:lnTo>
                  <a:lnTo>
                    <a:pt x="297619" y="18355"/>
                  </a:lnTo>
                  <a:lnTo>
                    <a:pt x="297701" y="19502"/>
                  </a:lnTo>
                  <a:lnTo>
                    <a:pt x="297797" y="20840"/>
                  </a:lnTo>
                  <a:lnTo>
                    <a:pt x="276150" y="21795"/>
                  </a:lnTo>
                  <a:lnTo>
                    <a:pt x="348658" y="21795"/>
                  </a:lnTo>
                  <a:lnTo>
                    <a:pt x="348657" y="19884"/>
                  </a:lnTo>
                  <a:lnTo>
                    <a:pt x="319443" y="19884"/>
                  </a:lnTo>
                  <a:lnTo>
                    <a:pt x="319333" y="18355"/>
                  </a:lnTo>
                  <a:lnTo>
                    <a:pt x="319265" y="17399"/>
                  </a:lnTo>
                  <a:lnTo>
                    <a:pt x="319197" y="16442"/>
                  </a:lnTo>
                  <a:lnTo>
                    <a:pt x="319129" y="15486"/>
                  </a:lnTo>
                  <a:close/>
                </a:path>
                <a:path w="349250" h="695325">
                  <a:moveTo>
                    <a:pt x="348654" y="13575"/>
                  </a:moveTo>
                  <a:lnTo>
                    <a:pt x="340706" y="13575"/>
                  </a:lnTo>
                  <a:lnTo>
                    <a:pt x="340775" y="14531"/>
                  </a:lnTo>
                  <a:lnTo>
                    <a:pt x="340843" y="15486"/>
                  </a:lnTo>
                  <a:lnTo>
                    <a:pt x="340912" y="16442"/>
                  </a:lnTo>
                  <a:lnTo>
                    <a:pt x="340980" y="17399"/>
                  </a:lnTo>
                  <a:lnTo>
                    <a:pt x="341090" y="18928"/>
                  </a:lnTo>
                  <a:lnTo>
                    <a:pt x="319443" y="19884"/>
                  </a:lnTo>
                  <a:lnTo>
                    <a:pt x="348657" y="19884"/>
                  </a:lnTo>
                  <a:lnTo>
                    <a:pt x="348654" y="13575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5" name="object 565"/>
            <p:cNvSpPr/>
            <p:nvPr/>
          </p:nvSpPr>
          <p:spPr>
            <a:xfrm>
              <a:off x="3084127" y="6586403"/>
              <a:ext cx="191135" cy="143510"/>
            </a:xfrm>
            <a:custGeom>
              <a:avLst/>
              <a:gdLst/>
              <a:ahLst/>
              <a:cxnLst/>
              <a:rect l="l" t="t" r="r" b="b"/>
              <a:pathLst>
                <a:path w="191135" h="143509">
                  <a:moveTo>
                    <a:pt x="0" y="0"/>
                  </a:moveTo>
                  <a:lnTo>
                    <a:pt x="190713" y="14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5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66"/>
            <p:cNvSpPr/>
            <p:nvPr/>
          </p:nvSpPr>
          <p:spPr>
            <a:xfrm>
              <a:off x="2925917" y="6298509"/>
              <a:ext cx="158750" cy="288290"/>
            </a:xfrm>
            <a:custGeom>
              <a:avLst/>
              <a:gdLst/>
              <a:ahLst/>
              <a:cxnLst/>
              <a:rect l="l" t="t" r="r" b="b"/>
              <a:pathLst>
                <a:path w="158750" h="288290">
                  <a:moveTo>
                    <a:pt x="0" y="0"/>
                  </a:moveTo>
                  <a:lnTo>
                    <a:pt x="63" y="168972"/>
                  </a:lnTo>
                  <a:lnTo>
                    <a:pt x="158210" y="287893"/>
                  </a:lnTo>
                  <a:lnTo>
                    <a:pt x="63" y="1689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67"/>
            <p:cNvSpPr/>
            <p:nvPr/>
          </p:nvSpPr>
          <p:spPr>
            <a:xfrm>
              <a:off x="2920596" y="6296150"/>
              <a:ext cx="5715" cy="171450"/>
            </a:xfrm>
            <a:custGeom>
              <a:avLst/>
              <a:gdLst/>
              <a:ahLst/>
              <a:cxnLst/>
              <a:rect l="l" t="t" r="r" b="b"/>
              <a:pathLst>
                <a:path w="5714" h="171450">
                  <a:moveTo>
                    <a:pt x="2063" y="0"/>
                  </a:moveTo>
                  <a:lnTo>
                    <a:pt x="0" y="213"/>
                  </a:lnTo>
                  <a:lnTo>
                    <a:pt x="63" y="170267"/>
                  </a:lnTo>
                  <a:lnTo>
                    <a:pt x="3489" y="169906"/>
                  </a:lnTo>
                  <a:lnTo>
                    <a:pt x="5384" y="171330"/>
                  </a:lnTo>
                  <a:lnTo>
                    <a:pt x="5321" y="2358"/>
                  </a:lnTo>
                  <a:lnTo>
                    <a:pt x="2362" y="2677"/>
                  </a:lnTo>
                  <a:lnTo>
                    <a:pt x="2063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8" name="object 568"/>
            <p:cNvSpPr/>
            <p:nvPr/>
          </p:nvSpPr>
          <p:spPr>
            <a:xfrm>
              <a:off x="3030744" y="6552901"/>
              <a:ext cx="240029" cy="180340"/>
            </a:xfrm>
            <a:custGeom>
              <a:avLst/>
              <a:gdLst/>
              <a:ahLst/>
              <a:cxnLst/>
              <a:rect l="l" t="t" r="r" b="b"/>
              <a:pathLst>
                <a:path w="240029" h="180340">
                  <a:moveTo>
                    <a:pt x="0" y="0"/>
                  </a:moveTo>
                  <a:lnTo>
                    <a:pt x="239774" y="1803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D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9" name="object 569"/>
            <p:cNvSpPr/>
            <p:nvPr/>
          </p:nvSpPr>
          <p:spPr>
            <a:xfrm>
              <a:off x="2922553" y="6467481"/>
              <a:ext cx="352425" cy="266065"/>
            </a:xfrm>
            <a:custGeom>
              <a:avLst/>
              <a:gdLst/>
              <a:ahLst/>
              <a:cxnLst/>
              <a:rect l="l" t="t" r="r" b="b"/>
              <a:pathLst>
                <a:path w="352425" h="266065">
                  <a:moveTo>
                    <a:pt x="3427" y="0"/>
                  </a:moveTo>
                  <a:lnTo>
                    <a:pt x="3427" y="3695"/>
                  </a:lnTo>
                  <a:lnTo>
                    <a:pt x="0" y="4057"/>
                  </a:lnTo>
                  <a:lnTo>
                    <a:pt x="347966" y="265757"/>
                  </a:lnTo>
                  <a:lnTo>
                    <a:pt x="352287" y="265311"/>
                  </a:lnTo>
                  <a:lnTo>
                    <a:pt x="352287" y="262359"/>
                  </a:lnTo>
                  <a:lnTo>
                    <a:pt x="3427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570"/>
            <p:cNvSpPr/>
            <p:nvPr/>
          </p:nvSpPr>
          <p:spPr>
            <a:xfrm>
              <a:off x="2920659" y="646605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3426" y="0"/>
                  </a:moveTo>
                  <a:lnTo>
                    <a:pt x="0" y="360"/>
                  </a:lnTo>
                  <a:lnTo>
                    <a:pt x="0" y="4057"/>
                  </a:lnTo>
                  <a:lnTo>
                    <a:pt x="1893" y="5481"/>
                  </a:lnTo>
                  <a:lnTo>
                    <a:pt x="5321" y="5119"/>
                  </a:lnTo>
                  <a:lnTo>
                    <a:pt x="5321" y="142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6271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571"/>
            <p:cNvSpPr/>
            <p:nvPr/>
          </p:nvSpPr>
          <p:spPr>
            <a:xfrm>
              <a:off x="2861338" y="647266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572"/>
            <p:cNvSpPr/>
            <p:nvPr/>
          </p:nvSpPr>
          <p:spPr>
            <a:xfrm>
              <a:off x="2861359" y="6477997"/>
              <a:ext cx="635" cy="298450"/>
            </a:xfrm>
            <a:custGeom>
              <a:avLst/>
              <a:gdLst/>
              <a:ahLst/>
              <a:cxnLst/>
              <a:rect l="l" t="t" r="r" b="b"/>
              <a:pathLst>
                <a:path w="635" h="298450">
                  <a:moveTo>
                    <a:pt x="0" y="0"/>
                  </a:moveTo>
                  <a:lnTo>
                    <a:pt x="106" y="2983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D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3" name="object 573"/>
            <p:cNvSpPr/>
            <p:nvPr/>
          </p:nvSpPr>
          <p:spPr>
            <a:xfrm>
              <a:off x="2861338" y="647266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0" y="0"/>
                  </a:moveTo>
                  <a:lnTo>
                    <a:pt x="0" y="53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71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4" name="object 574"/>
            <p:cNvSpPr/>
            <p:nvPr/>
          </p:nvSpPr>
          <p:spPr>
            <a:xfrm>
              <a:off x="2856144" y="6780654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4">
                  <a:moveTo>
                    <a:pt x="0" y="0"/>
                  </a:moveTo>
                  <a:lnTo>
                    <a:pt x="19" y="1445"/>
                  </a:lnTo>
                  <a:lnTo>
                    <a:pt x="1894" y="1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5" name="object 575"/>
            <p:cNvSpPr/>
            <p:nvPr/>
          </p:nvSpPr>
          <p:spPr>
            <a:xfrm>
              <a:off x="2861466" y="6733239"/>
              <a:ext cx="415290" cy="48895"/>
            </a:xfrm>
            <a:custGeom>
              <a:avLst/>
              <a:gdLst/>
              <a:ahLst/>
              <a:cxnLst/>
              <a:rect l="l" t="t" r="r" b="b"/>
              <a:pathLst>
                <a:path w="415289" h="48895">
                  <a:moveTo>
                    <a:pt x="409053" y="0"/>
                  </a:moveTo>
                  <a:lnTo>
                    <a:pt x="0" y="43145"/>
                  </a:lnTo>
                  <a:lnTo>
                    <a:pt x="0" y="48498"/>
                  </a:lnTo>
                  <a:lnTo>
                    <a:pt x="415268" y="4695"/>
                  </a:lnTo>
                  <a:lnTo>
                    <a:pt x="409053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6" name="object 576"/>
            <p:cNvSpPr/>
            <p:nvPr/>
          </p:nvSpPr>
          <p:spPr>
            <a:xfrm>
              <a:off x="3274841" y="672984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E8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7" name="object 577"/>
            <p:cNvSpPr/>
            <p:nvPr/>
          </p:nvSpPr>
          <p:spPr>
            <a:xfrm>
              <a:off x="3274564" y="6034408"/>
              <a:ext cx="5715" cy="699770"/>
            </a:xfrm>
            <a:custGeom>
              <a:avLst/>
              <a:gdLst/>
              <a:ahLst/>
              <a:cxnLst/>
              <a:rect l="l" t="t" r="r" b="b"/>
              <a:pathLst>
                <a:path w="5714" h="699770">
                  <a:moveTo>
                    <a:pt x="5363" y="100098"/>
                  </a:moveTo>
                  <a:lnTo>
                    <a:pt x="41" y="103243"/>
                  </a:lnTo>
                  <a:lnTo>
                    <a:pt x="276" y="695431"/>
                  </a:lnTo>
                  <a:lnTo>
                    <a:pt x="5596" y="699424"/>
                  </a:lnTo>
                  <a:lnTo>
                    <a:pt x="5364" y="103243"/>
                  </a:lnTo>
                  <a:lnTo>
                    <a:pt x="5363" y="100098"/>
                  </a:lnTo>
                  <a:close/>
                </a:path>
                <a:path w="5714" h="699770">
                  <a:moveTo>
                    <a:pt x="5341" y="73247"/>
                  </a:moveTo>
                  <a:lnTo>
                    <a:pt x="41" y="75457"/>
                  </a:lnTo>
                  <a:lnTo>
                    <a:pt x="41" y="97061"/>
                  </a:lnTo>
                  <a:lnTo>
                    <a:pt x="5363" y="93917"/>
                  </a:lnTo>
                  <a:lnTo>
                    <a:pt x="5341" y="73247"/>
                  </a:lnTo>
                  <a:close/>
                </a:path>
                <a:path w="5714" h="699770">
                  <a:moveTo>
                    <a:pt x="5321" y="0"/>
                  </a:moveTo>
                  <a:lnTo>
                    <a:pt x="0" y="572"/>
                  </a:lnTo>
                  <a:lnTo>
                    <a:pt x="20" y="69785"/>
                  </a:lnTo>
                  <a:lnTo>
                    <a:pt x="4704" y="67872"/>
                  </a:lnTo>
                  <a:lnTo>
                    <a:pt x="5341" y="67872"/>
                  </a:lnTo>
                  <a:lnTo>
                    <a:pt x="5321" y="0"/>
                  </a:lnTo>
                  <a:close/>
                </a:path>
                <a:path w="5714" h="699770">
                  <a:moveTo>
                    <a:pt x="5341" y="67872"/>
                  </a:moveTo>
                  <a:lnTo>
                    <a:pt x="4704" y="67872"/>
                  </a:lnTo>
                  <a:lnTo>
                    <a:pt x="5341" y="69338"/>
                  </a:lnTo>
                  <a:lnTo>
                    <a:pt x="5341" y="67872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8" name="object 578"/>
            <p:cNvSpPr/>
            <p:nvPr/>
          </p:nvSpPr>
          <p:spPr>
            <a:xfrm>
              <a:off x="3270519" y="6729840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4321" y="0"/>
                  </a:moveTo>
                  <a:lnTo>
                    <a:pt x="4321" y="2952"/>
                  </a:lnTo>
                  <a:lnTo>
                    <a:pt x="0" y="3398"/>
                  </a:lnTo>
                  <a:lnTo>
                    <a:pt x="6215" y="8093"/>
                  </a:lnTo>
                  <a:lnTo>
                    <a:pt x="9641" y="7731"/>
                  </a:lnTo>
                  <a:lnTo>
                    <a:pt x="9641" y="3992"/>
                  </a:lnTo>
                  <a:lnTo>
                    <a:pt x="432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9" name="object 579"/>
            <p:cNvSpPr/>
            <p:nvPr/>
          </p:nvSpPr>
          <p:spPr>
            <a:xfrm>
              <a:off x="2855953" y="6305774"/>
              <a:ext cx="635" cy="167640"/>
            </a:xfrm>
            <a:custGeom>
              <a:avLst/>
              <a:gdLst/>
              <a:ahLst/>
              <a:cxnLst/>
              <a:rect l="l" t="t" r="r" b="b"/>
              <a:pathLst>
                <a:path w="635" h="167639">
                  <a:moveTo>
                    <a:pt x="0" y="0"/>
                  </a:moveTo>
                  <a:lnTo>
                    <a:pt x="63" y="167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90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0" name="object 580"/>
            <p:cNvSpPr/>
            <p:nvPr/>
          </p:nvSpPr>
          <p:spPr>
            <a:xfrm>
              <a:off x="2856016" y="6473216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solidFill>
              <a:srgbClr val="7E8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1" name="object 581"/>
            <p:cNvSpPr/>
            <p:nvPr/>
          </p:nvSpPr>
          <p:spPr>
            <a:xfrm>
              <a:off x="2856038" y="6478569"/>
              <a:ext cx="635" cy="295910"/>
            </a:xfrm>
            <a:custGeom>
              <a:avLst/>
              <a:gdLst/>
              <a:ahLst/>
              <a:cxnLst/>
              <a:rect l="l" t="t" r="r" b="b"/>
              <a:pathLst>
                <a:path w="635" h="295909">
                  <a:moveTo>
                    <a:pt x="0" y="0"/>
                  </a:moveTo>
                  <a:lnTo>
                    <a:pt x="106" y="2954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96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2" name="object 582"/>
            <p:cNvSpPr/>
            <p:nvPr/>
          </p:nvSpPr>
          <p:spPr>
            <a:xfrm>
              <a:off x="2856016" y="6478569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solidFill>
              <a:srgbClr val="7E8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3" name="object 583"/>
            <p:cNvSpPr/>
            <p:nvPr/>
          </p:nvSpPr>
          <p:spPr>
            <a:xfrm>
              <a:off x="2856016" y="6473216"/>
              <a:ext cx="635" cy="5715"/>
            </a:xfrm>
            <a:custGeom>
              <a:avLst/>
              <a:gdLst/>
              <a:ahLst/>
              <a:cxnLst/>
              <a:rect l="l" t="t" r="r" b="b"/>
              <a:pathLst>
                <a:path w="635" h="5714">
                  <a:moveTo>
                    <a:pt x="21" y="0"/>
                  </a:moveTo>
                  <a:lnTo>
                    <a:pt x="0" y="535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6D78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4" name="object 584"/>
            <p:cNvSpPr/>
            <p:nvPr/>
          </p:nvSpPr>
          <p:spPr>
            <a:xfrm>
              <a:off x="2858060" y="6781737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10" h="634">
                  <a:moveTo>
                    <a:pt x="3406" y="0"/>
                  </a:moveTo>
                  <a:lnTo>
                    <a:pt x="0" y="340"/>
                  </a:lnTo>
                  <a:lnTo>
                    <a:pt x="3406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5" name="object 585"/>
            <p:cNvSpPr/>
            <p:nvPr/>
          </p:nvSpPr>
          <p:spPr>
            <a:xfrm>
              <a:off x="2855988" y="6305549"/>
              <a:ext cx="5715" cy="167640"/>
            </a:xfrm>
            <a:custGeom>
              <a:avLst/>
              <a:gdLst/>
              <a:ahLst/>
              <a:cxnLst/>
              <a:rect l="l" t="t" r="r" b="b"/>
              <a:pathLst>
                <a:path w="5714" h="167639">
                  <a:moveTo>
                    <a:pt x="5308" y="0"/>
                  </a:moveTo>
                  <a:lnTo>
                    <a:pt x="0" y="0"/>
                  </a:lnTo>
                  <a:lnTo>
                    <a:pt x="0" y="167640"/>
                  </a:lnTo>
                  <a:lnTo>
                    <a:pt x="5308" y="167640"/>
                  </a:lnTo>
                  <a:lnTo>
                    <a:pt x="5308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6" name="object 586"/>
            <p:cNvSpPr/>
            <p:nvPr/>
          </p:nvSpPr>
          <p:spPr>
            <a:xfrm>
              <a:off x="2856038" y="6472664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4" h="635">
                  <a:moveTo>
                    <a:pt x="5299" y="0"/>
                  </a:moveTo>
                  <a:lnTo>
                    <a:pt x="0" y="552"/>
                  </a:lnTo>
                  <a:lnTo>
                    <a:pt x="5299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7" name="object 587"/>
            <p:cNvSpPr/>
            <p:nvPr/>
          </p:nvSpPr>
          <p:spPr>
            <a:xfrm>
              <a:off x="2856090" y="6478269"/>
              <a:ext cx="5715" cy="298450"/>
            </a:xfrm>
            <a:custGeom>
              <a:avLst/>
              <a:gdLst/>
              <a:ahLst/>
              <a:cxnLst/>
              <a:rect l="l" t="t" r="r" b="b"/>
              <a:pathLst>
                <a:path w="5714" h="298450">
                  <a:moveTo>
                    <a:pt x="5372" y="295910"/>
                  </a:moveTo>
                  <a:lnTo>
                    <a:pt x="5308" y="0"/>
                  </a:lnTo>
                  <a:lnTo>
                    <a:pt x="0" y="0"/>
                  </a:lnTo>
                  <a:lnTo>
                    <a:pt x="0" y="295910"/>
                  </a:lnTo>
                  <a:lnTo>
                    <a:pt x="1955" y="295910"/>
                  </a:lnTo>
                  <a:lnTo>
                    <a:pt x="1955" y="298450"/>
                  </a:lnTo>
                  <a:lnTo>
                    <a:pt x="5372" y="298450"/>
                  </a:lnTo>
                  <a:lnTo>
                    <a:pt x="5372" y="29591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8" name="object 588"/>
            <p:cNvSpPr/>
            <p:nvPr/>
          </p:nvSpPr>
          <p:spPr>
            <a:xfrm>
              <a:off x="2856144" y="6774006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0" y="0"/>
                  </a:moveTo>
                  <a:lnTo>
                    <a:pt x="0" y="6648"/>
                  </a:lnTo>
                  <a:lnTo>
                    <a:pt x="1944" y="8093"/>
                  </a:lnTo>
                  <a:lnTo>
                    <a:pt x="5321" y="7731"/>
                  </a:lnTo>
                  <a:lnTo>
                    <a:pt x="5321" y="2590"/>
                  </a:lnTo>
                  <a:lnTo>
                    <a:pt x="3426" y="2590"/>
                  </a:lnTo>
                  <a:lnTo>
                    <a:pt x="0" y="0"/>
                  </a:lnTo>
                  <a:close/>
                </a:path>
                <a:path w="5714" h="8254">
                  <a:moveTo>
                    <a:pt x="5321" y="2378"/>
                  </a:moveTo>
                  <a:lnTo>
                    <a:pt x="3145" y="2378"/>
                  </a:lnTo>
                  <a:lnTo>
                    <a:pt x="3426" y="2590"/>
                  </a:lnTo>
                  <a:lnTo>
                    <a:pt x="5321" y="2590"/>
                  </a:lnTo>
                  <a:lnTo>
                    <a:pt x="5321" y="2378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9" name="object 589"/>
            <p:cNvSpPr/>
            <p:nvPr/>
          </p:nvSpPr>
          <p:spPr>
            <a:xfrm>
              <a:off x="2856038" y="6472664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5299" y="0"/>
                  </a:moveTo>
                  <a:lnTo>
                    <a:pt x="0" y="552"/>
                  </a:lnTo>
                  <a:lnTo>
                    <a:pt x="0" y="5905"/>
                  </a:lnTo>
                  <a:lnTo>
                    <a:pt x="5299" y="5332"/>
                  </a:lnTo>
                  <a:lnTo>
                    <a:pt x="5299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0" name="object 590"/>
            <p:cNvSpPr/>
            <p:nvPr/>
          </p:nvSpPr>
          <p:spPr>
            <a:xfrm>
              <a:off x="3277990" y="6029076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894" y="0"/>
                  </a:moveTo>
                  <a:lnTo>
                    <a:pt x="0" y="212"/>
                  </a:lnTo>
                  <a:lnTo>
                    <a:pt x="830" y="828"/>
                  </a:lnTo>
                  <a:lnTo>
                    <a:pt x="1894" y="1635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1" name="object 591"/>
            <p:cNvSpPr/>
            <p:nvPr/>
          </p:nvSpPr>
          <p:spPr>
            <a:xfrm>
              <a:off x="2511350" y="5768608"/>
              <a:ext cx="409575" cy="304165"/>
            </a:xfrm>
            <a:custGeom>
              <a:avLst/>
              <a:gdLst/>
              <a:ahLst/>
              <a:cxnLst/>
              <a:rect l="l" t="t" r="r" b="b"/>
              <a:pathLst>
                <a:path w="409575" h="304164">
                  <a:moveTo>
                    <a:pt x="409032" y="0"/>
                  </a:moveTo>
                  <a:lnTo>
                    <a:pt x="0" y="43145"/>
                  </a:lnTo>
                  <a:lnTo>
                    <a:pt x="347030" y="304144"/>
                  </a:lnTo>
                  <a:lnTo>
                    <a:pt x="368315" y="301744"/>
                  </a:lnTo>
                  <a:lnTo>
                    <a:pt x="368420" y="302679"/>
                  </a:lnTo>
                  <a:lnTo>
                    <a:pt x="386024" y="300809"/>
                  </a:lnTo>
                  <a:lnTo>
                    <a:pt x="385939" y="300023"/>
                  </a:lnTo>
                  <a:lnTo>
                    <a:pt x="409160" y="297453"/>
                  </a:lnTo>
                  <a:lnTo>
                    <a:pt x="409032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2" name="object 592"/>
            <p:cNvSpPr/>
            <p:nvPr/>
          </p:nvSpPr>
          <p:spPr>
            <a:xfrm>
              <a:off x="2925704" y="5770986"/>
              <a:ext cx="344805" cy="295910"/>
            </a:xfrm>
            <a:custGeom>
              <a:avLst/>
              <a:gdLst/>
              <a:ahLst/>
              <a:cxnLst/>
              <a:rect l="l" t="t" r="r" b="b"/>
              <a:pathLst>
                <a:path w="344804" h="295910">
                  <a:moveTo>
                    <a:pt x="0" y="0"/>
                  </a:moveTo>
                  <a:lnTo>
                    <a:pt x="127" y="295436"/>
                  </a:lnTo>
                  <a:lnTo>
                    <a:pt x="13047" y="294076"/>
                  </a:lnTo>
                  <a:lnTo>
                    <a:pt x="12962" y="293248"/>
                  </a:lnTo>
                  <a:lnTo>
                    <a:pt x="25030" y="291909"/>
                  </a:lnTo>
                  <a:lnTo>
                    <a:pt x="25030" y="289041"/>
                  </a:lnTo>
                  <a:lnTo>
                    <a:pt x="28287" y="291547"/>
                  </a:lnTo>
                  <a:lnTo>
                    <a:pt x="30394" y="291335"/>
                  </a:lnTo>
                  <a:lnTo>
                    <a:pt x="30394" y="291569"/>
                  </a:lnTo>
                  <a:lnTo>
                    <a:pt x="38248" y="291144"/>
                  </a:lnTo>
                  <a:lnTo>
                    <a:pt x="38270" y="291420"/>
                  </a:lnTo>
                  <a:lnTo>
                    <a:pt x="344538" y="259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B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3" name="object 593"/>
            <p:cNvSpPr/>
            <p:nvPr/>
          </p:nvSpPr>
          <p:spPr>
            <a:xfrm>
              <a:off x="2925704" y="5770986"/>
              <a:ext cx="635" cy="295910"/>
            </a:xfrm>
            <a:custGeom>
              <a:avLst/>
              <a:gdLst/>
              <a:ahLst/>
              <a:cxnLst/>
              <a:rect l="l" t="t" r="r" b="b"/>
              <a:pathLst>
                <a:path w="635" h="295910">
                  <a:moveTo>
                    <a:pt x="0" y="0"/>
                  </a:moveTo>
                  <a:lnTo>
                    <a:pt x="127" y="2954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4" name="object 594"/>
            <p:cNvSpPr/>
            <p:nvPr/>
          </p:nvSpPr>
          <p:spPr>
            <a:xfrm>
              <a:off x="2920377" y="5768339"/>
              <a:ext cx="5715" cy="298450"/>
            </a:xfrm>
            <a:custGeom>
              <a:avLst/>
              <a:gdLst/>
              <a:ahLst/>
              <a:cxnLst/>
              <a:rect l="l" t="t" r="r" b="b"/>
              <a:pathLst>
                <a:path w="5714" h="298450">
                  <a:moveTo>
                    <a:pt x="5448" y="297180"/>
                  </a:moveTo>
                  <a:lnTo>
                    <a:pt x="5384" y="2540"/>
                  </a:lnTo>
                  <a:lnTo>
                    <a:pt x="3505" y="2540"/>
                  </a:lnTo>
                  <a:lnTo>
                    <a:pt x="3505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63" y="297180"/>
                  </a:lnTo>
                  <a:lnTo>
                    <a:pt x="1066" y="297180"/>
                  </a:lnTo>
                  <a:lnTo>
                    <a:pt x="1066" y="298450"/>
                  </a:lnTo>
                  <a:lnTo>
                    <a:pt x="5448" y="298450"/>
                  </a:lnTo>
                  <a:lnTo>
                    <a:pt x="5448" y="29718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5" name="object 595"/>
            <p:cNvSpPr/>
            <p:nvPr/>
          </p:nvSpPr>
          <p:spPr>
            <a:xfrm>
              <a:off x="2511350" y="5811753"/>
              <a:ext cx="347345" cy="261620"/>
            </a:xfrm>
            <a:custGeom>
              <a:avLst/>
              <a:gdLst/>
              <a:ahLst/>
              <a:cxnLst/>
              <a:rect l="l" t="t" r="r" b="b"/>
              <a:pathLst>
                <a:path w="347344" h="261620">
                  <a:moveTo>
                    <a:pt x="0" y="0"/>
                  </a:moveTo>
                  <a:lnTo>
                    <a:pt x="347030" y="2609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6" name="object 596"/>
            <p:cNvSpPr/>
            <p:nvPr/>
          </p:nvSpPr>
          <p:spPr>
            <a:xfrm>
              <a:off x="2511329" y="581175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7" name="object 597"/>
            <p:cNvSpPr/>
            <p:nvPr/>
          </p:nvSpPr>
          <p:spPr>
            <a:xfrm>
              <a:off x="2497366" y="5807420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4" h="3810">
                  <a:moveTo>
                    <a:pt x="4320" y="0"/>
                  </a:moveTo>
                  <a:lnTo>
                    <a:pt x="0" y="467"/>
                  </a:lnTo>
                  <a:lnTo>
                    <a:pt x="4320" y="3717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8" name="object 598"/>
            <p:cNvSpPr/>
            <p:nvPr/>
          </p:nvSpPr>
          <p:spPr>
            <a:xfrm>
              <a:off x="2505113" y="5763259"/>
              <a:ext cx="773430" cy="267335"/>
            </a:xfrm>
            <a:custGeom>
              <a:avLst/>
              <a:gdLst/>
              <a:ahLst/>
              <a:cxnLst/>
              <a:rect l="l" t="t" r="r" b="b"/>
              <a:pathLst>
                <a:path w="773429" h="267335">
                  <a:moveTo>
                    <a:pt x="415264" y="0"/>
                  </a:moveTo>
                  <a:lnTo>
                    <a:pt x="0" y="43802"/>
                  </a:lnTo>
                  <a:lnTo>
                    <a:pt x="6235" y="48501"/>
                  </a:lnTo>
                  <a:lnTo>
                    <a:pt x="415264" y="5359"/>
                  </a:lnTo>
                  <a:lnTo>
                    <a:pt x="415264" y="0"/>
                  </a:lnTo>
                  <a:close/>
                </a:path>
                <a:path w="773429" h="267335">
                  <a:moveTo>
                    <a:pt x="772871" y="266039"/>
                  </a:moveTo>
                  <a:lnTo>
                    <a:pt x="424332" y="3886"/>
                  </a:lnTo>
                  <a:lnTo>
                    <a:pt x="421944" y="3886"/>
                  </a:lnTo>
                  <a:lnTo>
                    <a:pt x="421944" y="2108"/>
                  </a:lnTo>
                  <a:lnTo>
                    <a:pt x="420585" y="1079"/>
                  </a:lnTo>
                  <a:lnTo>
                    <a:pt x="420585" y="7734"/>
                  </a:lnTo>
                  <a:lnTo>
                    <a:pt x="765124" y="266839"/>
                  </a:lnTo>
                  <a:lnTo>
                    <a:pt x="772871" y="266039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9" name="object 599"/>
            <p:cNvSpPr/>
            <p:nvPr/>
          </p:nvSpPr>
          <p:spPr>
            <a:xfrm>
              <a:off x="2927066" y="5765358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4">
                  <a:moveTo>
                    <a:pt x="0" y="0"/>
                  </a:moveTo>
                  <a:lnTo>
                    <a:pt x="0" y="1784"/>
                  </a:lnTo>
                  <a:lnTo>
                    <a:pt x="2383" y="17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368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0" name="object 600"/>
            <p:cNvSpPr/>
            <p:nvPr/>
          </p:nvSpPr>
          <p:spPr>
            <a:xfrm>
              <a:off x="2920382" y="5762914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5321" y="5481"/>
                  </a:moveTo>
                  <a:lnTo>
                    <a:pt x="1894" y="5481"/>
                  </a:lnTo>
                  <a:lnTo>
                    <a:pt x="5321" y="8072"/>
                  </a:lnTo>
                  <a:lnTo>
                    <a:pt x="5321" y="5481"/>
                  </a:lnTo>
                  <a:close/>
                </a:path>
                <a:path w="5714" h="8254">
                  <a:moveTo>
                    <a:pt x="3426" y="0"/>
                  </a:moveTo>
                  <a:lnTo>
                    <a:pt x="0" y="340"/>
                  </a:lnTo>
                  <a:lnTo>
                    <a:pt x="0" y="5693"/>
                  </a:lnTo>
                  <a:lnTo>
                    <a:pt x="2175" y="5693"/>
                  </a:lnTo>
                  <a:lnTo>
                    <a:pt x="1894" y="5481"/>
                  </a:lnTo>
                  <a:lnTo>
                    <a:pt x="5321" y="5481"/>
                  </a:lnTo>
                  <a:lnTo>
                    <a:pt x="5321" y="142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1" name="object 601"/>
            <p:cNvSpPr/>
            <p:nvPr/>
          </p:nvSpPr>
          <p:spPr>
            <a:xfrm>
              <a:off x="2507008" y="5815152"/>
              <a:ext cx="346710" cy="260985"/>
            </a:xfrm>
            <a:custGeom>
              <a:avLst/>
              <a:gdLst/>
              <a:ahLst/>
              <a:cxnLst/>
              <a:rect l="l" t="t" r="r" b="b"/>
              <a:pathLst>
                <a:path w="346710" h="260985">
                  <a:moveTo>
                    <a:pt x="0" y="0"/>
                  </a:moveTo>
                  <a:lnTo>
                    <a:pt x="346710" y="2607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90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2" name="object 602"/>
            <p:cNvSpPr/>
            <p:nvPr/>
          </p:nvSpPr>
          <p:spPr>
            <a:xfrm>
              <a:off x="2501686" y="5807058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10" h="635">
                  <a:moveTo>
                    <a:pt x="3427" y="0"/>
                  </a:moveTo>
                  <a:lnTo>
                    <a:pt x="0" y="361"/>
                  </a:lnTo>
                  <a:lnTo>
                    <a:pt x="3427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3" name="object 603"/>
            <p:cNvSpPr/>
            <p:nvPr/>
          </p:nvSpPr>
          <p:spPr>
            <a:xfrm>
              <a:off x="2507008" y="5811753"/>
              <a:ext cx="351790" cy="264160"/>
            </a:xfrm>
            <a:custGeom>
              <a:avLst/>
              <a:gdLst/>
              <a:ahLst/>
              <a:cxnLst/>
              <a:rect l="l" t="t" r="r" b="b"/>
              <a:pathLst>
                <a:path w="351789" h="264160">
                  <a:moveTo>
                    <a:pt x="4321" y="0"/>
                  </a:moveTo>
                  <a:lnTo>
                    <a:pt x="0" y="445"/>
                  </a:lnTo>
                  <a:lnTo>
                    <a:pt x="0" y="3398"/>
                  </a:lnTo>
                  <a:lnTo>
                    <a:pt x="346710" y="264143"/>
                  </a:lnTo>
                  <a:lnTo>
                    <a:pt x="348860" y="263909"/>
                  </a:lnTo>
                  <a:lnTo>
                    <a:pt x="348903" y="261275"/>
                  </a:lnTo>
                  <a:lnTo>
                    <a:pt x="351372" y="260998"/>
                  </a:lnTo>
                  <a:lnTo>
                    <a:pt x="4321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4" name="object 604"/>
            <p:cNvSpPr/>
            <p:nvPr/>
          </p:nvSpPr>
          <p:spPr>
            <a:xfrm>
              <a:off x="2501686" y="5807058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3427" y="0"/>
                  </a:moveTo>
                  <a:lnTo>
                    <a:pt x="0" y="361"/>
                  </a:lnTo>
                  <a:lnTo>
                    <a:pt x="0" y="4079"/>
                  </a:lnTo>
                  <a:lnTo>
                    <a:pt x="5321" y="8093"/>
                  </a:lnTo>
                  <a:lnTo>
                    <a:pt x="5321" y="5140"/>
                  </a:lnTo>
                  <a:lnTo>
                    <a:pt x="9663" y="4695"/>
                  </a:lnTo>
                  <a:lnTo>
                    <a:pt x="3427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5" name="object 605"/>
            <p:cNvSpPr/>
            <p:nvPr/>
          </p:nvSpPr>
          <p:spPr>
            <a:xfrm>
              <a:off x="3279885" y="6030711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10">
                  <a:moveTo>
                    <a:pt x="0" y="0"/>
                  </a:moveTo>
                  <a:lnTo>
                    <a:pt x="0" y="3696"/>
                  </a:lnTo>
                  <a:lnTo>
                    <a:pt x="4320" y="3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6" name="object 606"/>
            <p:cNvSpPr/>
            <p:nvPr/>
          </p:nvSpPr>
          <p:spPr>
            <a:xfrm>
              <a:off x="2879770" y="6069439"/>
              <a:ext cx="18415" cy="3810"/>
            </a:xfrm>
            <a:custGeom>
              <a:avLst/>
              <a:gdLst/>
              <a:ahLst/>
              <a:cxnLst/>
              <a:rect l="l" t="t" r="r" b="b"/>
              <a:pathLst>
                <a:path w="18414" h="3810">
                  <a:moveTo>
                    <a:pt x="17603" y="0"/>
                  </a:moveTo>
                  <a:lnTo>
                    <a:pt x="0" y="1847"/>
                  </a:lnTo>
                  <a:lnTo>
                    <a:pt x="191" y="3695"/>
                  </a:lnTo>
                  <a:lnTo>
                    <a:pt x="17815" y="1826"/>
                  </a:lnTo>
                  <a:lnTo>
                    <a:pt x="17603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7" name="object 607"/>
            <p:cNvSpPr/>
            <p:nvPr/>
          </p:nvSpPr>
          <p:spPr>
            <a:xfrm>
              <a:off x="2925831" y="6030096"/>
              <a:ext cx="349250" cy="38735"/>
            </a:xfrm>
            <a:custGeom>
              <a:avLst/>
              <a:gdLst/>
              <a:ahLst/>
              <a:cxnLst/>
              <a:rect l="l" t="t" r="r" b="b"/>
              <a:pathLst>
                <a:path w="349250" h="38735">
                  <a:moveTo>
                    <a:pt x="12920" y="34966"/>
                  </a:moveTo>
                  <a:lnTo>
                    <a:pt x="0" y="36327"/>
                  </a:lnTo>
                  <a:lnTo>
                    <a:pt x="0" y="38196"/>
                  </a:lnTo>
                  <a:lnTo>
                    <a:pt x="13111" y="36814"/>
                  </a:lnTo>
                  <a:lnTo>
                    <a:pt x="12920" y="34966"/>
                  </a:lnTo>
                  <a:close/>
                </a:path>
                <a:path w="349250" h="38735">
                  <a:moveTo>
                    <a:pt x="344411" y="0"/>
                  </a:moveTo>
                  <a:lnTo>
                    <a:pt x="38143" y="32311"/>
                  </a:lnTo>
                  <a:lnTo>
                    <a:pt x="38244" y="35349"/>
                  </a:lnTo>
                  <a:lnTo>
                    <a:pt x="38313" y="37388"/>
                  </a:lnTo>
                  <a:lnTo>
                    <a:pt x="35098" y="37558"/>
                  </a:lnTo>
                  <a:lnTo>
                    <a:pt x="35589" y="37919"/>
                  </a:lnTo>
                  <a:lnTo>
                    <a:pt x="59917" y="35349"/>
                  </a:lnTo>
                  <a:lnTo>
                    <a:pt x="59811" y="32311"/>
                  </a:lnTo>
                  <a:lnTo>
                    <a:pt x="59768" y="31079"/>
                  </a:lnTo>
                  <a:lnTo>
                    <a:pt x="81415" y="30123"/>
                  </a:lnTo>
                  <a:lnTo>
                    <a:pt x="103100" y="30123"/>
                  </a:lnTo>
                  <a:lnTo>
                    <a:pt x="103061" y="29166"/>
                  </a:lnTo>
                  <a:lnTo>
                    <a:pt x="124517" y="28211"/>
                  </a:lnTo>
                  <a:lnTo>
                    <a:pt x="127561" y="28211"/>
                  </a:lnTo>
                  <a:lnTo>
                    <a:pt x="348733" y="4885"/>
                  </a:lnTo>
                  <a:lnTo>
                    <a:pt x="348733" y="3249"/>
                  </a:lnTo>
                  <a:lnTo>
                    <a:pt x="344411" y="0"/>
                  </a:lnTo>
                  <a:close/>
                </a:path>
                <a:path w="349250" h="38735">
                  <a:moveTo>
                    <a:pt x="103100" y="30123"/>
                  </a:moveTo>
                  <a:lnTo>
                    <a:pt x="81415" y="30123"/>
                  </a:lnTo>
                  <a:lnTo>
                    <a:pt x="81521" y="33075"/>
                  </a:lnTo>
                  <a:lnTo>
                    <a:pt x="103126" y="30782"/>
                  </a:lnTo>
                  <a:lnTo>
                    <a:pt x="103100" y="30123"/>
                  </a:lnTo>
                  <a:close/>
                </a:path>
                <a:path w="349250" h="38735">
                  <a:moveTo>
                    <a:pt x="127561" y="28211"/>
                  </a:moveTo>
                  <a:lnTo>
                    <a:pt x="124517" y="28211"/>
                  </a:lnTo>
                  <a:lnTo>
                    <a:pt x="124538" y="28530"/>
                  </a:lnTo>
                  <a:lnTo>
                    <a:pt x="127561" y="28211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8" name="object 608"/>
            <p:cNvSpPr/>
            <p:nvPr/>
          </p:nvSpPr>
          <p:spPr>
            <a:xfrm>
              <a:off x="3270242" y="6029288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4">
                  <a:moveTo>
                    <a:pt x="7748" y="0"/>
                  </a:moveTo>
                  <a:lnTo>
                    <a:pt x="0" y="807"/>
                  </a:lnTo>
                  <a:lnTo>
                    <a:pt x="4321" y="4057"/>
                  </a:lnTo>
                  <a:lnTo>
                    <a:pt x="4321" y="5693"/>
                  </a:lnTo>
                  <a:lnTo>
                    <a:pt x="9643" y="5120"/>
                  </a:lnTo>
                  <a:lnTo>
                    <a:pt x="9643" y="2740"/>
                  </a:lnTo>
                  <a:lnTo>
                    <a:pt x="6982" y="2740"/>
                  </a:lnTo>
                  <a:lnTo>
                    <a:pt x="8578" y="615"/>
                  </a:lnTo>
                  <a:lnTo>
                    <a:pt x="7748" y="0"/>
                  </a:lnTo>
                  <a:close/>
                </a:path>
                <a:path w="10160" h="5714">
                  <a:moveTo>
                    <a:pt x="8578" y="615"/>
                  </a:moveTo>
                  <a:lnTo>
                    <a:pt x="6982" y="2740"/>
                  </a:lnTo>
                  <a:lnTo>
                    <a:pt x="9643" y="2740"/>
                  </a:lnTo>
                  <a:lnTo>
                    <a:pt x="9643" y="1423"/>
                  </a:lnTo>
                  <a:lnTo>
                    <a:pt x="8578" y="615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9" name="object 609"/>
            <p:cNvSpPr/>
            <p:nvPr/>
          </p:nvSpPr>
          <p:spPr>
            <a:xfrm>
              <a:off x="2921532" y="6066423"/>
              <a:ext cx="4445" cy="2540"/>
            </a:xfrm>
            <a:custGeom>
              <a:avLst/>
              <a:gdLst/>
              <a:ahLst/>
              <a:cxnLst/>
              <a:rect l="l" t="t" r="r" b="b"/>
              <a:pathLst>
                <a:path w="4444" h="2539">
                  <a:moveTo>
                    <a:pt x="4298" y="0"/>
                  </a:moveTo>
                  <a:lnTo>
                    <a:pt x="0" y="467"/>
                  </a:lnTo>
                  <a:lnTo>
                    <a:pt x="191" y="2293"/>
                  </a:lnTo>
                  <a:lnTo>
                    <a:pt x="4298" y="1869"/>
                  </a:lnTo>
                  <a:lnTo>
                    <a:pt x="4298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0" name="object 610"/>
            <p:cNvSpPr/>
            <p:nvPr/>
          </p:nvSpPr>
          <p:spPr>
            <a:xfrm>
              <a:off x="2855868" y="6073794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4">
                  <a:moveTo>
                    <a:pt x="128" y="0"/>
                  </a:moveTo>
                  <a:lnTo>
                    <a:pt x="0" y="21"/>
                  </a:lnTo>
                  <a:lnTo>
                    <a:pt x="0" y="1869"/>
                  </a:lnTo>
                  <a:lnTo>
                    <a:pt x="340" y="1847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6267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1" name="object 611"/>
            <p:cNvSpPr/>
            <p:nvPr/>
          </p:nvSpPr>
          <p:spPr>
            <a:xfrm>
              <a:off x="2313648" y="6467868"/>
              <a:ext cx="351155" cy="217170"/>
            </a:xfrm>
            <a:custGeom>
              <a:avLst/>
              <a:gdLst/>
              <a:ahLst/>
              <a:cxnLst/>
              <a:rect l="l" t="t" r="r" b="b"/>
              <a:pathLst>
                <a:path w="351155" h="217170">
                  <a:moveTo>
                    <a:pt x="21628" y="205359"/>
                  </a:moveTo>
                  <a:lnTo>
                    <a:pt x="18859" y="200837"/>
                  </a:lnTo>
                  <a:lnTo>
                    <a:pt x="0" y="212305"/>
                  </a:lnTo>
                  <a:lnTo>
                    <a:pt x="2768" y="216839"/>
                  </a:lnTo>
                  <a:lnTo>
                    <a:pt x="21628" y="205359"/>
                  </a:lnTo>
                  <a:close/>
                </a:path>
                <a:path w="351155" h="217170">
                  <a:moveTo>
                    <a:pt x="26098" y="53111"/>
                  </a:moveTo>
                  <a:lnTo>
                    <a:pt x="25311" y="47866"/>
                  </a:lnTo>
                  <a:lnTo>
                    <a:pt x="4432" y="50939"/>
                  </a:lnTo>
                  <a:lnTo>
                    <a:pt x="5194" y="56184"/>
                  </a:lnTo>
                  <a:lnTo>
                    <a:pt x="26098" y="53111"/>
                  </a:lnTo>
                  <a:close/>
                </a:path>
                <a:path w="351155" h="217170">
                  <a:moveTo>
                    <a:pt x="59296" y="182422"/>
                  </a:moveTo>
                  <a:lnTo>
                    <a:pt x="56540" y="177888"/>
                  </a:lnTo>
                  <a:lnTo>
                    <a:pt x="37693" y="189369"/>
                  </a:lnTo>
                  <a:lnTo>
                    <a:pt x="40462" y="193890"/>
                  </a:lnTo>
                  <a:lnTo>
                    <a:pt x="59296" y="182422"/>
                  </a:lnTo>
                  <a:close/>
                </a:path>
                <a:path w="351155" h="217170">
                  <a:moveTo>
                    <a:pt x="67856" y="46926"/>
                  </a:moveTo>
                  <a:lnTo>
                    <a:pt x="67094" y="41681"/>
                  </a:lnTo>
                  <a:lnTo>
                    <a:pt x="46189" y="44754"/>
                  </a:lnTo>
                  <a:lnTo>
                    <a:pt x="46977" y="50025"/>
                  </a:lnTo>
                  <a:lnTo>
                    <a:pt x="67856" y="46926"/>
                  </a:lnTo>
                  <a:close/>
                </a:path>
                <a:path w="351155" h="217170">
                  <a:moveTo>
                    <a:pt x="97002" y="159473"/>
                  </a:moveTo>
                  <a:lnTo>
                    <a:pt x="94234" y="154952"/>
                  </a:lnTo>
                  <a:lnTo>
                    <a:pt x="75399" y="166420"/>
                  </a:lnTo>
                  <a:lnTo>
                    <a:pt x="78155" y="170942"/>
                  </a:lnTo>
                  <a:lnTo>
                    <a:pt x="97002" y="159473"/>
                  </a:lnTo>
                  <a:close/>
                </a:path>
                <a:path w="351155" h="217170">
                  <a:moveTo>
                    <a:pt x="109639" y="40767"/>
                  </a:moveTo>
                  <a:lnTo>
                    <a:pt x="108851" y="35521"/>
                  </a:lnTo>
                  <a:lnTo>
                    <a:pt x="87972" y="38595"/>
                  </a:lnTo>
                  <a:lnTo>
                    <a:pt x="88760" y="43853"/>
                  </a:lnTo>
                  <a:lnTo>
                    <a:pt x="109639" y="40767"/>
                  </a:lnTo>
                  <a:close/>
                </a:path>
                <a:path w="351155" h="217170">
                  <a:moveTo>
                    <a:pt x="134696" y="136537"/>
                  </a:moveTo>
                  <a:lnTo>
                    <a:pt x="131927" y="132003"/>
                  </a:lnTo>
                  <a:lnTo>
                    <a:pt x="113068" y="143484"/>
                  </a:lnTo>
                  <a:lnTo>
                    <a:pt x="115836" y="148005"/>
                  </a:lnTo>
                  <a:lnTo>
                    <a:pt x="134696" y="136537"/>
                  </a:lnTo>
                  <a:close/>
                </a:path>
                <a:path w="351155" h="217170">
                  <a:moveTo>
                    <a:pt x="151422" y="34582"/>
                  </a:moveTo>
                  <a:lnTo>
                    <a:pt x="150634" y="29337"/>
                  </a:lnTo>
                  <a:lnTo>
                    <a:pt x="129755" y="32423"/>
                  </a:lnTo>
                  <a:lnTo>
                    <a:pt x="130517" y="37680"/>
                  </a:lnTo>
                  <a:lnTo>
                    <a:pt x="151422" y="34582"/>
                  </a:lnTo>
                  <a:close/>
                </a:path>
                <a:path w="351155" h="217170">
                  <a:moveTo>
                    <a:pt x="172389" y="113614"/>
                  </a:moveTo>
                  <a:lnTo>
                    <a:pt x="169595" y="109067"/>
                  </a:lnTo>
                  <a:lnTo>
                    <a:pt x="150761" y="120535"/>
                  </a:lnTo>
                  <a:lnTo>
                    <a:pt x="153530" y="125056"/>
                  </a:lnTo>
                  <a:lnTo>
                    <a:pt x="172389" y="113614"/>
                  </a:lnTo>
                  <a:close/>
                </a:path>
                <a:path w="351155" h="217170">
                  <a:moveTo>
                    <a:pt x="193179" y="28422"/>
                  </a:moveTo>
                  <a:lnTo>
                    <a:pt x="192417" y="23177"/>
                  </a:lnTo>
                  <a:lnTo>
                    <a:pt x="171513" y="26263"/>
                  </a:lnTo>
                  <a:lnTo>
                    <a:pt x="172300" y="31508"/>
                  </a:lnTo>
                  <a:lnTo>
                    <a:pt x="193179" y="28422"/>
                  </a:lnTo>
                  <a:close/>
                </a:path>
                <a:path w="351155" h="217170">
                  <a:moveTo>
                    <a:pt x="210058" y="90665"/>
                  </a:moveTo>
                  <a:lnTo>
                    <a:pt x="207302" y="86118"/>
                  </a:lnTo>
                  <a:lnTo>
                    <a:pt x="188455" y="97599"/>
                  </a:lnTo>
                  <a:lnTo>
                    <a:pt x="191223" y="102146"/>
                  </a:lnTo>
                  <a:lnTo>
                    <a:pt x="210058" y="90665"/>
                  </a:lnTo>
                  <a:close/>
                </a:path>
                <a:path w="351155" h="217170">
                  <a:moveTo>
                    <a:pt x="234962" y="22237"/>
                  </a:moveTo>
                  <a:lnTo>
                    <a:pt x="234175" y="16992"/>
                  </a:lnTo>
                  <a:lnTo>
                    <a:pt x="213296" y="20078"/>
                  </a:lnTo>
                  <a:lnTo>
                    <a:pt x="214071" y="25323"/>
                  </a:lnTo>
                  <a:lnTo>
                    <a:pt x="234962" y="22237"/>
                  </a:lnTo>
                  <a:close/>
                </a:path>
                <a:path w="351155" h="217170">
                  <a:moveTo>
                    <a:pt x="247764" y="67729"/>
                  </a:moveTo>
                  <a:lnTo>
                    <a:pt x="244995" y="63182"/>
                  </a:lnTo>
                  <a:lnTo>
                    <a:pt x="226136" y="74650"/>
                  </a:lnTo>
                  <a:lnTo>
                    <a:pt x="228904" y="79197"/>
                  </a:lnTo>
                  <a:lnTo>
                    <a:pt x="247764" y="67729"/>
                  </a:lnTo>
                  <a:close/>
                </a:path>
                <a:path w="351155" h="217170">
                  <a:moveTo>
                    <a:pt x="276733" y="16078"/>
                  </a:moveTo>
                  <a:lnTo>
                    <a:pt x="275958" y="10807"/>
                  </a:lnTo>
                  <a:lnTo>
                    <a:pt x="255054" y="13919"/>
                  </a:lnTo>
                  <a:lnTo>
                    <a:pt x="255841" y="19164"/>
                  </a:lnTo>
                  <a:lnTo>
                    <a:pt x="276733" y="16078"/>
                  </a:lnTo>
                  <a:close/>
                </a:path>
                <a:path w="351155" h="217170">
                  <a:moveTo>
                    <a:pt x="285457" y="44780"/>
                  </a:moveTo>
                  <a:lnTo>
                    <a:pt x="282663" y="40233"/>
                  </a:lnTo>
                  <a:lnTo>
                    <a:pt x="263829" y="51701"/>
                  </a:lnTo>
                  <a:lnTo>
                    <a:pt x="266598" y="56248"/>
                  </a:lnTo>
                  <a:lnTo>
                    <a:pt x="285457" y="44780"/>
                  </a:lnTo>
                  <a:close/>
                </a:path>
                <a:path w="351155" h="217170">
                  <a:moveTo>
                    <a:pt x="318516" y="9906"/>
                  </a:moveTo>
                  <a:lnTo>
                    <a:pt x="317728" y="4648"/>
                  </a:lnTo>
                  <a:lnTo>
                    <a:pt x="296837" y="7734"/>
                  </a:lnTo>
                  <a:lnTo>
                    <a:pt x="297624" y="12979"/>
                  </a:lnTo>
                  <a:lnTo>
                    <a:pt x="318516" y="9906"/>
                  </a:lnTo>
                  <a:close/>
                </a:path>
                <a:path w="351155" h="217170">
                  <a:moveTo>
                    <a:pt x="323126" y="21844"/>
                  </a:moveTo>
                  <a:lnTo>
                    <a:pt x="320357" y="17297"/>
                  </a:lnTo>
                  <a:lnTo>
                    <a:pt x="301523" y="28765"/>
                  </a:lnTo>
                  <a:lnTo>
                    <a:pt x="304292" y="33312"/>
                  </a:lnTo>
                  <a:lnTo>
                    <a:pt x="323126" y="21844"/>
                  </a:lnTo>
                  <a:close/>
                </a:path>
                <a:path w="351155" h="217170">
                  <a:moveTo>
                    <a:pt x="350989" y="4902"/>
                  </a:moveTo>
                  <a:lnTo>
                    <a:pt x="349605" y="2641"/>
                  </a:lnTo>
                  <a:lnTo>
                    <a:pt x="349224" y="0"/>
                  </a:lnTo>
                  <a:lnTo>
                    <a:pt x="338683" y="1549"/>
                  </a:lnTo>
                  <a:lnTo>
                    <a:pt x="339293" y="5791"/>
                  </a:lnTo>
                  <a:lnTo>
                    <a:pt x="339140" y="5880"/>
                  </a:lnTo>
                  <a:lnTo>
                    <a:pt x="339369" y="6273"/>
                  </a:lnTo>
                  <a:lnTo>
                    <a:pt x="339458" y="6819"/>
                  </a:lnTo>
                  <a:lnTo>
                    <a:pt x="339686" y="6794"/>
                  </a:lnTo>
                  <a:lnTo>
                    <a:pt x="341896" y="10426"/>
                  </a:lnTo>
                  <a:lnTo>
                    <a:pt x="350989" y="4902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2" name="object 612"/>
            <p:cNvSpPr/>
            <p:nvPr/>
          </p:nvSpPr>
          <p:spPr>
            <a:xfrm>
              <a:off x="3916578" y="7230084"/>
              <a:ext cx="781685" cy="803275"/>
            </a:xfrm>
            <a:custGeom>
              <a:avLst/>
              <a:gdLst/>
              <a:ahLst/>
              <a:cxnLst/>
              <a:rect l="l" t="t" r="r" b="b"/>
              <a:pathLst>
                <a:path w="781685" h="803275">
                  <a:moveTo>
                    <a:pt x="11379" y="732523"/>
                  </a:moveTo>
                  <a:lnTo>
                    <a:pt x="7696" y="728687"/>
                  </a:lnTo>
                  <a:lnTo>
                    <a:pt x="0" y="736015"/>
                  </a:lnTo>
                  <a:lnTo>
                    <a:pt x="3683" y="739863"/>
                  </a:lnTo>
                  <a:lnTo>
                    <a:pt x="11379" y="732523"/>
                  </a:lnTo>
                  <a:close/>
                </a:path>
                <a:path w="781685" h="803275">
                  <a:moveTo>
                    <a:pt x="12103" y="503250"/>
                  </a:moveTo>
                  <a:lnTo>
                    <a:pt x="9207" y="498805"/>
                  </a:lnTo>
                  <a:lnTo>
                    <a:pt x="292" y="504583"/>
                  </a:lnTo>
                  <a:lnTo>
                    <a:pt x="3187" y="509028"/>
                  </a:lnTo>
                  <a:lnTo>
                    <a:pt x="12103" y="503250"/>
                  </a:lnTo>
                  <a:close/>
                </a:path>
                <a:path w="781685" h="803275">
                  <a:moveTo>
                    <a:pt x="41986" y="703453"/>
                  </a:moveTo>
                  <a:lnTo>
                    <a:pt x="38303" y="699604"/>
                  </a:lnTo>
                  <a:lnTo>
                    <a:pt x="22999" y="714159"/>
                  </a:lnTo>
                  <a:lnTo>
                    <a:pt x="26682" y="717994"/>
                  </a:lnTo>
                  <a:lnTo>
                    <a:pt x="41986" y="703453"/>
                  </a:lnTo>
                  <a:close/>
                </a:path>
                <a:path w="781685" h="803275">
                  <a:moveTo>
                    <a:pt x="47459" y="480326"/>
                  </a:moveTo>
                  <a:lnTo>
                    <a:pt x="44564" y="475869"/>
                  </a:lnTo>
                  <a:lnTo>
                    <a:pt x="26898" y="487311"/>
                  </a:lnTo>
                  <a:lnTo>
                    <a:pt x="29794" y="491769"/>
                  </a:lnTo>
                  <a:lnTo>
                    <a:pt x="47459" y="480326"/>
                  </a:lnTo>
                  <a:close/>
                </a:path>
                <a:path w="781685" h="803275">
                  <a:moveTo>
                    <a:pt x="72593" y="674344"/>
                  </a:moveTo>
                  <a:lnTo>
                    <a:pt x="68922" y="670496"/>
                  </a:lnTo>
                  <a:lnTo>
                    <a:pt x="53619" y="685050"/>
                  </a:lnTo>
                  <a:lnTo>
                    <a:pt x="57289" y="688898"/>
                  </a:lnTo>
                  <a:lnTo>
                    <a:pt x="72593" y="674344"/>
                  </a:lnTo>
                  <a:close/>
                </a:path>
                <a:path w="781685" h="803275">
                  <a:moveTo>
                    <a:pt x="82791" y="457403"/>
                  </a:moveTo>
                  <a:lnTo>
                    <a:pt x="79895" y="452945"/>
                  </a:lnTo>
                  <a:lnTo>
                    <a:pt x="62230" y="464413"/>
                  </a:lnTo>
                  <a:lnTo>
                    <a:pt x="65125" y="468858"/>
                  </a:lnTo>
                  <a:lnTo>
                    <a:pt x="82791" y="457403"/>
                  </a:lnTo>
                  <a:close/>
                </a:path>
                <a:path w="781685" h="803275">
                  <a:moveTo>
                    <a:pt x="95288" y="795172"/>
                  </a:moveTo>
                  <a:lnTo>
                    <a:pt x="91262" y="791718"/>
                  </a:lnTo>
                  <a:lnTo>
                    <a:pt x="84328" y="799769"/>
                  </a:lnTo>
                  <a:lnTo>
                    <a:pt x="88353" y="803224"/>
                  </a:lnTo>
                  <a:lnTo>
                    <a:pt x="95288" y="795172"/>
                  </a:lnTo>
                  <a:close/>
                </a:path>
                <a:path w="781685" h="803275">
                  <a:moveTo>
                    <a:pt x="96164" y="565658"/>
                  </a:moveTo>
                  <a:lnTo>
                    <a:pt x="92773" y="561555"/>
                  </a:lnTo>
                  <a:lnTo>
                    <a:pt x="84556" y="568312"/>
                  </a:lnTo>
                  <a:lnTo>
                    <a:pt x="87947" y="572414"/>
                  </a:lnTo>
                  <a:lnTo>
                    <a:pt x="96164" y="565658"/>
                  </a:lnTo>
                  <a:close/>
                </a:path>
                <a:path w="781685" h="803275">
                  <a:moveTo>
                    <a:pt x="103212" y="645236"/>
                  </a:moveTo>
                  <a:lnTo>
                    <a:pt x="99529" y="641388"/>
                  </a:lnTo>
                  <a:lnTo>
                    <a:pt x="84226" y="655942"/>
                  </a:lnTo>
                  <a:lnTo>
                    <a:pt x="87909" y="659790"/>
                  </a:lnTo>
                  <a:lnTo>
                    <a:pt x="103212" y="645236"/>
                  </a:lnTo>
                  <a:close/>
                </a:path>
                <a:path w="781685" h="803275">
                  <a:moveTo>
                    <a:pt x="118148" y="434479"/>
                  </a:moveTo>
                  <a:lnTo>
                    <a:pt x="115227" y="430022"/>
                  </a:lnTo>
                  <a:lnTo>
                    <a:pt x="97561" y="441490"/>
                  </a:lnTo>
                  <a:lnTo>
                    <a:pt x="100482" y="445935"/>
                  </a:lnTo>
                  <a:lnTo>
                    <a:pt x="118148" y="434479"/>
                  </a:lnTo>
                  <a:close/>
                </a:path>
                <a:path w="781685" h="803275">
                  <a:moveTo>
                    <a:pt x="122516" y="763549"/>
                  </a:moveTo>
                  <a:lnTo>
                    <a:pt x="118465" y="760082"/>
                  </a:lnTo>
                  <a:lnTo>
                    <a:pt x="104863" y="775893"/>
                  </a:lnTo>
                  <a:lnTo>
                    <a:pt x="108915" y="779348"/>
                  </a:lnTo>
                  <a:lnTo>
                    <a:pt x="122516" y="763549"/>
                  </a:lnTo>
                  <a:close/>
                </a:path>
                <a:path w="781685" h="803275">
                  <a:moveTo>
                    <a:pt x="128574" y="539000"/>
                  </a:moveTo>
                  <a:lnTo>
                    <a:pt x="125196" y="534898"/>
                  </a:lnTo>
                  <a:lnTo>
                    <a:pt x="108978" y="548220"/>
                  </a:lnTo>
                  <a:lnTo>
                    <a:pt x="112356" y="552323"/>
                  </a:lnTo>
                  <a:lnTo>
                    <a:pt x="128574" y="539000"/>
                  </a:lnTo>
                  <a:close/>
                </a:path>
                <a:path w="781685" h="803275">
                  <a:moveTo>
                    <a:pt x="133819" y="616140"/>
                  </a:moveTo>
                  <a:lnTo>
                    <a:pt x="130149" y="612317"/>
                  </a:lnTo>
                  <a:lnTo>
                    <a:pt x="114846" y="626846"/>
                  </a:lnTo>
                  <a:lnTo>
                    <a:pt x="118516" y="630682"/>
                  </a:lnTo>
                  <a:lnTo>
                    <a:pt x="133819" y="616140"/>
                  </a:lnTo>
                  <a:close/>
                </a:path>
                <a:path w="781685" h="803275">
                  <a:moveTo>
                    <a:pt x="149720" y="731939"/>
                  </a:moveTo>
                  <a:lnTo>
                    <a:pt x="145694" y="728472"/>
                  </a:lnTo>
                  <a:lnTo>
                    <a:pt x="132067" y="744270"/>
                  </a:lnTo>
                  <a:lnTo>
                    <a:pt x="136118" y="747737"/>
                  </a:lnTo>
                  <a:lnTo>
                    <a:pt x="149720" y="731939"/>
                  </a:lnTo>
                  <a:close/>
                </a:path>
                <a:path w="781685" h="803275">
                  <a:moveTo>
                    <a:pt x="153479" y="411556"/>
                  </a:moveTo>
                  <a:lnTo>
                    <a:pt x="150583" y="407098"/>
                  </a:lnTo>
                  <a:lnTo>
                    <a:pt x="132918" y="418566"/>
                  </a:lnTo>
                  <a:lnTo>
                    <a:pt x="135813" y="423011"/>
                  </a:lnTo>
                  <a:lnTo>
                    <a:pt x="153479" y="411556"/>
                  </a:lnTo>
                  <a:close/>
                </a:path>
                <a:path w="781685" h="803275">
                  <a:moveTo>
                    <a:pt x="160997" y="512318"/>
                  </a:moveTo>
                  <a:lnTo>
                    <a:pt x="157607" y="508215"/>
                  </a:lnTo>
                  <a:lnTo>
                    <a:pt x="141414" y="521563"/>
                  </a:lnTo>
                  <a:lnTo>
                    <a:pt x="144792" y="525653"/>
                  </a:lnTo>
                  <a:lnTo>
                    <a:pt x="160997" y="512318"/>
                  </a:lnTo>
                  <a:close/>
                </a:path>
                <a:path w="781685" h="803275">
                  <a:moveTo>
                    <a:pt x="164426" y="587057"/>
                  </a:moveTo>
                  <a:lnTo>
                    <a:pt x="160756" y="583209"/>
                  </a:lnTo>
                  <a:lnTo>
                    <a:pt x="145453" y="597763"/>
                  </a:lnTo>
                  <a:lnTo>
                    <a:pt x="149123" y="601599"/>
                  </a:lnTo>
                  <a:lnTo>
                    <a:pt x="164426" y="587057"/>
                  </a:lnTo>
                  <a:close/>
                </a:path>
                <a:path w="781685" h="803275">
                  <a:moveTo>
                    <a:pt x="176936" y="700303"/>
                  </a:moveTo>
                  <a:lnTo>
                    <a:pt x="172897" y="696861"/>
                  </a:lnTo>
                  <a:lnTo>
                    <a:pt x="159296" y="712660"/>
                  </a:lnTo>
                  <a:lnTo>
                    <a:pt x="163322" y="716127"/>
                  </a:lnTo>
                  <a:lnTo>
                    <a:pt x="176936" y="700303"/>
                  </a:lnTo>
                  <a:close/>
                </a:path>
                <a:path w="781685" h="803275">
                  <a:moveTo>
                    <a:pt x="188810" y="388632"/>
                  </a:moveTo>
                  <a:lnTo>
                    <a:pt x="185915" y="384200"/>
                  </a:lnTo>
                  <a:lnTo>
                    <a:pt x="168249" y="395643"/>
                  </a:lnTo>
                  <a:lnTo>
                    <a:pt x="171145" y="400113"/>
                  </a:lnTo>
                  <a:lnTo>
                    <a:pt x="188810" y="388632"/>
                  </a:lnTo>
                  <a:close/>
                </a:path>
                <a:path w="781685" h="803275">
                  <a:moveTo>
                    <a:pt x="193433" y="485660"/>
                  </a:moveTo>
                  <a:lnTo>
                    <a:pt x="190055" y="481558"/>
                  </a:lnTo>
                  <a:lnTo>
                    <a:pt x="173824" y="494893"/>
                  </a:lnTo>
                  <a:lnTo>
                    <a:pt x="177215" y="498995"/>
                  </a:lnTo>
                  <a:lnTo>
                    <a:pt x="193433" y="485660"/>
                  </a:lnTo>
                  <a:close/>
                </a:path>
                <a:path w="781685" h="803275">
                  <a:moveTo>
                    <a:pt x="195033" y="557949"/>
                  </a:moveTo>
                  <a:lnTo>
                    <a:pt x="191363" y="554101"/>
                  </a:lnTo>
                  <a:lnTo>
                    <a:pt x="176060" y="568655"/>
                  </a:lnTo>
                  <a:lnTo>
                    <a:pt x="179730" y="572503"/>
                  </a:lnTo>
                  <a:lnTo>
                    <a:pt x="195033" y="557949"/>
                  </a:lnTo>
                  <a:close/>
                </a:path>
                <a:path w="781685" h="803275">
                  <a:moveTo>
                    <a:pt x="204139" y="668693"/>
                  </a:moveTo>
                  <a:lnTo>
                    <a:pt x="200101" y="665226"/>
                  </a:lnTo>
                  <a:lnTo>
                    <a:pt x="186499" y="681037"/>
                  </a:lnTo>
                  <a:lnTo>
                    <a:pt x="190538" y="684491"/>
                  </a:lnTo>
                  <a:lnTo>
                    <a:pt x="204139" y="668693"/>
                  </a:lnTo>
                  <a:close/>
                </a:path>
                <a:path w="781685" h="803275">
                  <a:moveTo>
                    <a:pt x="224167" y="365709"/>
                  </a:moveTo>
                  <a:lnTo>
                    <a:pt x="221259" y="361276"/>
                  </a:lnTo>
                  <a:lnTo>
                    <a:pt x="203581" y="372719"/>
                  </a:lnTo>
                  <a:lnTo>
                    <a:pt x="206476" y="377190"/>
                  </a:lnTo>
                  <a:lnTo>
                    <a:pt x="224167" y="365709"/>
                  </a:lnTo>
                  <a:close/>
                </a:path>
                <a:path w="781685" h="803275">
                  <a:moveTo>
                    <a:pt x="225640" y="528840"/>
                  </a:moveTo>
                  <a:lnTo>
                    <a:pt x="221970" y="525005"/>
                  </a:lnTo>
                  <a:lnTo>
                    <a:pt x="206667" y="539546"/>
                  </a:lnTo>
                  <a:lnTo>
                    <a:pt x="210337" y="543394"/>
                  </a:lnTo>
                  <a:lnTo>
                    <a:pt x="225640" y="528840"/>
                  </a:lnTo>
                  <a:close/>
                </a:path>
                <a:path w="781685" h="803275">
                  <a:moveTo>
                    <a:pt x="225856" y="458990"/>
                  </a:moveTo>
                  <a:lnTo>
                    <a:pt x="222465" y="454901"/>
                  </a:lnTo>
                  <a:lnTo>
                    <a:pt x="206248" y="468210"/>
                  </a:lnTo>
                  <a:lnTo>
                    <a:pt x="209626" y="472313"/>
                  </a:lnTo>
                  <a:lnTo>
                    <a:pt x="225856" y="458990"/>
                  </a:lnTo>
                  <a:close/>
                </a:path>
                <a:path w="781685" h="803275">
                  <a:moveTo>
                    <a:pt x="231343" y="637082"/>
                  </a:moveTo>
                  <a:lnTo>
                    <a:pt x="227317" y="633615"/>
                  </a:lnTo>
                  <a:lnTo>
                    <a:pt x="213702" y="649427"/>
                  </a:lnTo>
                  <a:lnTo>
                    <a:pt x="217741" y="652881"/>
                  </a:lnTo>
                  <a:lnTo>
                    <a:pt x="231343" y="637082"/>
                  </a:lnTo>
                  <a:close/>
                </a:path>
                <a:path w="781685" h="803275">
                  <a:moveTo>
                    <a:pt x="256247" y="499757"/>
                  </a:moveTo>
                  <a:lnTo>
                    <a:pt x="252590" y="495922"/>
                  </a:lnTo>
                  <a:lnTo>
                    <a:pt x="237286" y="510451"/>
                  </a:lnTo>
                  <a:lnTo>
                    <a:pt x="240944" y="514299"/>
                  </a:lnTo>
                  <a:lnTo>
                    <a:pt x="256247" y="499757"/>
                  </a:lnTo>
                  <a:close/>
                </a:path>
                <a:path w="781685" h="803275">
                  <a:moveTo>
                    <a:pt x="258267" y="432308"/>
                  </a:moveTo>
                  <a:lnTo>
                    <a:pt x="254889" y="428218"/>
                  </a:lnTo>
                  <a:lnTo>
                    <a:pt x="238683" y="441553"/>
                  </a:lnTo>
                  <a:lnTo>
                    <a:pt x="242074" y="445655"/>
                  </a:lnTo>
                  <a:lnTo>
                    <a:pt x="258267" y="432308"/>
                  </a:lnTo>
                  <a:close/>
                </a:path>
                <a:path w="781685" h="803275">
                  <a:moveTo>
                    <a:pt x="258572" y="605447"/>
                  </a:moveTo>
                  <a:lnTo>
                    <a:pt x="254520" y="601992"/>
                  </a:lnTo>
                  <a:lnTo>
                    <a:pt x="240919" y="617816"/>
                  </a:lnTo>
                  <a:lnTo>
                    <a:pt x="244944" y="621258"/>
                  </a:lnTo>
                  <a:lnTo>
                    <a:pt x="258572" y="605447"/>
                  </a:lnTo>
                  <a:close/>
                </a:path>
                <a:path w="781685" h="803275">
                  <a:moveTo>
                    <a:pt x="259499" y="342798"/>
                  </a:moveTo>
                  <a:lnTo>
                    <a:pt x="256603" y="338353"/>
                  </a:lnTo>
                  <a:lnTo>
                    <a:pt x="238925" y="349808"/>
                  </a:lnTo>
                  <a:lnTo>
                    <a:pt x="241833" y="354266"/>
                  </a:lnTo>
                  <a:lnTo>
                    <a:pt x="259499" y="342798"/>
                  </a:lnTo>
                  <a:close/>
                </a:path>
                <a:path w="781685" h="803275">
                  <a:moveTo>
                    <a:pt x="285762" y="573836"/>
                  </a:moveTo>
                  <a:lnTo>
                    <a:pt x="281724" y="570382"/>
                  </a:lnTo>
                  <a:lnTo>
                    <a:pt x="268122" y="586181"/>
                  </a:lnTo>
                  <a:lnTo>
                    <a:pt x="272161" y="589648"/>
                  </a:lnTo>
                  <a:lnTo>
                    <a:pt x="285762" y="573836"/>
                  </a:lnTo>
                  <a:close/>
                </a:path>
                <a:path w="781685" h="803275">
                  <a:moveTo>
                    <a:pt x="286854" y="470662"/>
                  </a:moveTo>
                  <a:lnTo>
                    <a:pt x="283197" y="466813"/>
                  </a:lnTo>
                  <a:lnTo>
                    <a:pt x="267893" y="481368"/>
                  </a:lnTo>
                  <a:lnTo>
                    <a:pt x="271551" y="485216"/>
                  </a:lnTo>
                  <a:lnTo>
                    <a:pt x="286854" y="470662"/>
                  </a:lnTo>
                  <a:close/>
                </a:path>
                <a:path w="781685" h="803275">
                  <a:moveTo>
                    <a:pt x="290703" y="405650"/>
                  </a:moveTo>
                  <a:lnTo>
                    <a:pt x="287324" y="401548"/>
                  </a:lnTo>
                  <a:lnTo>
                    <a:pt x="271106" y="414896"/>
                  </a:lnTo>
                  <a:lnTo>
                    <a:pt x="274485" y="418998"/>
                  </a:lnTo>
                  <a:lnTo>
                    <a:pt x="290703" y="405650"/>
                  </a:lnTo>
                  <a:close/>
                </a:path>
                <a:path w="781685" h="803275">
                  <a:moveTo>
                    <a:pt x="294830" y="319887"/>
                  </a:moveTo>
                  <a:lnTo>
                    <a:pt x="291934" y="315429"/>
                  </a:lnTo>
                  <a:lnTo>
                    <a:pt x="274269" y="326885"/>
                  </a:lnTo>
                  <a:lnTo>
                    <a:pt x="277164" y="331343"/>
                  </a:lnTo>
                  <a:lnTo>
                    <a:pt x="294830" y="319887"/>
                  </a:lnTo>
                  <a:close/>
                </a:path>
                <a:path w="781685" h="803275">
                  <a:moveTo>
                    <a:pt x="312966" y="542213"/>
                  </a:moveTo>
                  <a:lnTo>
                    <a:pt x="308952" y="538772"/>
                  </a:lnTo>
                  <a:lnTo>
                    <a:pt x="295351" y="554570"/>
                  </a:lnTo>
                  <a:lnTo>
                    <a:pt x="299364" y="558038"/>
                  </a:lnTo>
                  <a:lnTo>
                    <a:pt x="312966" y="542213"/>
                  </a:lnTo>
                  <a:close/>
                </a:path>
                <a:path w="781685" h="803275">
                  <a:moveTo>
                    <a:pt x="317461" y="441553"/>
                  </a:moveTo>
                  <a:lnTo>
                    <a:pt x="313804" y="437705"/>
                  </a:lnTo>
                  <a:lnTo>
                    <a:pt x="298500" y="452259"/>
                  </a:lnTo>
                  <a:lnTo>
                    <a:pt x="302158" y="456107"/>
                  </a:lnTo>
                  <a:lnTo>
                    <a:pt x="317461" y="441553"/>
                  </a:lnTo>
                  <a:close/>
                </a:path>
                <a:path w="781685" h="803275">
                  <a:moveTo>
                    <a:pt x="323126" y="378993"/>
                  </a:moveTo>
                  <a:lnTo>
                    <a:pt x="319735" y="374891"/>
                  </a:lnTo>
                  <a:lnTo>
                    <a:pt x="303542" y="388213"/>
                  </a:lnTo>
                  <a:lnTo>
                    <a:pt x="306920" y="392315"/>
                  </a:lnTo>
                  <a:lnTo>
                    <a:pt x="323126" y="378993"/>
                  </a:lnTo>
                  <a:close/>
                </a:path>
                <a:path w="781685" h="803275">
                  <a:moveTo>
                    <a:pt x="330161" y="296976"/>
                  </a:moveTo>
                  <a:lnTo>
                    <a:pt x="327279" y="292506"/>
                  </a:lnTo>
                  <a:lnTo>
                    <a:pt x="309600" y="303987"/>
                  </a:lnTo>
                  <a:lnTo>
                    <a:pt x="312496" y="308419"/>
                  </a:lnTo>
                  <a:lnTo>
                    <a:pt x="330161" y="296976"/>
                  </a:lnTo>
                  <a:close/>
                </a:path>
                <a:path w="781685" h="803275">
                  <a:moveTo>
                    <a:pt x="340194" y="510590"/>
                  </a:moveTo>
                  <a:lnTo>
                    <a:pt x="336143" y="507136"/>
                  </a:lnTo>
                  <a:lnTo>
                    <a:pt x="322541" y="522935"/>
                  </a:lnTo>
                  <a:lnTo>
                    <a:pt x="326593" y="526402"/>
                  </a:lnTo>
                  <a:lnTo>
                    <a:pt x="340194" y="510590"/>
                  </a:lnTo>
                  <a:close/>
                </a:path>
                <a:path w="781685" h="803275">
                  <a:moveTo>
                    <a:pt x="348068" y="412445"/>
                  </a:moveTo>
                  <a:lnTo>
                    <a:pt x="344411" y="408609"/>
                  </a:lnTo>
                  <a:lnTo>
                    <a:pt x="329107" y="423164"/>
                  </a:lnTo>
                  <a:lnTo>
                    <a:pt x="332765" y="426999"/>
                  </a:lnTo>
                  <a:lnTo>
                    <a:pt x="348068" y="412445"/>
                  </a:lnTo>
                  <a:close/>
                </a:path>
                <a:path w="781685" h="803275">
                  <a:moveTo>
                    <a:pt x="355561" y="352310"/>
                  </a:moveTo>
                  <a:lnTo>
                    <a:pt x="352171" y="348208"/>
                  </a:lnTo>
                  <a:lnTo>
                    <a:pt x="335953" y="361556"/>
                  </a:lnTo>
                  <a:lnTo>
                    <a:pt x="339344" y="365645"/>
                  </a:lnTo>
                  <a:lnTo>
                    <a:pt x="355561" y="352310"/>
                  </a:lnTo>
                  <a:close/>
                </a:path>
                <a:path w="781685" h="803275">
                  <a:moveTo>
                    <a:pt x="365518" y="274053"/>
                  </a:moveTo>
                  <a:lnTo>
                    <a:pt x="362610" y="269582"/>
                  </a:lnTo>
                  <a:lnTo>
                    <a:pt x="344944" y="281063"/>
                  </a:lnTo>
                  <a:lnTo>
                    <a:pt x="347840" y="285496"/>
                  </a:lnTo>
                  <a:lnTo>
                    <a:pt x="365518" y="274053"/>
                  </a:lnTo>
                  <a:close/>
                </a:path>
                <a:path w="781685" h="803275">
                  <a:moveTo>
                    <a:pt x="367398" y="478980"/>
                  </a:moveTo>
                  <a:lnTo>
                    <a:pt x="363347" y="475526"/>
                  </a:lnTo>
                  <a:lnTo>
                    <a:pt x="349745" y="491324"/>
                  </a:lnTo>
                  <a:lnTo>
                    <a:pt x="353796" y="494792"/>
                  </a:lnTo>
                  <a:lnTo>
                    <a:pt x="367398" y="478980"/>
                  </a:lnTo>
                  <a:close/>
                </a:path>
                <a:path w="781685" h="803275">
                  <a:moveTo>
                    <a:pt x="378675" y="383374"/>
                  </a:moveTo>
                  <a:lnTo>
                    <a:pt x="375018" y="379526"/>
                  </a:lnTo>
                  <a:lnTo>
                    <a:pt x="359714" y="394055"/>
                  </a:lnTo>
                  <a:lnTo>
                    <a:pt x="363372" y="397903"/>
                  </a:lnTo>
                  <a:lnTo>
                    <a:pt x="378675" y="383374"/>
                  </a:lnTo>
                  <a:close/>
                </a:path>
                <a:path w="781685" h="803275">
                  <a:moveTo>
                    <a:pt x="387972" y="325653"/>
                  </a:moveTo>
                  <a:lnTo>
                    <a:pt x="384594" y="321551"/>
                  </a:lnTo>
                  <a:lnTo>
                    <a:pt x="368401" y="334886"/>
                  </a:lnTo>
                  <a:lnTo>
                    <a:pt x="371779" y="338988"/>
                  </a:lnTo>
                  <a:lnTo>
                    <a:pt x="387972" y="325653"/>
                  </a:lnTo>
                  <a:close/>
                </a:path>
                <a:path w="781685" h="803275">
                  <a:moveTo>
                    <a:pt x="394601" y="447357"/>
                  </a:moveTo>
                  <a:lnTo>
                    <a:pt x="390575" y="443915"/>
                  </a:lnTo>
                  <a:lnTo>
                    <a:pt x="376974" y="459714"/>
                  </a:lnTo>
                  <a:lnTo>
                    <a:pt x="381000" y="463181"/>
                  </a:lnTo>
                  <a:lnTo>
                    <a:pt x="394601" y="447357"/>
                  </a:lnTo>
                  <a:close/>
                </a:path>
                <a:path w="781685" h="803275">
                  <a:moveTo>
                    <a:pt x="400850" y="251129"/>
                  </a:moveTo>
                  <a:lnTo>
                    <a:pt x="397954" y="246672"/>
                  </a:lnTo>
                  <a:lnTo>
                    <a:pt x="380276" y="258140"/>
                  </a:lnTo>
                  <a:lnTo>
                    <a:pt x="383184" y="262572"/>
                  </a:lnTo>
                  <a:lnTo>
                    <a:pt x="400850" y="251129"/>
                  </a:lnTo>
                  <a:close/>
                </a:path>
                <a:path w="781685" h="803275">
                  <a:moveTo>
                    <a:pt x="409282" y="354266"/>
                  </a:moveTo>
                  <a:lnTo>
                    <a:pt x="405625" y="350418"/>
                  </a:lnTo>
                  <a:lnTo>
                    <a:pt x="390321" y="364972"/>
                  </a:lnTo>
                  <a:lnTo>
                    <a:pt x="393979" y="368820"/>
                  </a:lnTo>
                  <a:lnTo>
                    <a:pt x="409282" y="354266"/>
                  </a:lnTo>
                  <a:close/>
                </a:path>
                <a:path w="781685" h="803275">
                  <a:moveTo>
                    <a:pt x="420420" y="298983"/>
                  </a:moveTo>
                  <a:lnTo>
                    <a:pt x="417029" y="294894"/>
                  </a:lnTo>
                  <a:lnTo>
                    <a:pt x="400812" y="308203"/>
                  </a:lnTo>
                  <a:lnTo>
                    <a:pt x="404202" y="312305"/>
                  </a:lnTo>
                  <a:lnTo>
                    <a:pt x="420420" y="298983"/>
                  </a:lnTo>
                  <a:close/>
                </a:path>
                <a:path w="781685" h="803275">
                  <a:moveTo>
                    <a:pt x="421817" y="415747"/>
                  </a:moveTo>
                  <a:lnTo>
                    <a:pt x="417779" y="412280"/>
                  </a:lnTo>
                  <a:lnTo>
                    <a:pt x="404177" y="428091"/>
                  </a:lnTo>
                  <a:lnTo>
                    <a:pt x="408216" y="431546"/>
                  </a:lnTo>
                  <a:lnTo>
                    <a:pt x="421817" y="415747"/>
                  </a:lnTo>
                  <a:close/>
                </a:path>
                <a:path w="781685" h="803275">
                  <a:moveTo>
                    <a:pt x="436194" y="228206"/>
                  </a:moveTo>
                  <a:lnTo>
                    <a:pt x="433298" y="223761"/>
                  </a:lnTo>
                  <a:lnTo>
                    <a:pt x="415632" y="235216"/>
                  </a:lnTo>
                  <a:lnTo>
                    <a:pt x="418515" y="239674"/>
                  </a:lnTo>
                  <a:lnTo>
                    <a:pt x="436194" y="228206"/>
                  </a:lnTo>
                  <a:close/>
                </a:path>
                <a:path w="781685" h="803275">
                  <a:moveTo>
                    <a:pt x="439889" y="325158"/>
                  </a:moveTo>
                  <a:lnTo>
                    <a:pt x="436232" y="321310"/>
                  </a:lnTo>
                  <a:lnTo>
                    <a:pt x="420928" y="335864"/>
                  </a:lnTo>
                  <a:lnTo>
                    <a:pt x="424586" y="339712"/>
                  </a:lnTo>
                  <a:lnTo>
                    <a:pt x="439889" y="325158"/>
                  </a:lnTo>
                  <a:close/>
                </a:path>
                <a:path w="781685" h="803275">
                  <a:moveTo>
                    <a:pt x="449021" y="384136"/>
                  </a:moveTo>
                  <a:lnTo>
                    <a:pt x="444995" y="380669"/>
                  </a:lnTo>
                  <a:lnTo>
                    <a:pt x="431380" y="396481"/>
                  </a:lnTo>
                  <a:lnTo>
                    <a:pt x="435419" y="399935"/>
                  </a:lnTo>
                  <a:lnTo>
                    <a:pt x="449021" y="384136"/>
                  </a:lnTo>
                  <a:close/>
                </a:path>
                <a:path w="781685" h="803275">
                  <a:moveTo>
                    <a:pt x="452831" y="272313"/>
                  </a:moveTo>
                  <a:lnTo>
                    <a:pt x="449453" y="268211"/>
                  </a:lnTo>
                  <a:lnTo>
                    <a:pt x="433235" y="281546"/>
                  </a:lnTo>
                  <a:lnTo>
                    <a:pt x="436613" y="285648"/>
                  </a:lnTo>
                  <a:lnTo>
                    <a:pt x="452831" y="272313"/>
                  </a:lnTo>
                  <a:close/>
                </a:path>
                <a:path w="781685" h="803275">
                  <a:moveTo>
                    <a:pt x="470496" y="296062"/>
                  </a:moveTo>
                  <a:lnTo>
                    <a:pt x="466839" y="292214"/>
                  </a:lnTo>
                  <a:lnTo>
                    <a:pt x="451535" y="306768"/>
                  </a:lnTo>
                  <a:lnTo>
                    <a:pt x="455193" y="310603"/>
                  </a:lnTo>
                  <a:lnTo>
                    <a:pt x="470496" y="296062"/>
                  </a:lnTo>
                  <a:close/>
                </a:path>
                <a:path w="781685" h="803275">
                  <a:moveTo>
                    <a:pt x="471525" y="205282"/>
                  </a:moveTo>
                  <a:lnTo>
                    <a:pt x="468630" y="200837"/>
                  </a:lnTo>
                  <a:lnTo>
                    <a:pt x="450964" y="212293"/>
                  </a:lnTo>
                  <a:lnTo>
                    <a:pt x="453859" y="216750"/>
                  </a:lnTo>
                  <a:lnTo>
                    <a:pt x="471525" y="205282"/>
                  </a:lnTo>
                  <a:close/>
                </a:path>
                <a:path w="781685" h="803275">
                  <a:moveTo>
                    <a:pt x="476250" y="352501"/>
                  </a:moveTo>
                  <a:lnTo>
                    <a:pt x="472198" y="349034"/>
                  </a:lnTo>
                  <a:lnTo>
                    <a:pt x="458597" y="364871"/>
                  </a:lnTo>
                  <a:lnTo>
                    <a:pt x="462622" y="368312"/>
                  </a:lnTo>
                  <a:lnTo>
                    <a:pt x="476250" y="352501"/>
                  </a:lnTo>
                  <a:close/>
                </a:path>
                <a:path w="781685" h="803275">
                  <a:moveTo>
                    <a:pt x="485254" y="245643"/>
                  </a:moveTo>
                  <a:lnTo>
                    <a:pt x="481863" y="241541"/>
                  </a:lnTo>
                  <a:lnTo>
                    <a:pt x="465670" y="254889"/>
                  </a:lnTo>
                  <a:lnTo>
                    <a:pt x="469049" y="258991"/>
                  </a:lnTo>
                  <a:lnTo>
                    <a:pt x="485254" y="245643"/>
                  </a:lnTo>
                  <a:close/>
                </a:path>
                <a:path w="781685" h="803275">
                  <a:moveTo>
                    <a:pt x="501129" y="266979"/>
                  </a:moveTo>
                  <a:lnTo>
                    <a:pt x="497446" y="263131"/>
                  </a:lnTo>
                  <a:lnTo>
                    <a:pt x="482142" y="277660"/>
                  </a:lnTo>
                  <a:lnTo>
                    <a:pt x="485825" y="281508"/>
                  </a:lnTo>
                  <a:lnTo>
                    <a:pt x="501129" y="266979"/>
                  </a:lnTo>
                  <a:close/>
                </a:path>
                <a:path w="781685" h="803275">
                  <a:moveTo>
                    <a:pt x="503453" y="320890"/>
                  </a:moveTo>
                  <a:lnTo>
                    <a:pt x="499402" y="317423"/>
                  </a:lnTo>
                  <a:lnTo>
                    <a:pt x="485800" y="333235"/>
                  </a:lnTo>
                  <a:lnTo>
                    <a:pt x="489851" y="336702"/>
                  </a:lnTo>
                  <a:lnTo>
                    <a:pt x="503453" y="320890"/>
                  </a:lnTo>
                  <a:close/>
                </a:path>
                <a:path w="781685" h="803275">
                  <a:moveTo>
                    <a:pt x="506869" y="182384"/>
                  </a:moveTo>
                  <a:lnTo>
                    <a:pt x="503961" y="177927"/>
                  </a:lnTo>
                  <a:lnTo>
                    <a:pt x="486295" y="189369"/>
                  </a:lnTo>
                  <a:lnTo>
                    <a:pt x="489204" y="193827"/>
                  </a:lnTo>
                  <a:lnTo>
                    <a:pt x="506869" y="182384"/>
                  </a:lnTo>
                  <a:close/>
                </a:path>
                <a:path w="781685" h="803275">
                  <a:moveTo>
                    <a:pt x="517690" y="218986"/>
                  </a:moveTo>
                  <a:lnTo>
                    <a:pt x="514299" y="214884"/>
                  </a:lnTo>
                  <a:lnTo>
                    <a:pt x="498081" y="228206"/>
                  </a:lnTo>
                  <a:lnTo>
                    <a:pt x="501472" y="232308"/>
                  </a:lnTo>
                  <a:lnTo>
                    <a:pt x="517690" y="218986"/>
                  </a:lnTo>
                  <a:close/>
                </a:path>
                <a:path w="781685" h="803275">
                  <a:moveTo>
                    <a:pt x="530656" y="289280"/>
                  </a:moveTo>
                  <a:lnTo>
                    <a:pt x="526630" y="285813"/>
                  </a:lnTo>
                  <a:lnTo>
                    <a:pt x="513003" y="301625"/>
                  </a:lnTo>
                  <a:lnTo>
                    <a:pt x="517055" y="305092"/>
                  </a:lnTo>
                  <a:lnTo>
                    <a:pt x="530656" y="289280"/>
                  </a:lnTo>
                  <a:close/>
                </a:path>
                <a:path w="781685" h="803275">
                  <a:moveTo>
                    <a:pt x="531710" y="237871"/>
                  </a:moveTo>
                  <a:lnTo>
                    <a:pt x="528053" y="234022"/>
                  </a:lnTo>
                  <a:lnTo>
                    <a:pt x="512749" y="248577"/>
                  </a:lnTo>
                  <a:lnTo>
                    <a:pt x="516432" y="252425"/>
                  </a:lnTo>
                  <a:lnTo>
                    <a:pt x="531710" y="237871"/>
                  </a:lnTo>
                  <a:close/>
                </a:path>
                <a:path w="781685" h="803275">
                  <a:moveTo>
                    <a:pt x="542213" y="159461"/>
                  </a:moveTo>
                  <a:lnTo>
                    <a:pt x="539318" y="155003"/>
                  </a:lnTo>
                  <a:lnTo>
                    <a:pt x="521652" y="166446"/>
                  </a:lnTo>
                  <a:lnTo>
                    <a:pt x="524548" y="170916"/>
                  </a:lnTo>
                  <a:lnTo>
                    <a:pt x="542213" y="159461"/>
                  </a:lnTo>
                  <a:close/>
                </a:path>
                <a:path w="781685" h="803275">
                  <a:moveTo>
                    <a:pt x="550100" y="192303"/>
                  </a:moveTo>
                  <a:lnTo>
                    <a:pt x="546722" y="188201"/>
                  </a:lnTo>
                  <a:lnTo>
                    <a:pt x="530517" y="201549"/>
                  </a:lnTo>
                  <a:lnTo>
                    <a:pt x="533908" y="205638"/>
                  </a:lnTo>
                  <a:lnTo>
                    <a:pt x="550100" y="192303"/>
                  </a:lnTo>
                  <a:close/>
                </a:path>
                <a:path w="781685" h="803275">
                  <a:moveTo>
                    <a:pt x="557872" y="257644"/>
                  </a:moveTo>
                  <a:lnTo>
                    <a:pt x="553834" y="254190"/>
                  </a:lnTo>
                  <a:lnTo>
                    <a:pt x="540232" y="269989"/>
                  </a:lnTo>
                  <a:lnTo>
                    <a:pt x="544245" y="273456"/>
                  </a:lnTo>
                  <a:lnTo>
                    <a:pt x="557872" y="257644"/>
                  </a:lnTo>
                  <a:close/>
                </a:path>
                <a:path w="781685" h="803275">
                  <a:moveTo>
                    <a:pt x="562343" y="208762"/>
                  </a:moveTo>
                  <a:lnTo>
                    <a:pt x="558660" y="204927"/>
                  </a:lnTo>
                  <a:lnTo>
                    <a:pt x="543356" y="219468"/>
                  </a:lnTo>
                  <a:lnTo>
                    <a:pt x="547014" y="223316"/>
                  </a:lnTo>
                  <a:lnTo>
                    <a:pt x="562343" y="208762"/>
                  </a:lnTo>
                  <a:close/>
                </a:path>
                <a:path w="781685" h="803275">
                  <a:moveTo>
                    <a:pt x="577545" y="136537"/>
                  </a:moveTo>
                  <a:lnTo>
                    <a:pt x="574649" y="132080"/>
                  </a:lnTo>
                  <a:lnTo>
                    <a:pt x="556983" y="143548"/>
                  </a:lnTo>
                  <a:lnTo>
                    <a:pt x="559879" y="147993"/>
                  </a:lnTo>
                  <a:lnTo>
                    <a:pt x="577545" y="136537"/>
                  </a:lnTo>
                  <a:close/>
                </a:path>
                <a:path w="781685" h="803275">
                  <a:moveTo>
                    <a:pt x="582549" y="165646"/>
                  </a:moveTo>
                  <a:lnTo>
                    <a:pt x="579158" y="161544"/>
                  </a:lnTo>
                  <a:lnTo>
                    <a:pt x="562940" y="174879"/>
                  </a:lnTo>
                  <a:lnTo>
                    <a:pt x="566318" y="178981"/>
                  </a:lnTo>
                  <a:lnTo>
                    <a:pt x="582549" y="165646"/>
                  </a:lnTo>
                  <a:close/>
                </a:path>
                <a:path w="781685" h="803275">
                  <a:moveTo>
                    <a:pt x="585076" y="226034"/>
                  </a:moveTo>
                  <a:lnTo>
                    <a:pt x="581037" y="222580"/>
                  </a:lnTo>
                  <a:lnTo>
                    <a:pt x="567436" y="238379"/>
                  </a:lnTo>
                  <a:lnTo>
                    <a:pt x="571474" y="241846"/>
                  </a:lnTo>
                  <a:lnTo>
                    <a:pt x="585076" y="226034"/>
                  </a:lnTo>
                  <a:close/>
                </a:path>
                <a:path w="781685" h="803275">
                  <a:moveTo>
                    <a:pt x="592950" y="179666"/>
                  </a:moveTo>
                  <a:lnTo>
                    <a:pt x="589267" y="175818"/>
                  </a:lnTo>
                  <a:lnTo>
                    <a:pt x="573963" y="190373"/>
                  </a:lnTo>
                  <a:lnTo>
                    <a:pt x="577646" y="194221"/>
                  </a:lnTo>
                  <a:lnTo>
                    <a:pt x="592950" y="179666"/>
                  </a:lnTo>
                  <a:close/>
                </a:path>
                <a:path w="781685" h="803275">
                  <a:moveTo>
                    <a:pt x="612279" y="194424"/>
                  </a:moveTo>
                  <a:lnTo>
                    <a:pt x="608253" y="190969"/>
                  </a:lnTo>
                  <a:lnTo>
                    <a:pt x="594639" y="206768"/>
                  </a:lnTo>
                  <a:lnTo>
                    <a:pt x="598678" y="210235"/>
                  </a:lnTo>
                  <a:lnTo>
                    <a:pt x="612279" y="194424"/>
                  </a:lnTo>
                  <a:close/>
                </a:path>
                <a:path w="781685" h="803275">
                  <a:moveTo>
                    <a:pt x="612876" y="113614"/>
                  </a:moveTo>
                  <a:lnTo>
                    <a:pt x="609981" y="109156"/>
                  </a:lnTo>
                  <a:lnTo>
                    <a:pt x="592315" y="120624"/>
                  </a:lnTo>
                  <a:lnTo>
                    <a:pt x="595210" y="125069"/>
                  </a:lnTo>
                  <a:lnTo>
                    <a:pt x="612876" y="113614"/>
                  </a:lnTo>
                  <a:close/>
                </a:path>
                <a:path w="781685" h="803275">
                  <a:moveTo>
                    <a:pt x="614959" y="138976"/>
                  </a:moveTo>
                  <a:lnTo>
                    <a:pt x="611581" y="134886"/>
                  </a:lnTo>
                  <a:lnTo>
                    <a:pt x="595376" y="148196"/>
                  </a:lnTo>
                  <a:lnTo>
                    <a:pt x="598741" y="152298"/>
                  </a:lnTo>
                  <a:lnTo>
                    <a:pt x="614959" y="138976"/>
                  </a:lnTo>
                  <a:close/>
                </a:path>
                <a:path w="781685" h="803275">
                  <a:moveTo>
                    <a:pt x="623557" y="150583"/>
                  </a:moveTo>
                  <a:lnTo>
                    <a:pt x="619874" y="146735"/>
                  </a:lnTo>
                  <a:lnTo>
                    <a:pt x="604570" y="161264"/>
                  </a:lnTo>
                  <a:lnTo>
                    <a:pt x="608253" y="165112"/>
                  </a:lnTo>
                  <a:lnTo>
                    <a:pt x="623557" y="150583"/>
                  </a:lnTo>
                  <a:close/>
                </a:path>
                <a:path w="781685" h="803275">
                  <a:moveTo>
                    <a:pt x="639495" y="162801"/>
                  </a:moveTo>
                  <a:lnTo>
                    <a:pt x="635457" y="159334"/>
                  </a:lnTo>
                  <a:lnTo>
                    <a:pt x="621855" y="175133"/>
                  </a:lnTo>
                  <a:lnTo>
                    <a:pt x="625906" y="178600"/>
                  </a:lnTo>
                  <a:lnTo>
                    <a:pt x="639495" y="162801"/>
                  </a:lnTo>
                  <a:close/>
                </a:path>
                <a:path w="781685" h="803275">
                  <a:moveTo>
                    <a:pt x="647395" y="112306"/>
                  </a:moveTo>
                  <a:lnTo>
                    <a:pt x="644017" y="108204"/>
                  </a:lnTo>
                  <a:lnTo>
                    <a:pt x="627799" y="121539"/>
                  </a:lnTo>
                  <a:lnTo>
                    <a:pt x="631177" y="125641"/>
                  </a:lnTo>
                  <a:lnTo>
                    <a:pt x="647395" y="112306"/>
                  </a:lnTo>
                  <a:close/>
                </a:path>
                <a:path w="781685" h="803275">
                  <a:moveTo>
                    <a:pt x="648233" y="90690"/>
                  </a:moveTo>
                  <a:lnTo>
                    <a:pt x="645312" y="86233"/>
                  </a:lnTo>
                  <a:lnTo>
                    <a:pt x="627646" y="97701"/>
                  </a:lnTo>
                  <a:lnTo>
                    <a:pt x="630567" y="102146"/>
                  </a:lnTo>
                  <a:lnTo>
                    <a:pt x="648233" y="90690"/>
                  </a:lnTo>
                  <a:close/>
                </a:path>
                <a:path w="781685" h="803275">
                  <a:moveTo>
                    <a:pt x="654164" y="121475"/>
                  </a:moveTo>
                  <a:lnTo>
                    <a:pt x="650481" y="117627"/>
                  </a:lnTo>
                  <a:lnTo>
                    <a:pt x="635177" y="132181"/>
                  </a:lnTo>
                  <a:lnTo>
                    <a:pt x="638860" y="136029"/>
                  </a:lnTo>
                  <a:lnTo>
                    <a:pt x="654164" y="121475"/>
                  </a:lnTo>
                  <a:close/>
                </a:path>
                <a:path w="781685" h="803275">
                  <a:moveTo>
                    <a:pt x="666699" y="131191"/>
                  </a:moveTo>
                  <a:lnTo>
                    <a:pt x="662660" y="127723"/>
                  </a:lnTo>
                  <a:lnTo>
                    <a:pt x="649058" y="143522"/>
                  </a:lnTo>
                  <a:lnTo>
                    <a:pt x="653097" y="146989"/>
                  </a:lnTo>
                  <a:lnTo>
                    <a:pt x="666699" y="131191"/>
                  </a:lnTo>
                  <a:close/>
                </a:path>
                <a:path w="781685" h="803275">
                  <a:moveTo>
                    <a:pt x="679818" y="85636"/>
                  </a:moveTo>
                  <a:lnTo>
                    <a:pt x="676427" y="81534"/>
                  </a:lnTo>
                  <a:lnTo>
                    <a:pt x="660209" y="94881"/>
                  </a:lnTo>
                  <a:lnTo>
                    <a:pt x="663600" y="98983"/>
                  </a:lnTo>
                  <a:lnTo>
                    <a:pt x="679818" y="85636"/>
                  </a:lnTo>
                  <a:close/>
                </a:path>
                <a:path w="781685" h="803275">
                  <a:moveTo>
                    <a:pt x="683564" y="67767"/>
                  </a:moveTo>
                  <a:lnTo>
                    <a:pt x="680669" y="63334"/>
                  </a:lnTo>
                  <a:lnTo>
                    <a:pt x="663003" y="74777"/>
                  </a:lnTo>
                  <a:lnTo>
                    <a:pt x="665899" y="79248"/>
                  </a:lnTo>
                  <a:lnTo>
                    <a:pt x="683564" y="67767"/>
                  </a:lnTo>
                  <a:close/>
                </a:path>
                <a:path w="781685" h="803275">
                  <a:moveTo>
                    <a:pt x="684771" y="92379"/>
                  </a:moveTo>
                  <a:lnTo>
                    <a:pt x="681088" y="88531"/>
                  </a:lnTo>
                  <a:lnTo>
                    <a:pt x="665784" y="103085"/>
                  </a:lnTo>
                  <a:lnTo>
                    <a:pt x="669467" y="106921"/>
                  </a:lnTo>
                  <a:lnTo>
                    <a:pt x="684771" y="92379"/>
                  </a:lnTo>
                  <a:close/>
                </a:path>
                <a:path w="781685" h="803275">
                  <a:moveTo>
                    <a:pt x="693902" y="99555"/>
                  </a:moveTo>
                  <a:lnTo>
                    <a:pt x="689889" y="96088"/>
                  </a:lnTo>
                  <a:lnTo>
                    <a:pt x="676287" y="111912"/>
                  </a:lnTo>
                  <a:lnTo>
                    <a:pt x="680300" y="115379"/>
                  </a:lnTo>
                  <a:lnTo>
                    <a:pt x="693902" y="99555"/>
                  </a:lnTo>
                  <a:close/>
                </a:path>
                <a:path w="781685" h="803275">
                  <a:moveTo>
                    <a:pt x="715378" y="63271"/>
                  </a:moveTo>
                  <a:lnTo>
                    <a:pt x="711695" y="59436"/>
                  </a:lnTo>
                  <a:lnTo>
                    <a:pt x="712254" y="58978"/>
                  </a:lnTo>
                  <a:lnTo>
                    <a:pt x="708850" y="54876"/>
                  </a:lnTo>
                  <a:lnTo>
                    <a:pt x="692645" y="68199"/>
                  </a:lnTo>
                  <a:lnTo>
                    <a:pt x="696036" y="72301"/>
                  </a:lnTo>
                  <a:lnTo>
                    <a:pt x="711581" y="59537"/>
                  </a:lnTo>
                  <a:lnTo>
                    <a:pt x="696391" y="73977"/>
                  </a:lnTo>
                  <a:lnTo>
                    <a:pt x="700074" y="77825"/>
                  </a:lnTo>
                  <a:lnTo>
                    <a:pt x="715378" y="63271"/>
                  </a:lnTo>
                  <a:close/>
                </a:path>
                <a:path w="781685" h="803275">
                  <a:moveTo>
                    <a:pt x="718896" y="44856"/>
                  </a:moveTo>
                  <a:lnTo>
                    <a:pt x="716000" y="40411"/>
                  </a:lnTo>
                  <a:lnTo>
                    <a:pt x="698334" y="51866"/>
                  </a:lnTo>
                  <a:lnTo>
                    <a:pt x="701230" y="56324"/>
                  </a:lnTo>
                  <a:lnTo>
                    <a:pt x="718896" y="44856"/>
                  </a:lnTo>
                  <a:close/>
                </a:path>
                <a:path w="781685" h="803275">
                  <a:moveTo>
                    <a:pt x="721131" y="67945"/>
                  </a:moveTo>
                  <a:lnTo>
                    <a:pt x="717080" y="64477"/>
                  </a:lnTo>
                  <a:lnTo>
                    <a:pt x="703478" y="80289"/>
                  </a:lnTo>
                  <a:lnTo>
                    <a:pt x="707529" y="83743"/>
                  </a:lnTo>
                  <a:lnTo>
                    <a:pt x="721131" y="67945"/>
                  </a:lnTo>
                  <a:close/>
                </a:path>
                <a:path w="781685" h="803275">
                  <a:moveTo>
                    <a:pt x="754253" y="21945"/>
                  </a:moveTo>
                  <a:lnTo>
                    <a:pt x="751332" y="17487"/>
                  </a:lnTo>
                  <a:lnTo>
                    <a:pt x="733666" y="28943"/>
                  </a:lnTo>
                  <a:lnTo>
                    <a:pt x="736003" y="32550"/>
                  </a:lnTo>
                  <a:lnTo>
                    <a:pt x="725068" y="41541"/>
                  </a:lnTo>
                  <a:lnTo>
                    <a:pt x="727443" y="44450"/>
                  </a:lnTo>
                  <a:lnTo>
                    <a:pt x="726998" y="44869"/>
                  </a:lnTo>
                  <a:lnTo>
                    <a:pt x="730681" y="48717"/>
                  </a:lnTo>
                  <a:lnTo>
                    <a:pt x="734733" y="52133"/>
                  </a:lnTo>
                  <a:lnTo>
                    <a:pt x="748334" y="36334"/>
                  </a:lnTo>
                  <a:lnTo>
                    <a:pt x="745909" y="34264"/>
                  </a:lnTo>
                  <a:lnTo>
                    <a:pt x="744385" y="32524"/>
                  </a:lnTo>
                  <a:lnTo>
                    <a:pt x="744664" y="32296"/>
                  </a:lnTo>
                  <a:lnTo>
                    <a:pt x="742429" y="29603"/>
                  </a:lnTo>
                  <a:lnTo>
                    <a:pt x="754253" y="21945"/>
                  </a:lnTo>
                  <a:close/>
                </a:path>
                <a:path w="781685" h="803275">
                  <a:moveTo>
                    <a:pt x="769188" y="12115"/>
                  </a:moveTo>
                  <a:lnTo>
                    <a:pt x="767143" y="10375"/>
                  </a:lnTo>
                  <a:lnTo>
                    <a:pt x="765467" y="8331"/>
                  </a:lnTo>
                  <a:lnTo>
                    <a:pt x="765314" y="8458"/>
                  </a:lnTo>
                  <a:lnTo>
                    <a:pt x="757250" y="15087"/>
                  </a:lnTo>
                  <a:lnTo>
                    <a:pt x="757720" y="15671"/>
                  </a:lnTo>
                  <a:lnTo>
                    <a:pt x="758329" y="16548"/>
                  </a:lnTo>
                  <a:lnTo>
                    <a:pt x="758202" y="16700"/>
                  </a:lnTo>
                  <a:lnTo>
                    <a:pt x="759485" y="17818"/>
                  </a:lnTo>
                  <a:lnTo>
                    <a:pt x="760628" y="19189"/>
                  </a:lnTo>
                  <a:lnTo>
                    <a:pt x="760755" y="19088"/>
                  </a:lnTo>
                  <a:lnTo>
                    <a:pt x="761288" y="19634"/>
                  </a:lnTo>
                  <a:lnTo>
                    <a:pt x="761441" y="19481"/>
                  </a:lnTo>
                  <a:lnTo>
                    <a:pt x="762254" y="20167"/>
                  </a:lnTo>
                  <a:lnTo>
                    <a:pt x="769188" y="12115"/>
                  </a:lnTo>
                  <a:close/>
                </a:path>
                <a:path w="781685" h="803275">
                  <a:moveTo>
                    <a:pt x="781177" y="4470"/>
                  </a:moveTo>
                  <a:lnTo>
                    <a:pt x="778281" y="0"/>
                  </a:lnTo>
                  <a:lnTo>
                    <a:pt x="769366" y="5778"/>
                  </a:lnTo>
                  <a:lnTo>
                    <a:pt x="772261" y="10248"/>
                  </a:lnTo>
                  <a:lnTo>
                    <a:pt x="781177" y="4470"/>
                  </a:lnTo>
                  <a:close/>
                </a:path>
              </a:pathLst>
            </a:custGeom>
            <a:solidFill>
              <a:srgbClr val="F794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3" name="object 613"/>
            <p:cNvSpPr/>
            <p:nvPr/>
          </p:nvSpPr>
          <p:spPr>
            <a:xfrm>
              <a:off x="2269718" y="6467843"/>
              <a:ext cx="394970" cy="187325"/>
            </a:xfrm>
            <a:custGeom>
              <a:avLst/>
              <a:gdLst/>
              <a:ahLst/>
              <a:cxnLst/>
              <a:rect l="l" t="t" r="r" b="b"/>
              <a:pathLst>
                <a:path w="394969" h="187325">
                  <a:moveTo>
                    <a:pt x="21374" y="177914"/>
                  </a:moveTo>
                  <a:lnTo>
                    <a:pt x="19138" y="173101"/>
                  </a:lnTo>
                  <a:lnTo>
                    <a:pt x="0" y="181952"/>
                  </a:lnTo>
                  <a:lnTo>
                    <a:pt x="2235" y="186778"/>
                  </a:lnTo>
                  <a:lnTo>
                    <a:pt x="21374" y="177914"/>
                  </a:lnTo>
                  <a:close/>
                </a:path>
                <a:path w="394969" h="187325">
                  <a:moveTo>
                    <a:pt x="25120" y="24282"/>
                  </a:moveTo>
                  <a:lnTo>
                    <a:pt x="24892" y="20053"/>
                  </a:lnTo>
                  <a:lnTo>
                    <a:pt x="24841" y="18973"/>
                  </a:lnTo>
                  <a:lnTo>
                    <a:pt x="3810" y="20053"/>
                  </a:lnTo>
                  <a:lnTo>
                    <a:pt x="4025" y="24282"/>
                  </a:lnTo>
                  <a:lnTo>
                    <a:pt x="4089" y="25374"/>
                  </a:lnTo>
                  <a:lnTo>
                    <a:pt x="25120" y="24282"/>
                  </a:lnTo>
                  <a:close/>
                </a:path>
                <a:path w="394969" h="187325">
                  <a:moveTo>
                    <a:pt x="59639" y="160185"/>
                  </a:moveTo>
                  <a:lnTo>
                    <a:pt x="57404" y="155384"/>
                  </a:lnTo>
                  <a:lnTo>
                    <a:pt x="38265" y="164236"/>
                  </a:lnTo>
                  <a:lnTo>
                    <a:pt x="40500" y="169062"/>
                  </a:lnTo>
                  <a:lnTo>
                    <a:pt x="59639" y="160185"/>
                  </a:lnTo>
                  <a:close/>
                </a:path>
                <a:path w="394969" h="187325">
                  <a:moveTo>
                    <a:pt x="67221" y="22123"/>
                  </a:moveTo>
                  <a:lnTo>
                    <a:pt x="66992" y="17894"/>
                  </a:lnTo>
                  <a:lnTo>
                    <a:pt x="66941" y="16802"/>
                  </a:lnTo>
                  <a:lnTo>
                    <a:pt x="45885" y="17894"/>
                  </a:lnTo>
                  <a:lnTo>
                    <a:pt x="46113" y="22123"/>
                  </a:lnTo>
                  <a:lnTo>
                    <a:pt x="46164" y="23202"/>
                  </a:lnTo>
                  <a:lnTo>
                    <a:pt x="67221" y="22123"/>
                  </a:lnTo>
                  <a:close/>
                </a:path>
                <a:path w="394969" h="187325">
                  <a:moveTo>
                    <a:pt x="97904" y="142468"/>
                  </a:moveTo>
                  <a:lnTo>
                    <a:pt x="95681" y="137642"/>
                  </a:lnTo>
                  <a:lnTo>
                    <a:pt x="76542" y="146519"/>
                  </a:lnTo>
                  <a:lnTo>
                    <a:pt x="78778" y="151320"/>
                  </a:lnTo>
                  <a:lnTo>
                    <a:pt x="97904" y="142468"/>
                  </a:lnTo>
                  <a:close/>
                </a:path>
                <a:path w="394969" h="187325">
                  <a:moveTo>
                    <a:pt x="109296" y="19951"/>
                  </a:moveTo>
                  <a:lnTo>
                    <a:pt x="109080" y="15722"/>
                  </a:lnTo>
                  <a:lnTo>
                    <a:pt x="109016" y="14643"/>
                  </a:lnTo>
                  <a:lnTo>
                    <a:pt x="87972" y="15722"/>
                  </a:lnTo>
                  <a:lnTo>
                    <a:pt x="88188" y="19951"/>
                  </a:lnTo>
                  <a:lnTo>
                    <a:pt x="88252" y="21031"/>
                  </a:lnTo>
                  <a:lnTo>
                    <a:pt x="109296" y="19951"/>
                  </a:lnTo>
                  <a:close/>
                </a:path>
                <a:path w="394969" h="187325">
                  <a:moveTo>
                    <a:pt x="136182" y="124752"/>
                  </a:moveTo>
                  <a:lnTo>
                    <a:pt x="133946" y="119926"/>
                  </a:lnTo>
                  <a:lnTo>
                    <a:pt x="114808" y="128778"/>
                  </a:lnTo>
                  <a:lnTo>
                    <a:pt x="117043" y="133604"/>
                  </a:lnTo>
                  <a:lnTo>
                    <a:pt x="136182" y="124752"/>
                  </a:lnTo>
                  <a:close/>
                </a:path>
                <a:path w="394969" h="187325">
                  <a:moveTo>
                    <a:pt x="151384" y="17780"/>
                  </a:moveTo>
                  <a:lnTo>
                    <a:pt x="151155" y="13563"/>
                  </a:lnTo>
                  <a:lnTo>
                    <a:pt x="151104" y="12471"/>
                  </a:lnTo>
                  <a:lnTo>
                    <a:pt x="130073" y="13563"/>
                  </a:lnTo>
                  <a:lnTo>
                    <a:pt x="130289" y="17780"/>
                  </a:lnTo>
                  <a:lnTo>
                    <a:pt x="130352" y="18872"/>
                  </a:lnTo>
                  <a:lnTo>
                    <a:pt x="151384" y="17780"/>
                  </a:lnTo>
                  <a:close/>
                </a:path>
                <a:path w="394969" h="187325">
                  <a:moveTo>
                    <a:pt x="174447" y="107035"/>
                  </a:moveTo>
                  <a:lnTo>
                    <a:pt x="172212" y="102209"/>
                  </a:lnTo>
                  <a:lnTo>
                    <a:pt x="153085" y="111061"/>
                  </a:lnTo>
                  <a:lnTo>
                    <a:pt x="155321" y="115887"/>
                  </a:lnTo>
                  <a:lnTo>
                    <a:pt x="174447" y="107035"/>
                  </a:lnTo>
                  <a:close/>
                </a:path>
                <a:path w="394969" h="187325">
                  <a:moveTo>
                    <a:pt x="193484" y="15621"/>
                  </a:moveTo>
                  <a:lnTo>
                    <a:pt x="193255" y="11391"/>
                  </a:lnTo>
                  <a:lnTo>
                    <a:pt x="193205" y="10312"/>
                  </a:lnTo>
                  <a:lnTo>
                    <a:pt x="172148" y="11391"/>
                  </a:lnTo>
                  <a:lnTo>
                    <a:pt x="172377" y="15621"/>
                  </a:lnTo>
                  <a:lnTo>
                    <a:pt x="172427" y="16700"/>
                  </a:lnTo>
                  <a:lnTo>
                    <a:pt x="193484" y="15621"/>
                  </a:lnTo>
                  <a:close/>
                </a:path>
                <a:path w="394969" h="187325">
                  <a:moveTo>
                    <a:pt x="212725" y="89319"/>
                  </a:moveTo>
                  <a:lnTo>
                    <a:pt x="210489" y="84493"/>
                  </a:lnTo>
                  <a:lnTo>
                    <a:pt x="191350" y="93345"/>
                  </a:lnTo>
                  <a:lnTo>
                    <a:pt x="193586" y="98171"/>
                  </a:lnTo>
                  <a:lnTo>
                    <a:pt x="212725" y="89319"/>
                  </a:lnTo>
                  <a:close/>
                </a:path>
                <a:path w="394969" h="187325">
                  <a:moveTo>
                    <a:pt x="235559" y="13449"/>
                  </a:moveTo>
                  <a:lnTo>
                    <a:pt x="235343" y="9220"/>
                  </a:lnTo>
                  <a:lnTo>
                    <a:pt x="235280" y="8140"/>
                  </a:lnTo>
                  <a:lnTo>
                    <a:pt x="214249" y="9220"/>
                  </a:lnTo>
                  <a:lnTo>
                    <a:pt x="214452" y="13449"/>
                  </a:lnTo>
                  <a:lnTo>
                    <a:pt x="214503" y="14541"/>
                  </a:lnTo>
                  <a:lnTo>
                    <a:pt x="235559" y="13449"/>
                  </a:lnTo>
                  <a:close/>
                </a:path>
                <a:path w="394969" h="187325">
                  <a:moveTo>
                    <a:pt x="250990" y="71589"/>
                  </a:moveTo>
                  <a:lnTo>
                    <a:pt x="248729" y="66776"/>
                  </a:lnTo>
                  <a:lnTo>
                    <a:pt x="229603" y="75628"/>
                  </a:lnTo>
                  <a:lnTo>
                    <a:pt x="231851" y="80454"/>
                  </a:lnTo>
                  <a:lnTo>
                    <a:pt x="250990" y="71589"/>
                  </a:lnTo>
                  <a:close/>
                </a:path>
                <a:path w="394969" h="187325">
                  <a:moveTo>
                    <a:pt x="277660" y="11264"/>
                  </a:moveTo>
                  <a:lnTo>
                    <a:pt x="277444" y="7061"/>
                  </a:lnTo>
                  <a:lnTo>
                    <a:pt x="277380" y="5969"/>
                  </a:lnTo>
                  <a:lnTo>
                    <a:pt x="256336" y="7061"/>
                  </a:lnTo>
                  <a:lnTo>
                    <a:pt x="256552" y="11264"/>
                  </a:lnTo>
                  <a:lnTo>
                    <a:pt x="256616" y="12369"/>
                  </a:lnTo>
                  <a:lnTo>
                    <a:pt x="277660" y="11264"/>
                  </a:lnTo>
                  <a:close/>
                </a:path>
                <a:path w="394969" h="187325">
                  <a:moveTo>
                    <a:pt x="289242" y="53860"/>
                  </a:moveTo>
                  <a:lnTo>
                    <a:pt x="287007" y="49034"/>
                  </a:lnTo>
                  <a:lnTo>
                    <a:pt x="267868" y="57912"/>
                  </a:lnTo>
                  <a:lnTo>
                    <a:pt x="270129" y="62712"/>
                  </a:lnTo>
                  <a:lnTo>
                    <a:pt x="289242" y="53860"/>
                  </a:lnTo>
                  <a:close/>
                </a:path>
                <a:path w="394969" h="187325">
                  <a:moveTo>
                    <a:pt x="319747" y="9093"/>
                  </a:moveTo>
                  <a:lnTo>
                    <a:pt x="319519" y="4889"/>
                  </a:lnTo>
                  <a:lnTo>
                    <a:pt x="319468" y="3810"/>
                  </a:lnTo>
                  <a:lnTo>
                    <a:pt x="298411" y="4889"/>
                  </a:lnTo>
                  <a:lnTo>
                    <a:pt x="298627" y="9093"/>
                  </a:lnTo>
                  <a:lnTo>
                    <a:pt x="298691" y="10185"/>
                  </a:lnTo>
                  <a:lnTo>
                    <a:pt x="319747" y="9093"/>
                  </a:lnTo>
                  <a:close/>
                </a:path>
                <a:path w="394969" h="187325">
                  <a:moveTo>
                    <a:pt x="327507" y="36144"/>
                  </a:moveTo>
                  <a:lnTo>
                    <a:pt x="325272" y="31318"/>
                  </a:lnTo>
                  <a:lnTo>
                    <a:pt x="306146" y="40170"/>
                  </a:lnTo>
                  <a:lnTo>
                    <a:pt x="308381" y="44996"/>
                  </a:lnTo>
                  <a:lnTo>
                    <a:pt x="327507" y="36144"/>
                  </a:lnTo>
                  <a:close/>
                </a:path>
                <a:path w="394969" h="187325">
                  <a:moveTo>
                    <a:pt x="361823" y="6934"/>
                  </a:moveTo>
                  <a:lnTo>
                    <a:pt x="361607" y="2717"/>
                  </a:lnTo>
                  <a:lnTo>
                    <a:pt x="361543" y="1638"/>
                  </a:lnTo>
                  <a:lnTo>
                    <a:pt x="340512" y="2717"/>
                  </a:lnTo>
                  <a:lnTo>
                    <a:pt x="340741" y="6934"/>
                  </a:lnTo>
                  <a:lnTo>
                    <a:pt x="340791" y="8013"/>
                  </a:lnTo>
                  <a:lnTo>
                    <a:pt x="361823" y="6934"/>
                  </a:lnTo>
                  <a:close/>
                </a:path>
                <a:path w="394969" h="187325">
                  <a:moveTo>
                    <a:pt x="365785" y="18427"/>
                  </a:moveTo>
                  <a:lnTo>
                    <a:pt x="363550" y="13601"/>
                  </a:lnTo>
                  <a:lnTo>
                    <a:pt x="344411" y="22466"/>
                  </a:lnTo>
                  <a:lnTo>
                    <a:pt x="346646" y="27279"/>
                  </a:lnTo>
                  <a:lnTo>
                    <a:pt x="365785" y="18427"/>
                  </a:lnTo>
                  <a:close/>
                </a:path>
                <a:path w="394969" h="187325">
                  <a:moveTo>
                    <a:pt x="394665" y="5080"/>
                  </a:moveTo>
                  <a:lnTo>
                    <a:pt x="393509" y="2616"/>
                  </a:lnTo>
                  <a:lnTo>
                    <a:pt x="393382" y="0"/>
                  </a:lnTo>
                  <a:lnTo>
                    <a:pt x="382765" y="558"/>
                  </a:lnTo>
                  <a:lnTo>
                    <a:pt x="382968" y="4635"/>
                  </a:lnTo>
                  <a:lnTo>
                    <a:pt x="382765" y="4724"/>
                  </a:lnTo>
                  <a:lnTo>
                    <a:pt x="383006" y="5270"/>
                  </a:lnTo>
                  <a:lnTo>
                    <a:pt x="383044" y="5842"/>
                  </a:lnTo>
                  <a:lnTo>
                    <a:pt x="383273" y="5842"/>
                  </a:lnTo>
                  <a:lnTo>
                    <a:pt x="385000" y="9537"/>
                  </a:lnTo>
                  <a:lnTo>
                    <a:pt x="394665" y="5080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4" name="object 614"/>
            <p:cNvSpPr/>
            <p:nvPr/>
          </p:nvSpPr>
          <p:spPr>
            <a:xfrm>
              <a:off x="1642173" y="6557772"/>
              <a:ext cx="808990" cy="295275"/>
            </a:xfrm>
            <a:custGeom>
              <a:avLst/>
              <a:gdLst/>
              <a:ahLst/>
              <a:cxnLst/>
              <a:rect l="l" t="t" r="r" b="b"/>
              <a:pathLst>
                <a:path w="808989" h="295275">
                  <a:moveTo>
                    <a:pt x="4343" y="0"/>
                  </a:moveTo>
                  <a:lnTo>
                    <a:pt x="0" y="444"/>
                  </a:lnTo>
                  <a:lnTo>
                    <a:pt x="4343" y="3695"/>
                  </a:lnTo>
                  <a:lnTo>
                    <a:pt x="4343" y="0"/>
                  </a:lnTo>
                  <a:close/>
                </a:path>
                <a:path w="808989" h="295275">
                  <a:moveTo>
                    <a:pt x="6235" y="5143"/>
                  </a:moveTo>
                  <a:lnTo>
                    <a:pt x="4343" y="3695"/>
                  </a:lnTo>
                  <a:lnTo>
                    <a:pt x="4394" y="5143"/>
                  </a:lnTo>
                  <a:lnTo>
                    <a:pt x="6235" y="5143"/>
                  </a:lnTo>
                  <a:close/>
                </a:path>
                <a:path w="808989" h="295275">
                  <a:moveTo>
                    <a:pt x="808812" y="294309"/>
                  </a:moveTo>
                  <a:lnTo>
                    <a:pt x="804481" y="291058"/>
                  </a:lnTo>
                  <a:lnTo>
                    <a:pt x="804481" y="294779"/>
                  </a:lnTo>
                  <a:lnTo>
                    <a:pt x="808812" y="294309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5" name="object 615"/>
            <p:cNvSpPr/>
            <p:nvPr/>
          </p:nvSpPr>
          <p:spPr>
            <a:xfrm>
              <a:off x="1646523" y="6557767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695"/>
                  </a:lnTo>
                  <a:lnTo>
                    <a:pt x="0" y="3717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6" name="object 616"/>
            <p:cNvSpPr/>
            <p:nvPr/>
          </p:nvSpPr>
          <p:spPr>
            <a:xfrm>
              <a:off x="2443238" y="6852542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408" y="361"/>
                  </a:moveTo>
                  <a:lnTo>
                    <a:pt x="0" y="361"/>
                  </a:lnTo>
                  <a:lnTo>
                    <a:pt x="3426" y="2932"/>
                  </a:lnTo>
                  <a:lnTo>
                    <a:pt x="3408" y="361"/>
                  </a:lnTo>
                  <a:close/>
                </a:path>
                <a:path w="3810" h="3175">
                  <a:moveTo>
                    <a:pt x="3408" y="361"/>
                  </a:moveTo>
                  <a:lnTo>
                    <a:pt x="3406" y="0"/>
                  </a:lnTo>
                  <a:lnTo>
                    <a:pt x="3426" y="2932"/>
                  </a:lnTo>
                  <a:lnTo>
                    <a:pt x="3408" y="361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7" name="object 617"/>
            <p:cNvSpPr/>
            <p:nvPr/>
          </p:nvSpPr>
          <p:spPr>
            <a:xfrm>
              <a:off x="2446324" y="5987225"/>
              <a:ext cx="635" cy="492125"/>
            </a:xfrm>
            <a:custGeom>
              <a:avLst/>
              <a:gdLst/>
              <a:ahLst/>
              <a:cxnLst/>
              <a:rect l="l" t="t" r="r" b="b"/>
              <a:pathLst>
                <a:path w="635" h="492125">
                  <a:moveTo>
                    <a:pt x="0" y="0"/>
                  </a:moveTo>
                  <a:lnTo>
                    <a:pt x="191" y="4917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8" name="object 618"/>
            <p:cNvSpPr/>
            <p:nvPr/>
          </p:nvSpPr>
          <p:spPr>
            <a:xfrm>
              <a:off x="2446516" y="6478995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4">
                  <a:moveTo>
                    <a:pt x="0" y="0"/>
                  </a:moveTo>
                  <a:lnTo>
                    <a:pt x="0" y="5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46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9" name="object 619"/>
            <p:cNvSpPr/>
            <p:nvPr/>
          </p:nvSpPr>
          <p:spPr>
            <a:xfrm>
              <a:off x="1656165" y="6538435"/>
              <a:ext cx="426720" cy="344805"/>
            </a:xfrm>
            <a:custGeom>
              <a:avLst/>
              <a:gdLst/>
              <a:ahLst/>
              <a:cxnLst/>
              <a:rect l="l" t="t" r="r" b="b"/>
              <a:pathLst>
                <a:path w="426719" h="344804">
                  <a:moveTo>
                    <a:pt x="224301" y="0"/>
                  </a:moveTo>
                  <a:lnTo>
                    <a:pt x="0" y="23643"/>
                  </a:lnTo>
                  <a:lnTo>
                    <a:pt x="426272" y="344232"/>
                  </a:lnTo>
                  <a:lnTo>
                    <a:pt x="426209" y="185265"/>
                  </a:lnTo>
                  <a:lnTo>
                    <a:pt x="395367" y="188473"/>
                  </a:lnTo>
                  <a:lnTo>
                    <a:pt x="395069" y="185817"/>
                  </a:lnTo>
                  <a:lnTo>
                    <a:pt x="392388" y="186094"/>
                  </a:lnTo>
                  <a:lnTo>
                    <a:pt x="392685" y="188855"/>
                  </a:lnTo>
                  <a:lnTo>
                    <a:pt x="330619" y="195356"/>
                  </a:lnTo>
                  <a:lnTo>
                    <a:pt x="330320" y="192637"/>
                  </a:lnTo>
                  <a:lnTo>
                    <a:pt x="327638" y="192934"/>
                  </a:lnTo>
                  <a:lnTo>
                    <a:pt x="327936" y="195546"/>
                  </a:lnTo>
                  <a:lnTo>
                    <a:pt x="289049" y="199753"/>
                  </a:lnTo>
                  <a:lnTo>
                    <a:pt x="288751" y="197034"/>
                  </a:lnTo>
                  <a:lnTo>
                    <a:pt x="282620" y="197671"/>
                  </a:lnTo>
                  <a:lnTo>
                    <a:pt x="282919" y="200327"/>
                  </a:lnTo>
                  <a:lnTo>
                    <a:pt x="274681" y="201261"/>
                  </a:lnTo>
                  <a:lnTo>
                    <a:pt x="274681" y="204151"/>
                  </a:lnTo>
                  <a:lnTo>
                    <a:pt x="271425" y="201644"/>
                  </a:lnTo>
                  <a:lnTo>
                    <a:pt x="269509" y="201856"/>
                  </a:lnTo>
                  <a:lnTo>
                    <a:pt x="269509" y="200178"/>
                  </a:lnTo>
                  <a:lnTo>
                    <a:pt x="243265" y="180442"/>
                  </a:lnTo>
                  <a:lnTo>
                    <a:pt x="244862" y="178382"/>
                  </a:lnTo>
                  <a:lnTo>
                    <a:pt x="235454" y="171329"/>
                  </a:lnTo>
                  <a:lnTo>
                    <a:pt x="233878" y="173368"/>
                  </a:lnTo>
                  <a:lnTo>
                    <a:pt x="226131" y="167653"/>
                  </a:lnTo>
                  <a:lnTo>
                    <a:pt x="224301" y="167824"/>
                  </a:lnTo>
                  <a:lnTo>
                    <a:pt x="224301" y="166209"/>
                  </a:lnTo>
                  <a:lnTo>
                    <a:pt x="220085" y="163045"/>
                  </a:lnTo>
                  <a:lnTo>
                    <a:pt x="224301" y="162556"/>
                  </a:lnTo>
                  <a:lnTo>
                    <a:pt x="224301" y="154250"/>
                  </a:lnTo>
                  <a:lnTo>
                    <a:pt x="226982" y="154250"/>
                  </a:lnTo>
                  <a:lnTo>
                    <a:pt x="226982" y="132645"/>
                  </a:lnTo>
                  <a:lnTo>
                    <a:pt x="224301" y="132645"/>
                  </a:lnTo>
                  <a:lnTo>
                    <a:pt x="224301" y="110849"/>
                  </a:lnTo>
                  <a:lnTo>
                    <a:pt x="226982" y="110849"/>
                  </a:lnTo>
                  <a:lnTo>
                    <a:pt x="226982" y="89053"/>
                  </a:lnTo>
                  <a:lnTo>
                    <a:pt x="224301" y="89053"/>
                  </a:lnTo>
                  <a:lnTo>
                    <a:pt x="224301" y="67448"/>
                  </a:lnTo>
                  <a:lnTo>
                    <a:pt x="226982" y="67448"/>
                  </a:lnTo>
                  <a:lnTo>
                    <a:pt x="226982" y="45652"/>
                  </a:lnTo>
                  <a:lnTo>
                    <a:pt x="224301" y="45652"/>
                  </a:lnTo>
                  <a:lnTo>
                    <a:pt x="224301" y="23856"/>
                  </a:lnTo>
                  <a:lnTo>
                    <a:pt x="226982" y="23856"/>
                  </a:lnTo>
                  <a:lnTo>
                    <a:pt x="226982" y="2251"/>
                  </a:lnTo>
                  <a:lnTo>
                    <a:pt x="224301" y="2251"/>
                  </a:lnTo>
                  <a:lnTo>
                    <a:pt x="224301" y="0"/>
                  </a:lnTo>
                  <a:close/>
                </a:path>
              </a:pathLst>
            </a:custGeom>
            <a:solidFill>
              <a:srgbClr val="8D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0" name="object 620"/>
            <p:cNvSpPr/>
            <p:nvPr/>
          </p:nvSpPr>
          <p:spPr>
            <a:xfrm>
              <a:off x="1656165" y="6562078"/>
              <a:ext cx="426720" cy="320675"/>
            </a:xfrm>
            <a:custGeom>
              <a:avLst/>
              <a:gdLst/>
              <a:ahLst/>
              <a:cxnLst/>
              <a:rect l="l" t="t" r="r" b="b"/>
              <a:pathLst>
                <a:path w="426719" h="320675">
                  <a:moveTo>
                    <a:pt x="0" y="0"/>
                  </a:moveTo>
                  <a:lnTo>
                    <a:pt x="426294" y="320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1" name="object 621"/>
            <p:cNvSpPr/>
            <p:nvPr/>
          </p:nvSpPr>
          <p:spPr>
            <a:xfrm>
              <a:off x="1651363" y="5700181"/>
              <a:ext cx="354330" cy="857250"/>
            </a:xfrm>
            <a:custGeom>
              <a:avLst/>
              <a:gdLst/>
              <a:ahLst/>
              <a:cxnLst/>
              <a:rect l="l" t="t" r="r" b="b"/>
              <a:pathLst>
                <a:path w="354330" h="857250">
                  <a:moveTo>
                    <a:pt x="353875" y="435303"/>
                  </a:moveTo>
                  <a:lnTo>
                    <a:pt x="5972" y="435303"/>
                  </a:lnTo>
                  <a:lnTo>
                    <a:pt x="8759" y="439828"/>
                  </a:lnTo>
                  <a:lnTo>
                    <a:pt x="310" y="445033"/>
                  </a:lnTo>
                  <a:lnTo>
                    <a:pt x="463" y="814226"/>
                  </a:lnTo>
                  <a:lnTo>
                    <a:pt x="480" y="857011"/>
                  </a:lnTo>
                  <a:lnTo>
                    <a:pt x="229102" y="832900"/>
                  </a:lnTo>
                  <a:lnTo>
                    <a:pt x="229102" y="831199"/>
                  </a:lnTo>
                  <a:lnTo>
                    <a:pt x="224695" y="827886"/>
                  </a:lnTo>
                  <a:lnTo>
                    <a:pt x="229102" y="827375"/>
                  </a:lnTo>
                  <a:lnTo>
                    <a:pt x="229102" y="824444"/>
                  </a:lnTo>
                  <a:lnTo>
                    <a:pt x="262877" y="824444"/>
                  </a:lnTo>
                  <a:lnTo>
                    <a:pt x="262823" y="823935"/>
                  </a:lnTo>
                  <a:lnTo>
                    <a:pt x="262230" y="823935"/>
                  </a:lnTo>
                  <a:lnTo>
                    <a:pt x="287145" y="821385"/>
                  </a:lnTo>
                  <a:lnTo>
                    <a:pt x="304394" y="821385"/>
                  </a:lnTo>
                  <a:lnTo>
                    <a:pt x="304194" y="819473"/>
                  </a:lnTo>
                  <a:lnTo>
                    <a:pt x="332162" y="816606"/>
                  </a:lnTo>
                  <a:lnTo>
                    <a:pt x="345743" y="816606"/>
                  </a:lnTo>
                  <a:lnTo>
                    <a:pt x="345572" y="815075"/>
                  </a:lnTo>
                  <a:lnTo>
                    <a:pt x="354023" y="814226"/>
                  </a:lnTo>
                  <a:lnTo>
                    <a:pt x="353879" y="445033"/>
                  </a:lnTo>
                  <a:lnTo>
                    <a:pt x="353875" y="435303"/>
                  </a:lnTo>
                  <a:close/>
                </a:path>
                <a:path w="354330" h="857250">
                  <a:moveTo>
                    <a:pt x="263060" y="826165"/>
                  </a:moveTo>
                  <a:lnTo>
                    <a:pt x="242128" y="826165"/>
                  </a:lnTo>
                  <a:lnTo>
                    <a:pt x="242194" y="827036"/>
                  </a:lnTo>
                  <a:lnTo>
                    <a:pt x="242319" y="828694"/>
                  </a:lnTo>
                  <a:lnTo>
                    <a:pt x="263093" y="826484"/>
                  </a:lnTo>
                  <a:lnTo>
                    <a:pt x="263060" y="826165"/>
                  </a:lnTo>
                  <a:close/>
                </a:path>
                <a:path w="354330" h="857250">
                  <a:moveTo>
                    <a:pt x="262877" y="824444"/>
                  </a:moveTo>
                  <a:lnTo>
                    <a:pt x="229102" y="824444"/>
                  </a:lnTo>
                  <a:lnTo>
                    <a:pt x="232443" y="827036"/>
                  </a:lnTo>
                  <a:lnTo>
                    <a:pt x="242128" y="826165"/>
                  </a:lnTo>
                  <a:lnTo>
                    <a:pt x="263060" y="826165"/>
                  </a:lnTo>
                  <a:lnTo>
                    <a:pt x="262877" y="824444"/>
                  </a:lnTo>
                  <a:close/>
                </a:path>
                <a:path w="354330" h="857250">
                  <a:moveTo>
                    <a:pt x="304394" y="821385"/>
                  </a:moveTo>
                  <a:lnTo>
                    <a:pt x="287145" y="821385"/>
                  </a:lnTo>
                  <a:lnTo>
                    <a:pt x="287394" y="823680"/>
                  </a:lnTo>
                  <a:lnTo>
                    <a:pt x="287422" y="823935"/>
                  </a:lnTo>
                  <a:lnTo>
                    <a:pt x="304471" y="822129"/>
                  </a:lnTo>
                  <a:lnTo>
                    <a:pt x="304394" y="821385"/>
                  </a:lnTo>
                  <a:close/>
                </a:path>
                <a:path w="354330" h="857250">
                  <a:moveTo>
                    <a:pt x="345743" y="816606"/>
                  </a:moveTo>
                  <a:lnTo>
                    <a:pt x="332162" y="816606"/>
                  </a:lnTo>
                  <a:lnTo>
                    <a:pt x="332286" y="817753"/>
                  </a:lnTo>
                  <a:lnTo>
                    <a:pt x="332409" y="818899"/>
                  </a:lnTo>
                  <a:lnTo>
                    <a:pt x="332439" y="819176"/>
                  </a:lnTo>
                  <a:lnTo>
                    <a:pt x="345871" y="817753"/>
                  </a:lnTo>
                  <a:lnTo>
                    <a:pt x="345743" y="816606"/>
                  </a:lnTo>
                  <a:close/>
                </a:path>
                <a:path w="354330" h="857250">
                  <a:moveTo>
                    <a:pt x="81533" y="388780"/>
                  </a:moveTo>
                  <a:lnTo>
                    <a:pt x="289" y="388780"/>
                  </a:lnTo>
                  <a:lnTo>
                    <a:pt x="310" y="438787"/>
                  </a:lnTo>
                  <a:lnTo>
                    <a:pt x="5972" y="435303"/>
                  </a:lnTo>
                  <a:lnTo>
                    <a:pt x="353875" y="435303"/>
                  </a:lnTo>
                  <a:lnTo>
                    <a:pt x="353873" y="428186"/>
                  </a:lnTo>
                  <a:lnTo>
                    <a:pt x="27661" y="428186"/>
                  </a:lnTo>
                  <a:lnTo>
                    <a:pt x="24852" y="423683"/>
                  </a:lnTo>
                  <a:lnTo>
                    <a:pt x="43752" y="412042"/>
                  </a:lnTo>
                  <a:lnTo>
                    <a:pt x="353866" y="412042"/>
                  </a:lnTo>
                  <a:lnTo>
                    <a:pt x="353864" y="404925"/>
                  </a:lnTo>
                  <a:lnTo>
                    <a:pt x="65442" y="404925"/>
                  </a:lnTo>
                  <a:lnTo>
                    <a:pt x="62653" y="400400"/>
                  </a:lnTo>
                  <a:lnTo>
                    <a:pt x="81533" y="388780"/>
                  </a:lnTo>
                  <a:close/>
                </a:path>
                <a:path w="354330" h="857250">
                  <a:moveTo>
                    <a:pt x="353866" y="412042"/>
                  </a:moveTo>
                  <a:lnTo>
                    <a:pt x="43752" y="412042"/>
                  </a:lnTo>
                  <a:lnTo>
                    <a:pt x="46541" y="416566"/>
                  </a:lnTo>
                  <a:lnTo>
                    <a:pt x="27661" y="428186"/>
                  </a:lnTo>
                  <a:lnTo>
                    <a:pt x="353873" y="428186"/>
                  </a:lnTo>
                  <a:lnTo>
                    <a:pt x="353866" y="412042"/>
                  </a:lnTo>
                  <a:close/>
                </a:path>
                <a:path w="354330" h="857250">
                  <a:moveTo>
                    <a:pt x="353855" y="382385"/>
                  </a:moveTo>
                  <a:lnTo>
                    <a:pt x="2013" y="382385"/>
                  </a:lnTo>
                  <a:lnTo>
                    <a:pt x="3843" y="387377"/>
                  </a:lnTo>
                  <a:lnTo>
                    <a:pt x="0" y="388780"/>
                  </a:lnTo>
                  <a:lnTo>
                    <a:pt x="81533" y="388780"/>
                  </a:lnTo>
                  <a:lnTo>
                    <a:pt x="84342" y="393305"/>
                  </a:lnTo>
                  <a:lnTo>
                    <a:pt x="65442" y="404925"/>
                  </a:lnTo>
                  <a:lnTo>
                    <a:pt x="353864" y="404925"/>
                  </a:lnTo>
                  <a:lnTo>
                    <a:pt x="353855" y="382385"/>
                  </a:lnTo>
                  <a:close/>
                </a:path>
                <a:path w="354330" h="857250">
                  <a:moveTo>
                    <a:pt x="140" y="0"/>
                  </a:moveTo>
                  <a:lnTo>
                    <a:pt x="243" y="265992"/>
                  </a:lnTo>
                  <a:lnTo>
                    <a:pt x="288" y="383023"/>
                  </a:lnTo>
                  <a:lnTo>
                    <a:pt x="2013" y="382385"/>
                  </a:lnTo>
                  <a:lnTo>
                    <a:pt x="353855" y="382385"/>
                  </a:lnTo>
                  <a:lnTo>
                    <a:pt x="353855" y="381664"/>
                  </a:lnTo>
                  <a:lnTo>
                    <a:pt x="103222" y="381664"/>
                  </a:lnTo>
                  <a:lnTo>
                    <a:pt x="102423" y="380367"/>
                  </a:lnTo>
                  <a:lnTo>
                    <a:pt x="23020" y="380367"/>
                  </a:lnTo>
                  <a:lnTo>
                    <a:pt x="21190" y="375375"/>
                  </a:lnTo>
                  <a:lnTo>
                    <a:pt x="40389" y="368364"/>
                  </a:lnTo>
                  <a:lnTo>
                    <a:pt x="114679" y="368364"/>
                  </a:lnTo>
                  <a:lnTo>
                    <a:pt x="117955" y="366346"/>
                  </a:lnTo>
                  <a:lnTo>
                    <a:pt x="61397" y="366346"/>
                  </a:lnTo>
                  <a:lnTo>
                    <a:pt x="59567" y="361354"/>
                  </a:lnTo>
                  <a:lnTo>
                    <a:pt x="78766" y="354343"/>
                  </a:lnTo>
                  <a:lnTo>
                    <a:pt x="138505" y="354343"/>
                  </a:lnTo>
                  <a:lnTo>
                    <a:pt x="138214" y="353876"/>
                  </a:lnTo>
                  <a:lnTo>
                    <a:pt x="140732" y="352325"/>
                  </a:lnTo>
                  <a:lnTo>
                    <a:pt x="99774" y="352325"/>
                  </a:lnTo>
                  <a:lnTo>
                    <a:pt x="97944" y="347355"/>
                  </a:lnTo>
                  <a:lnTo>
                    <a:pt x="117142" y="340344"/>
                  </a:lnTo>
                  <a:lnTo>
                    <a:pt x="353838" y="340344"/>
                  </a:lnTo>
                  <a:lnTo>
                    <a:pt x="353838" y="338305"/>
                  </a:lnTo>
                  <a:lnTo>
                    <a:pt x="138151" y="338305"/>
                  </a:lnTo>
                  <a:lnTo>
                    <a:pt x="136321" y="333334"/>
                  </a:lnTo>
                  <a:lnTo>
                    <a:pt x="155519" y="326323"/>
                  </a:lnTo>
                  <a:lnTo>
                    <a:pt x="182976" y="326323"/>
                  </a:lnTo>
                  <a:lnTo>
                    <a:pt x="186284" y="324284"/>
                  </a:lnTo>
                  <a:lnTo>
                    <a:pt x="176528" y="324284"/>
                  </a:lnTo>
                  <a:lnTo>
                    <a:pt x="174698" y="319313"/>
                  </a:lnTo>
                  <a:lnTo>
                    <a:pt x="193896" y="312303"/>
                  </a:lnTo>
                  <a:lnTo>
                    <a:pt x="353828" y="312303"/>
                  </a:lnTo>
                  <a:lnTo>
                    <a:pt x="353826" y="307310"/>
                  </a:lnTo>
                  <a:lnTo>
                    <a:pt x="4184" y="307310"/>
                  </a:lnTo>
                  <a:lnTo>
                    <a:pt x="4162" y="301999"/>
                  </a:lnTo>
                  <a:lnTo>
                    <a:pt x="189167" y="301999"/>
                  </a:lnTo>
                  <a:lnTo>
                    <a:pt x="171483" y="299599"/>
                  </a:lnTo>
                  <a:lnTo>
                    <a:pt x="171806" y="297177"/>
                  </a:lnTo>
                  <a:lnTo>
                    <a:pt x="171863" y="296753"/>
                  </a:lnTo>
                  <a:lnTo>
                    <a:pt x="150496" y="296753"/>
                  </a:lnTo>
                  <a:lnTo>
                    <a:pt x="129510" y="293905"/>
                  </a:lnTo>
                  <a:lnTo>
                    <a:pt x="129834" y="291484"/>
                  </a:lnTo>
                  <a:lnTo>
                    <a:pt x="129891" y="291059"/>
                  </a:lnTo>
                  <a:lnTo>
                    <a:pt x="108522" y="291059"/>
                  </a:lnTo>
                  <a:lnTo>
                    <a:pt x="87535" y="288234"/>
                  </a:lnTo>
                  <a:lnTo>
                    <a:pt x="87858" y="285812"/>
                  </a:lnTo>
                  <a:lnTo>
                    <a:pt x="87914" y="285388"/>
                  </a:lnTo>
                  <a:lnTo>
                    <a:pt x="66548" y="285388"/>
                  </a:lnTo>
                  <a:lnTo>
                    <a:pt x="45561" y="282540"/>
                  </a:lnTo>
                  <a:lnTo>
                    <a:pt x="45884" y="280118"/>
                  </a:lnTo>
                  <a:lnTo>
                    <a:pt x="45941" y="279694"/>
                  </a:lnTo>
                  <a:lnTo>
                    <a:pt x="24575" y="279694"/>
                  </a:lnTo>
                  <a:lnTo>
                    <a:pt x="3588" y="276847"/>
                  </a:lnTo>
                  <a:lnTo>
                    <a:pt x="4312" y="271579"/>
                  </a:lnTo>
                  <a:lnTo>
                    <a:pt x="353812" y="271579"/>
                  </a:lnTo>
                  <a:lnTo>
                    <a:pt x="353809" y="265992"/>
                  </a:lnTo>
                  <a:lnTo>
                    <a:pt x="140" y="0"/>
                  </a:lnTo>
                  <a:close/>
                </a:path>
                <a:path w="354330" h="857250">
                  <a:moveTo>
                    <a:pt x="353848" y="365497"/>
                  </a:moveTo>
                  <a:lnTo>
                    <a:pt x="119334" y="365497"/>
                  </a:lnTo>
                  <a:lnTo>
                    <a:pt x="122123" y="370022"/>
                  </a:lnTo>
                  <a:lnTo>
                    <a:pt x="103222" y="381664"/>
                  </a:lnTo>
                  <a:lnTo>
                    <a:pt x="353855" y="381664"/>
                  </a:lnTo>
                  <a:lnTo>
                    <a:pt x="353848" y="365497"/>
                  </a:lnTo>
                  <a:close/>
                </a:path>
                <a:path w="354330" h="857250">
                  <a:moveTo>
                    <a:pt x="114679" y="368364"/>
                  </a:moveTo>
                  <a:lnTo>
                    <a:pt x="40389" y="368364"/>
                  </a:lnTo>
                  <a:lnTo>
                    <a:pt x="42220" y="373357"/>
                  </a:lnTo>
                  <a:lnTo>
                    <a:pt x="23020" y="380367"/>
                  </a:lnTo>
                  <a:lnTo>
                    <a:pt x="102423" y="380367"/>
                  </a:lnTo>
                  <a:lnTo>
                    <a:pt x="100434" y="377139"/>
                  </a:lnTo>
                  <a:lnTo>
                    <a:pt x="114679" y="368364"/>
                  </a:lnTo>
                  <a:close/>
                </a:path>
                <a:path w="354330" h="857250">
                  <a:moveTo>
                    <a:pt x="138505" y="354343"/>
                  </a:moveTo>
                  <a:lnTo>
                    <a:pt x="78766" y="354343"/>
                  </a:lnTo>
                  <a:lnTo>
                    <a:pt x="80597" y="359336"/>
                  </a:lnTo>
                  <a:lnTo>
                    <a:pt x="61397" y="366346"/>
                  </a:lnTo>
                  <a:lnTo>
                    <a:pt x="117955" y="366346"/>
                  </a:lnTo>
                  <a:lnTo>
                    <a:pt x="119334" y="365497"/>
                  </a:lnTo>
                  <a:lnTo>
                    <a:pt x="353848" y="365497"/>
                  </a:lnTo>
                  <a:lnTo>
                    <a:pt x="353845" y="358401"/>
                  </a:lnTo>
                  <a:lnTo>
                    <a:pt x="141025" y="358401"/>
                  </a:lnTo>
                  <a:lnTo>
                    <a:pt x="138505" y="354343"/>
                  </a:lnTo>
                  <a:close/>
                </a:path>
                <a:path w="354330" h="857250">
                  <a:moveTo>
                    <a:pt x="353839" y="342235"/>
                  </a:moveTo>
                  <a:lnTo>
                    <a:pt x="157116" y="342235"/>
                  </a:lnTo>
                  <a:lnTo>
                    <a:pt x="159905" y="346760"/>
                  </a:lnTo>
                  <a:lnTo>
                    <a:pt x="141025" y="358401"/>
                  </a:lnTo>
                  <a:lnTo>
                    <a:pt x="353845" y="358401"/>
                  </a:lnTo>
                  <a:lnTo>
                    <a:pt x="353839" y="342235"/>
                  </a:lnTo>
                  <a:close/>
                </a:path>
                <a:path w="354330" h="857250">
                  <a:moveTo>
                    <a:pt x="353838" y="340344"/>
                  </a:moveTo>
                  <a:lnTo>
                    <a:pt x="117142" y="340344"/>
                  </a:lnTo>
                  <a:lnTo>
                    <a:pt x="118973" y="345315"/>
                  </a:lnTo>
                  <a:lnTo>
                    <a:pt x="99774" y="352325"/>
                  </a:lnTo>
                  <a:lnTo>
                    <a:pt x="140732" y="352325"/>
                  </a:lnTo>
                  <a:lnTo>
                    <a:pt x="157116" y="342235"/>
                  </a:lnTo>
                  <a:lnTo>
                    <a:pt x="353839" y="342235"/>
                  </a:lnTo>
                  <a:lnTo>
                    <a:pt x="353838" y="340344"/>
                  </a:lnTo>
                  <a:close/>
                </a:path>
                <a:path w="354330" h="857250">
                  <a:moveTo>
                    <a:pt x="182976" y="326323"/>
                  </a:moveTo>
                  <a:lnTo>
                    <a:pt x="155519" y="326323"/>
                  </a:lnTo>
                  <a:lnTo>
                    <a:pt x="157349" y="331294"/>
                  </a:lnTo>
                  <a:lnTo>
                    <a:pt x="138151" y="338305"/>
                  </a:lnTo>
                  <a:lnTo>
                    <a:pt x="353838" y="338305"/>
                  </a:lnTo>
                  <a:lnTo>
                    <a:pt x="353836" y="335118"/>
                  </a:lnTo>
                  <a:lnTo>
                    <a:pt x="178805" y="335118"/>
                  </a:lnTo>
                  <a:lnTo>
                    <a:pt x="176017" y="330615"/>
                  </a:lnTo>
                  <a:lnTo>
                    <a:pt x="182976" y="326323"/>
                  </a:lnTo>
                  <a:close/>
                </a:path>
                <a:path w="354330" h="857250">
                  <a:moveTo>
                    <a:pt x="353830" y="318973"/>
                  </a:moveTo>
                  <a:lnTo>
                    <a:pt x="194897" y="318973"/>
                  </a:lnTo>
                  <a:lnTo>
                    <a:pt x="197706" y="323498"/>
                  </a:lnTo>
                  <a:lnTo>
                    <a:pt x="178805" y="335118"/>
                  </a:lnTo>
                  <a:lnTo>
                    <a:pt x="353836" y="335118"/>
                  </a:lnTo>
                  <a:lnTo>
                    <a:pt x="353830" y="318973"/>
                  </a:lnTo>
                  <a:close/>
                </a:path>
                <a:path w="354330" h="857250">
                  <a:moveTo>
                    <a:pt x="353828" y="312303"/>
                  </a:moveTo>
                  <a:lnTo>
                    <a:pt x="193896" y="312303"/>
                  </a:lnTo>
                  <a:lnTo>
                    <a:pt x="195726" y="317295"/>
                  </a:lnTo>
                  <a:lnTo>
                    <a:pt x="176528" y="324284"/>
                  </a:lnTo>
                  <a:lnTo>
                    <a:pt x="186284" y="324284"/>
                  </a:lnTo>
                  <a:lnTo>
                    <a:pt x="194897" y="318973"/>
                  </a:lnTo>
                  <a:lnTo>
                    <a:pt x="353830" y="318973"/>
                  </a:lnTo>
                  <a:lnTo>
                    <a:pt x="353828" y="312303"/>
                  </a:lnTo>
                  <a:close/>
                </a:path>
                <a:path w="354330" h="857250">
                  <a:moveTo>
                    <a:pt x="46009" y="301999"/>
                  </a:moveTo>
                  <a:lnTo>
                    <a:pt x="25085" y="301999"/>
                  </a:lnTo>
                  <a:lnTo>
                    <a:pt x="25107" y="307310"/>
                  </a:lnTo>
                  <a:lnTo>
                    <a:pt x="46031" y="307310"/>
                  </a:lnTo>
                  <a:lnTo>
                    <a:pt x="46009" y="301999"/>
                  </a:lnTo>
                  <a:close/>
                </a:path>
                <a:path w="354330" h="857250">
                  <a:moveTo>
                    <a:pt x="87856" y="301999"/>
                  </a:moveTo>
                  <a:lnTo>
                    <a:pt x="66932" y="301999"/>
                  </a:lnTo>
                  <a:lnTo>
                    <a:pt x="66954" y="307310"/>
                  </a:lnTo>
                  <a:lnTo>
                    <a:pt x="87876" y="307310"/>
                  </a:lnTo>
                  <a:lnTo>
                    <a:pt x="87856" y="301999"/>
                  </a:lnTo>
                  <a:close/>
                </a:path>
                <a:path w="354330" h="857250">
                  <a:moveTo>
                    <a:pt x="129702" y="301999"/>
                  </a:moveTo>
                  <a:lnTo>
                    <a:pt x="108779" y="301999"/>
                  </a:lnTo>
                  <a:lnTo>
                    <a:pt x="108800" y="307310"/>
                  </a:lnTo>
                  <a:lnTo>
                    <a:pt x="129723" y="307310"/>
                  </a:lnTo>
                  <a:lnTo>
                    <a:pt x="129702" y="301999"/>
                  </a:lnTo>
                  <a:close/>
                </a:path>
                <a:path w="354330" h="857250">
                  <a:moveTo>
                    <a:pt x="171549" y="301999"/>
                  </a:moveTo>
                  <a:lnTo>
                    <a:pt x="150625" y="301999"/>
                  </a:lnTo>
                  <a:lnTo>
                    <a:pt x="150647" y="307310"/>
                  </a:lnTo>
                  <a:lnTo>
                    <a:pt x="171570" y="307310"/>
                  </a:lnTo>
                  <a:lnTo>
                    <a:pt x="171549" y="301999"/>
                  </a:lnTo>
                  <a:close/>
                </a:path>
                <a:path w="354330" h="857250">
                  <a:moveTo>
                    <a:pt x="353821" y="294331"/>
                  </a:moveTo>
                  <a:lnTo>
                    <a:pt x="172186" y="294331"/>
                  </a:lnTo>
                  <a:lnTo>
                    <a:pt x="193172" y="297177"/>
                  </a:lnTo>
                  <a:lnTo>
                    <a:pt x="192514" y="301999"/>
                  </a:lnTo>
                  <a:lnTo>
                    <a:pt x="192494" y="307310"/>
                  </a:lnTo>
                  <a:lnTo>
                    <a:pt x="353826" y="307310"/>
                  </a:lnTo>
                  <a:lnTo>
                    <a:pt x="353821" y="294331"/>
                  </a:lnTo>
                  <a:close/>
                </a:path>
                <a:path w="354330" h="857250">
                  <a:moveTo>
                    <a:pt x="353818" y="288659"/>
                  </a:moveTo>
                  <a:lnTo>
                    <a:pt x="130212" y="288659"/>
                  </a:lnTo>
                  <a:lnTo>
                    <a:pt x="151199" y="291484"/>
                  </a:lnTo>
                  <a:lnTo>
                    <a:pt x="150496" y="296753"/>
                  </a:lnTo>
                  <a:lnTo>
                    <a:pt x="171863" y="296753"/>
                  </a:lnTo>
                  <a:lnTo>
                    <a:pt x="172186" y="294331"/>
                  </a:lnTo>
                  <a:lnTo>
                    <a:pt x="353821" y="294331"/>
                  </a:lnTo>
                  <a:lnTo>
                    <a:pt x="353818" y="288659"/>
                  </a:lnTo>
                  <a:close/>
                </a:path>
                <a:path w="354330" h="857250">
                  <a:moveTo>
                    <a:pt x="353816" y="282966"/>
                  </a:moveTo>
                  <a:lnTo>
                    <a:pt x="88237" y="282966"/>
                  </a:lnTo>
                  <a:lnTo>
                    <a:pt x="109225" y="285812"/>
                  </a:lnTo>
                  <a:lnTo>
                    <a:pt x="108522" y="291059"/>
                  </a:lnTo>
                  <a:lnTo>
                    <a:pt x="129891" y="291059"/>
                  </a:lnTo>
                  <a:lnTo>
                    <a:pt x="130212" y="288659"/>
                  </a:lnTo>
                  <a:lnTo>
                    <a:pt x="353818" y="288659"/>
                  </a:lnTo>
                  <a:lnTo>
                    <a:pt x="353816" y="282966"/>
                  </a:lnTo>
                  <a:close/>
                </a:path>
                <a:path w="354330" h="857250">
                  <a:moveTo>
                    <a:pt x="353814" y="277272"/>
                  </a:moveTo>
                  <a:lnTo>
                    <a:pt x="46264" y="277272"/>
                  </a:lnTo>
                  <a:lnTo>
                    <a:pt x="67250" y="280118"/>
                  </a:lnTo>
                  <a:lnTo>
                    <a:pt x="66548" y="285388"/>
                  </a:lnTo>
                  <a:lnTo>
                    <a:pt x="87914" y="285388"/>
                  </a:lnTo>
                  <a:lnTo>
                    <a:pt x="88237" y="282966"/>
                  </a:lnTo>
                  <a:lnTo>
                    <a:pt x="353816" y="282966"/>
                  </a:lnTo>
                  <a:lnTo>
                    <a:pt x="353814" y="277272"/>
                  </a:lnTo>
                  <a:close/>
                </a:path>
                <a:path w="354330" h="857250">
                  <a:moveTo>
                    <a:pt x="353812" y="271579"/>
                  </a:moveTo>
                  <a:lnTo>
                    <a:pt x="4312" y="271579"/>
                  </a:lnTo>
                  <a:lnTo>
                    <a:pt x="25277" y="274425"/>
                  </a:lnTo>
                  <a:lnTo>
                    <a:pt x="24575" y="279694"/>
                  </a:lnTo>
                  <a:lnTo>
                    <a:pt x="45941" y="279694"/>
                  </a:lnTo>
                  <a:lnTo>
                    <a:pt x="46264" y="277272"/>
                  </a:lnTo>
                  <a:lnTo>
                    <a:pt x="353814" y="277272"/>
                  </a:lnTo>
                  <a:lnTo>
                    <a:pt x="353812" y="271579"/>
                  </a:lnTo>
                  <a:close/>
                </a:path>
              </a:pathLst>
            </a:custGeom>
            <a:solidFill>
              <a:srgbClr val="88B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2" name="object 622"/>
            <p:cNvSpPr/>
            <p:nvPr/>
          </p:nvSpPr>
          <p:spPr>
            <a:xfrm>
              <a:off x="1656165" y="6538435"/>
              <a:ext cx="224790" cy="24130"/>
            </a:xfrm>
            <a:custGeom>
              <a:avLst/>
              <a:gdLst/>
              <a:ahLst/>
              <a:cxnLst/>
              <a:rect l="l" t="t" r="r" b="b"/>
              <a:pathLst>
                <a:path w="224789" h="24129">
                  <a:moveTo>
                    <a:pt x="224301" y="0"/>
                  </a:moveTo>
                  <a:lnTo>
                    <a:pt x="0" y="23643"/>
                  </a:lnTo>
                  <a:lnTo>
                    <a:pt x="224301" y="0"/>
                  </a:lnTo>
                  <a:close/>
                </a:path>
              </a:pathLst>
            </a:custGeom>
            <a:solidFill>
              <a:srgbClr val="7BA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3" name="object 623"/>
            <p:cNvSpPr/>
            <p:nvPr/>
          </p:nvSpPr>
          <p:spPr>
            <a:xfrm>
              <a:off x="1651844" y="6533082"/>
              <a:ext cx="229235" cy="24130"/>
            </a:xfrm>
            <a:custGeom>
              <a:avLst/>
              <a:gdLst/>
              <a:ahLst/>
              <a:cxnLst/>
              <a:rect l="l" t="t" r="r" b="b"/>
              <a:pathLst>
                <a:path w="229235" h="24129">
                  <a:moveTo>
                    <a:pt x="228621" y="0"/>
                  </a:moveTo>
                  <a:lnTo>
                    <a:pt x="0" y="24110"/>
                  </a:lnTo>
                  <a:lnTo>
                    <a:pt x="228621" y="0"/>
                  </a:lnTo>
                  <a:close/>
                </a:path>
              </a:pathLst>
            </a:custGeom>
            <a:solidFill>
              <a:srgbClr val="7A98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4" name="object 624"/>
            <p:cNvSpPr/>
            <p:nvPr/>
          </p:nvSpPr>
          <p:spPr>
            <a:xfrm>
              <a:off x="1651844" y="6533082"/>
              <a:ext cx="229235" cy="29209"/>
            </a:xfrm>
            <a:custGeom>
              <a:avLst/>
              <a:gdLst/>
              <a:ahLst/>
              <a:cxnLst/>
              <a:rect l="l" t="t" r="r" b="b"/>
              <a:pathLst>
                <a:path w="229235" h="29209">
                  <a:moveTo>
                    <a:pt x="228621" y="0"/>
                  </a:moveTo>
                  <a:lnTo>
                    <a:pt x="0" y="24110"/>
                  </a:lnTo>
                  <a:lnTo>
                    <a:pt x="0" y="25746"/>
                  </a:lnTo>
                  <a:lnTo>
                    <a:pt x="4320" y="28996"/>
                  </a:lnTo>
                  <a:lnTo>
                    <a:pt x="228621" y="5353"/>
                  </a:lnTo>
                  <a:lnTo>
                    <a:pt x="228621" y="0"/>
                  </a:lnTo>
                  <a:close/>
                </a:path>
              </a:pathLst>
            </a:custGeom>
            <a:solidFill>
              <a:srgbClr val="809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5" name="object 625"/>
            <p:cNvSpPr/>
            <p:nvPr/>
          </p:nvSpPr>
          <p:spPr>
            <a:xfrm>
              <a:off x="2005173" y="5966174"/>
              <a:ext cx="635" cy="548640"/>
            </a:xfrm>
            <a:custGeom>
              <a:avLst/>
              <a:gdLst/>
              <a:ahLst/>
              <a:cxnLst/>
              <a:rect l="l" t="t" r="r" b="b"/>
              <a:pathLst>
                <a:path w="635" h="548640">
                  <a:moveTo>
                    <a:pt x="0" y="0"/>
                  </a:moveTo>
                  <a:lnTo>
                    <a:pt x="213" y="548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6" name="object 626"/>
            <p:cNvSpPr/>
            <p:nvPr/>
          </p:nvSpPr>
          <p:spPr>
            <a:xfrm>
              <a:off x="2010495" y="5970167"/>
              <a:ext cx="72390" cy="544830"/>
            </a:xfrm>
            <a:custGeom>
              <a:avLst/>
              <a:gdLst/>
              <a:ahLst/>
              <a:cxnLst/>
              <a:rect l="l" t="t" r="r" b="b"/>
              <a:pathLst>
                <a:path w="72389" h="544829">
                  <a:moveTo>
                    <a:pt x="0" y="0"/>
                  </a:moveTo>
                  <a:lnTo>
                    <a:pt x="213" y="543646"/>
                  </a:lnTo>
                  <a:lnTo>
                    <a:pt x="18049" y="541840"/>
                  </a:lnTo>
                  <a:lnTo>
                    <a:pt x="18326" y="544454"/>
                  </a:lnTo>
                  <a:lnTo>
                    <a:pt x="28287" y="543391"/>
                  </a:lnTo>
                  <a:lnTo>
                    <a:pt x="28011" y="540884"/>
                  </a:lnTo>
                  <a:lnTo>
                    <a:pt x="63066" y="537060"/>
                  </a:lnTo>
                  <a:lnTo>
                    <a:pt x="63343" y="539695"/>
                  </a:lnTo>
                  <a:lnTo>
                    <a:pt x="69665" y="539014"/>
                  </a:lnTo>
                  <a:lnTo>
                    <a:pt x="69388" y="536487"/>
                  </a:lnTo>
                  <a:lnTo>
                    <a:pt x="71794" y="536210"/>
                  </a:lnTo>
                  <a:lnTo>
                    <a:pt x="71602" y="538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B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7" name="object 627"/>
            <p:cNvSpPr/>
            <p:nvPr/>
          </p:nvSpPr>
          <p:spPr>
            <a:xfrm>
              <a:off x="2010495" y="5970167"/>
              <a:ext cx="635" cy="69850"/>
            </a:xfrm>
            <a:custGeom>
              <a:avLst/>
              <a:gdLst/>
              <a:ahLst/>
              <a:cxnLst/>
              <a:rect l="l" t="t" r="r" b="b"/>
              <a:pathLst>
                <a:path w="635" h="69850">
                  <a:moveTo>
                    <a:pt x="0" y="0"/>
                  </a:moveTo>
                  <a:lnTo>
                    <a:pt x="43" y="69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A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8" name="object 628"/>
            <p:cNvSpPr/>
            <p:nvPr/>
          </p:nvSpPr>
          <p:spPr>
            <a:xfrm>
              <a:off x="2010538" y="6039464"/>
              <a:ext cx="635" cy="474345"/>
            </a:xfrm>
            <a:custGeom>
              <a:avLst/>
              <a:gdLst/>
              <a:ahLst/>
              <a:cxnLst/>
              <a:rect l="l" t="t" r="r" b="b"/>
              <a:pathLst>
                <a:path w="635" h="474345">
                  <a:moveTo>
                    <a:pt x="0" y="0"/>
                  </a:moveTo>
                  <a:lnTo>
                    <a:pt x="170" y="474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9" name="object 629"/>
            <p:cNvSpPr/>
            <p:nvPr/>
          </p:nvSpPr>
          <p:spPr>
            <a:xfrm>
              <a:off x="2005173" y="5966174"/>
              <a:ext cx="5715" cy="548640"/>
            </a:xfrm>
            <a:custGeom>
              <a:avLst/>
              <a:gdLst/>
              <a:ahLst/>
              <a:cxnLst/>
              <a:rect l="l" t="t" r="r" b="b"/>
              <a:pathLst>
                <a:path w="5714" h="548640">
                  <a:moveTo>
                    <a:pt x="0" y="0"/>
                  </a:moveTo>
                  <a:lnTo>
                    <a:pt x="213" y="548233"/>
                  </a:lnTo>
                  <a:lnTo>
                    <a:pt x="5534" y="547639"/>
                  </a:lnTo>
                  <a:lnTo>
                    <a:pt x="5321" y="39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9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0" name="object 630"/>
            <p:cNvSpPr/>
            <p:nvPr/>
          </p:nvSpPr>
          <p:spPr>
            <a:xfrm>
              <a:off x="2084353" y="6890761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427" y="0"/>
                  </a:moveTo>
                  <a:lnTo>
                    <a:pt x="0" y="0"/>
                  </a:lnTo>
                  <a:lnTo>
                    <a:pt x="3427" y="2570"/>
                  </a:lnTo>
                  <a:lnTo>
                    <a:pt x="3427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1" name="object 631"/>
            <p:cNvSpPr/>
            <p:nvPr/>
          </p:nvSpPr>
          <p:spPr>
            <a:xfrm>
              <a:off x="1648416" y="6562078"/>
              <a:ext cx="434340" cy="327660"/>
            </a:xfrm>
            <a:custGeom>
              <a:avLst/>
              <a:gdLst/>
              <a:ahLst/>
              <a:cxnLst/>
              <a:rect l="l" t="t" r="r" b="b"/>
              <a:pathLst>
                <a:path w="434339" h="327659">
                  <a:moveTo>
                    <a:pt x="7748" y="0"/>
                  </a:moveTo>
                  <a:lnTo>
                    <a:pt x="0" y="829"/>
                  </a:lnTo>
                  <a:lnTo>
                    <a:pt x="434021" y="327237"/>
                  </a:lnTo>
                  <a:lnTo>
                    <a:pt x="434042" y="320608"/>
                  </a:lnTo>
                  <a:lnTo>
                    <a:pt x="7748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2" name="object 632"/>
            <p:cNvSpPr/>
            <p:nvPr/>
          </p:nvSpPr>
          <p:spPr>
            <a:xfrm>
              <a:off x="1646182" y="5689517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0"/>
                  </a:moveTo>
                  <a:lnTo>
                    <a:pt x="0" y="2932"/>
                  </a:lnTo>
                  <a:lnTo>
                    <a:pt x="3426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3" name="object 633"/>
            <p:cNvSpPr/>
            <p:nvPr/>
          </p:nvSpPr>
          <p:spPr>
            <a:xfrm>
              <a:off x="1646174" y="5695949"/>
              <a:ext cx="5715" cy="862330"/>
            </a:xfrm>
            <a:custGeom>
              <a:avLst/>
              <a:gdLst/>
              <a:ahLst/>
              <a:cxnLst/>
              <a:rect l="l" t="t" r="r" b="b"/>
              <a:pathLst>
                <a:path w="5714" h="862329">
                  <a:moveTo>
                    <a:pt x="5397" y="3810"/>
                  </a:moveTo>
                  <a:lnTo>
                    <a:pt x="2235" y="3810"/>
                  </a:lnTo>
                  <a:lnTo>
                    <a:pt x="2235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76" y="387350"/>
                  </a:lnTo>
                  <a:lnTo>
                    <a:pt x="152" y="388620"/>
                  </a:lnTo>
                  <a:lnTo>
                    <a:pt x="3467" y="388620"/>
                  </a:lnTo>
                  <a:lnTo>
                    <a:pt x="3467" y="387350"/>
                  </a:lnTo>
                  <a:lnTo>
                    <a:pt x="5397" y="387350"/>
                  </a:lnTo>
                  <a:lnTo>
                    <a:pt x="5397" y="3810"/>
                  </a:lnTo>
                  <a:close/>
                </a:path>
                <a:path w="5714" h="862329">
                  <a:moveTo>
                    <a:pt x="5499" y="443026"/>
                  </a:moveTo>
                  <a:lnTo>
                    <a:pt x="5473" y="392912"/>
                  </a:lnTo>
                  <a:lnTo>
                    <a:pt x="152" y="394868"/>
                  </a:lnTo>
                  <a:lnTo>
                    <a:pt x="177" y="446290"/>
                  </a:lnTo>
                  <a:lnTo>
                    <a:pt x="5499" y="443026"/>
                  </a:lnTo>
                  <a:close/>
                </a:path>
                <a:path w="5714" h="862329">
                  <a:moveTo>
                    <a:pt x="5575" y="452120"/>
                  </a:moveTo>
                  <a:lnTo>
                    <a:pt x="5499" y="449580"/>
                  </a:lnTo>
                  <a:lnTo>
                    <a:pt x="2921" y="449580"/>
                  </a:lnTo>
                  <a:lnTo>
                    <a:pt x="2921" y="452120"/>
                  </a:lnTo>
                  <a:lnTo>
                    <a:pt x="254" y="452120"/>
                  </a:lnTo>
                  <a:lnTo>
                    <a:pt x="254" y="861060"/>
                  </a:lnTo>
                  <a:lnTo>
                    <a:pt x="342" y="862330"/>
                  </a:lnTo>
                  <a:lnTo>
                    <a:pt x="1473" y="862330"/>
                  </a:lnTo>
                  <a:lnTo>
                    <a:pt x="1473" y="861060"/>
                  </a:lnTo>
                  <a:lnTo>
                    <a:pt x="5575" y="861060"/>
                  </a:lnTo>
                  <a:lnTo>
                    <a:pt x="5575" y="45212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4" name="object 634"/>
            <p:cNvSpPr/>
            <p:nvPr/>
          </p:nvSpPr>
          <p:spPr>
            <a:xfrm>
              <a:off x="1651844" y="655719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5" name="object 635"/>
            <p:cNvSpPr/>
            <p:nvPr/>
          </p:nvSpPr>
          <p:spPr>
            <a:xfrm>
              <a:off x="1646523" y="6557192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5">
                  <a:moveTo>
                    <a:pt x="5321" y="0"/>
                  </a:moveTo>
                  <a:lnTo>
                    <a:pt x="0" y="574"/>
                  </a:lnTo>
                  <a:lnTo>
                    <a:pt x="0" y="4269"/>
                  </a:lnTo>
                  <a:lnTo>
                    <a:pt x="1893" y="5715"/>
                  </a:lnTo>
                  <a:lnTo>
                    <a:pt x="9641" y="4885"/>
                  </a:lnTo>
                  <a:lnTo>
                    <a:pt x="5321" y="1635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6" name="object 636"/>
            <p:cNvSpPr/>
            <p:nvPr/>
          </p:nvSpPr>
          <p:spPr>
            <a:xfrm>
              <a:off x="2087717" y="6705239"/>
              <a:ext cx="349885" cy="180340"/>
            </a:xfrm>
            <a:custGeom>
              <a:avLst/>
              <a:gdLst/>
              <a:ahLst/>
              <a:cxnLst/>
              <a:rect l="l" t="t" r="r" b="b"/>
              <a:pathLst>
                <a:path w="349885" h="180340">
                  <a:moveTo>
                    <a:pt x="143779" y="0"/>
                  </a:moveTo>
                  <a:lnTo>
                    <a:pt x="126644" y="1805"/>
                  </a:lnTo>
                  <a:lnTo>
                    <a:pt x="126836" y="4461"/>
                  </a:lnTo>
                  <a:lnTo>
                    <a:pt x="99059" y="7520"/>
                  </a:lnTo>
                  <a:lnTo>
                    <a:pt x="98761" y="4758"/>
                  </a:lnTo>
                  <a:lnTo>
                    <a:pt x="85181" y="6182"/>
                  </a:lnTo>
                  <a:lnTo>
                    <a:pt x="85458" y="8859"/>
                  </a:lnTo>
                  <a:lnTo>
                    <a:pt x="64769" y="11153"/>
                  </a:lnTo>
                  <a:lnTo>
                    <a:pt x="64748" y="11004"/>
                  </a:lnTo>
                  <a:lnTo>
                    <a:pt x="54042" y="12109"/>
                  </a:lnTo>
                  <a:lnTo>
                    <a:pt x="53743" y="9495"/>
                  </a:lnTo>
                  <a:lnTo>
                    <a:pt x="43781" y="10558"/>
                  </a:lnTo>
                  <a:lnTo>
                    <a:pt x="44080" y="13256"/>
                  </a:lnTo>
                  <a:lnTo>
                    <a:pt x="9024" y="16889"/>
                  </a:lnTo>
                  <a:lnTo>
                    <a:pt x="8726" y="14254"/>
                  </a:lnTo>
                  <a:lnTo>
                    <a:pt x="2319" y="14913"/>
                  </a:lnTo>
                  <a:lnTo>
                    <a:pt x="2510" y="17654"/>
                  </a:lnTo>
                  <a:lnTo>
                    <a:pt x="0" y="17908"/>
                  </a:lnTo>
                  <a:lnTo>
                    <a:pt x="63" y="179806"/>
                  </a:lnTo>
                  <a:lnTo>
                    <a:pt x="349284" y="142970"/>
                  </a:lnTo>
                  <a:lnTo>
                    <a:pt x="160423" y="956"/>
                  </a:lnTo>
                  <a:lnTo>
                    <a:pt x="144076" y="2740"/>
                  </a:lnTo>
                  <a:lnTo>
                    <a:pt x="143779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7" name="object 637"/>
            <p:cNvSpPr/>
            <p:nvPr/>
          </p:nvSpPr>
          <p:spPr>
            <a:xfrm>
              <a:off x="2087780" y="6848231"/>
              <a:ext cx="349250" cy="37465"/>
            </a:xfrm>
            <a:custGeom>
              <a:avLst/>
              <a:gdLst/>
              <a:ahLst/>
              <a:cxnLst/>
              <a:rect l="l" t="t" r="r" b="b"/>
              <a:pathLst>
                <a:path w="349250" h="37465">
                  <a:moveTo>
                    <a:pt x="349220" y="0"/>
                  </a:moveTo>
                  <a:lnTo>
                    <a:pt x="0" y="36836"/>
                  </a:lnTo>
                  <a:lnTo>
                    <a:pt x="349220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8" name="object 638"/>
            <p:cNvSpPr/>
            <p:nvPr/>
          </p:nvSpPr>
          <p:spPr>
            <a:xfrm>
              <a:off x="2087440" y="5987799"/>
              <a:ext cx="354330" cy="857250"/>
            </a:xfrm>
            <a:custGeom>
              <a:avLst/>
              <a:gdLst/>
              <a:ahLst/>
              <a:cxnLst/>
              <a:rect l="l" t="t" r="r" b="b"/>
              <a:pathLst>
                <a:path w="354330" h="857250">
                  <a:moveTo>
                    <a:pt x="189073" y="712702"/>
                  </a:moveTo>
                  <a:lnTo>
                    <a:pt x="168384" y="714890"/>
                  </a:lnTo>
                  <a:lnTo>
                    <a:pt x="168617" y="716930"/>
                  </a:lnTo>
                  <a:lnTo>
                    <a:pt x="168684" y="717524"/>
                  </a:lnTo>
                  <a:lnTo>
                    <a:pt x="168427" y="717524"/>
                  </a:lnTo>
                  <a:lnTo>
                    <a:pt x="353882" y="857011"/>
                  </a:lnTo>
                  <a:lnTo>
                    <a:pt x="353832" y="716930"/>
                  </a:lnTo>
                  <a:lnTo>
                    <a:pt x="202397" y="716930"/>
                  </a:lnTo>
                  <a:lnTo>
                    <a:pt x="200321" y="715401"/>
                  </a:lnTo>
                  <a:lnTo>
                    <a:pt x="189370" y="715401"/>
                  </a:lnTo>
                  <a:lnTo>
                    <a:pt x="189256" y="714359"/>
                  </a:lnTo>
                  <a:lnTo>
                    <a:pt x="189160" y="713488"/>
                  </a:lnTo>
                  <a:lnTo>
                    <a:pt x="189073" y="712702"/>
                  </a:lnTo>
                  <a:close/>
                </a:path>
                <a:path w="354330" h="857250">
                  <a:moveTo>
                    <a:pt x="353827" y="703929"/>
                  </a:moveTo>
                  <a:lnTo>
                    <a:pt x="207378" y="703929"/>
                  </a:lnTo>
                  <a:lnTo>
                    <a:pt x="210060" y="708325"/>
                  </a:lnTo>
                  <a:lnTo>
                    <a:pt x="204377" y="711831"/>
                  </a:lnTo>
                  <a:lnTo>
                    <a:pt x="206612" y="713488"/>
                  </a:lnTo>
                  <a:lnTo>
                    <a:pt x="202397" y="713977"/>
                  </a:lnTo>
                  <a:lnTo>
                    <a:pt x="202397" y="716930"/>
                  </a:lnTo>
                  <a:lnTo>
                    <a:pt x="353832" y="716930"/>
                  </a:lnTo>
                  <a:lnTo>
                    <a:pt x="353827" y="703929"/>
                  </a:lnTo>
                  <a:close/>
                </a:path>
                <a:path w="354330" h="857250">
                  <a:moveTo>
                    <a:pt x="198907" y="714359"/>
                  </a:moveTo>
                  <a:lnTo>
                    <a:pt x="189370" y="715401"/>
                  </a:lnTo>
                  <a:lnTo>
                    <a:pt x="200321" y="715401"/>
                  </a:lnTo>
                  <a:lnTo>
                    <a:pt x="198907" y="714359"/>
                  </a:lnTo>
                  <a:close/>
                </a:path>
                <a:path w="354330" h="857250">
                  <a:moveTo>
                    <a:pt x="353809" y="653135"/>
                  </a:moveTo>
                  <a:lnTo>
                    <a:pt x="201418" y="653135"/>
                  </a:lnTo>
                  <a:lnTo>
                    <a:pt x="203653" y="657957"/>
                  </a:lnTo>
                  <a:lnTo>
                    <a:pt x="202397" y="658531"/>
                  </a:lnTo>
                  <a:lnTo>
                    <a:pt x="202397" y="679264"/>
                  </a:lnTo>
                  <a:lnTo>
                    <a:pt x="199673" y="679264"/>
                  </a:lnTo>
                  <a:lnTo>
                    <a:pt x="199694" y="701061"/>
                  </a:lnTo>
                  <a:lnTo>
                    <a:pt x="202397" y="701061"/>
                  </a:lnTo>
                  <a:lnTo>
                    <a:pt x="202397" y="706882"/>
                  </a:lnTo>
                  <a:lnTo>
                    <a:pt x="207378" y="703929"/>
                  </a:lnTo>
                  <a:lnTo>
                    <a:pt x="353827" y="703929"/>
                  </a:lnTo>
                  <a:lnTo>
                    <a:pt x="353825" y="696897"/>
                  </a:lnTo>
                  <a:lnTo>
                    <a:pt x="228982" y="696897"/>
                  </a:lnTo>
                  <a:lnTo>
                    <a:pt x="226216" y="692372"/>
                  </a:lnTo>
                  <a:lnTo>
                    <a:pt x="245074" y="680900"/>
                  </a:lnTo>
                  <a:lnTo>
                    <a:pt x="353819" y="680900"/>
                  </a:lnTo>
                  <a:lnTo>
                    <a:pt x="353816" y="673954"/>
                  </a:lnTo>
                  <a:lnTo>
                    <a:pt x="266678" y="673954"/>
                  </a:lnTo>
                  <a:lnTo>
                    <a:pt x="263911" y="669429"/>
                  </a:lnTo>
                  <a:lnTo>
                    <a:pt x="282748" y="657957"/>
                  </a:lnTo>
                  <a:lnTo>
                    <a:pt x="353811" y="657957"/>
                  </a:lnTo>
                  <a:lnTo>
                    <a:pt x="353809" y="653135"/>
                  </a:lnTo>
                  <a:close/>
                </a:path>
                <a:path w="354330" h="857250">
                  <a:moveTo>
                    <a:pt x="353819" y="680900"/>
                  </a:moveTo>
                  <a:lnTo>
                    <a:pt x="245074" y="680900"/>
                  </a:lnTo>
                  <a:lnTo>
                    <a:pt x="247840" y="685425"/>
                  </a:lnTo>
                  <a:lnTo>
                    <a:pt x="228982" y="696897"/>
                  </a:lnTo>
                  <a:lnTo>
                    <a:pt x="353825" y="696897"/>
                  </a:lnTo>
                  <a:lnTo>
                    <a:pt x="353819" y="680900"/>
                  </a:lnTo>
                  <a:close/>
                </a:path>
                <a:path w="354330" h="857250">
                  <a:moveTo>
                    <a:pt x="353811" y="657957"/>
                  </a:moveTo>
                  <a:lnTo>
                    <a:pt x="282748" y="657957"/>
                  </a:lnTo>
                  <a:lnTo>
                    <a:pt x="285515" y="662482"/>
                  </a:lnTo>
                  <a:lnTo>
                    <a:pt x="266678" y="673954"/>
                  </a:lnTo>
                  <a:lnTo>
                    <a:pt x="353816" y="673954"/>
                  </a:lnTo>
                  <a:lnTo>
                    <a:pt x="353811" y="657957"/>
                  </a:lnTo>
                  <a:close/>
                </a:path>
                <a:path w="354330" h="857250">
                  <a:moveTo>
                    <a:pt x="231102" y="534149"/>
                  </a:moveTo>
                  <a:lnTo>
                    <a:pt x="209677" y="534149"/>
                  </a:lnTo>
                  <a:lnTo>
                    <a:pt x="210444" y="539311"/>
                  </a:lnTo>
                  <a:lnTo>
                    <a:pt x="206165" y="539927"/>
                  </a:lnTo>
                  <a:lnTo>
                    <a:pt x="206612" y="540268"/>
                  </a:lnTo>
                  <a:lnTo>
                    <a:pt x="202206" y="540650"/>
                  </a:lnTo>
                  <a:lnTo>
                    <a:pt x="202206" y="548871"/>
                  </a:lnTo>
                  <a:lnTo>
                    <a:pt x="199546" y="548871"/>
                  </a:lnTo>
                  <a:lnTo>
                    <a:pt x="199566" y="570668"/>
                  </a:lnTo>
                  <a:lnTo>
                    <a:pt x="202206" y="570668"/>
                  </a:lnTo>
                  <a:lnTo>
                    <a:pt x="202206" y="592272"/>
                  </a:lnTo>
                  <a:lnTo>
                    <a:pt x="199588" y="592272"/>
                  </a:lnTo>
                  <a:lnTo>
                    <a:pt x="199609" y="614067"/>
                  </a:lnTo>
                  <a:lnTo>
                    <a:pt x="202206" y="614067"/>
                  </a:lnTo>
                  <a:lnTo>
                    <a:pt x="202280" y="622501"/>
                  </a:lnTo>
                  <a:lnTo>
                    <a:pt x="202397" y="635864"/>
                  </a:lnTo>
                  <a:lnTo>
                    <a:pt x="199631" y="635864"/>
                  </a:lnTo>
                  <a:lnTo>
                    <a:pt x="199651" y="653943"/>
                  </a:lnTo>
                  <a:lnTo>
                    <a:pt x="201418" y="653135"/>
                  </a:lnTo>
                  <a:lnTo>
                    <a:pt x="353809" y="653135"/>
                  </a:lnTo>
                  <a:lnTo>
                    <a:pt x="353808" y="651010"/>
                  </a:lnTo>
                  <a:lnTo>
                    <a:pt x="304373" y="651010"/>
                  </a:lnTo>
                  <a:lnTo>
                    <a:pt x="303204" y="649099"/>
                  </a:lnTo>
                  <a:lnTo>
                    <a:pt x="222788" y="649099"/>
                  </a:lnTo>
                  <a:lnTo>
                    <a:pt x="220553" y="644277"/>
                  </a:lnTo>
                  <a:lnTo>
                    <a:pt x="239688" y="635417"/>
                  </a:lnTo>
                  <a:lnTo>
                    <a:pt x="319782" y="635417"/>
                  </a:lnTo>
                  <a:lnTo>
                    <a:pt x="320443" y="635015"/>
                  </a:lnTo>
                  <a:lnTo>
                    <a:pt x="353802" y="635015"/>
                  </a:lnTo>
                  <a:lnTo>
                    <a:pt x="353801" y="631360"/>
                  </a:lnTo>
                  <a:lnTo>
                    <a:pt x="261058" y="631360"/>
                  </a:lnTo>
                  <a:lnTo>
                    <a:pt x="258824" y="626559"/>
                  </a:lnTo>
                  <a:lnTo>
                    <a:pt x="277959" y="617679"/>
                  </a:lnTo>
                  <a:lnTo>
                    <a:pt x="348912" y="617679"/>
                  </a:lnTo>
                  <a:lnTo>
                    <a:pt x="353797" y="614705"/>
                  </a:lnTo>
                  <a:lnTo>
                    <a:pt x="353796" y="613643"/>
                  </a:lnTo>
                  <a:lnTo>
                    <a:pt x="299328" y="613643"/>
                  </a:lnTo>
                  <a:lnTo>
                    <a:pt x="297094" y="608821"/>
                  </a:lnTo>
                  <a:lnTo>
                    <a:pt x="316230" y="599963"/>
                  </a:lnTo>
                  <a:lnTo>
                    <a:pt x="353785" y="599963"/>
                  </a:lnTo>
                  <a:lnTo>
                    <a:pt x="353782" y="595925"/>
                  </a:lnTo>
                  <a:lnTo>
                    <a:pt x="337599" y="595925"/>
                  </a:lnTo>
                  <a:lnTo>
                    <a:pt x="335365" y="591103"/>
                  </a:lnTo>
                  <a:lnTo>
                    <a:pt x="353776" y="582564"/>
                  </a:lnTo>
                  <a:lnTo>
                    <a:pt x="353757" y="536252"/>
                  </a:lnTo>
                  <a:lnTo>
                    <a:pt x="231409" y="536252"/>
                  </a:lnTo>
                  <a:lnTo>
                    <a:pt x="231102" y="534149"/>
                  </a:lnTo>
                  <a:close/>
                </a:path>
                <a:path w="354330" h="857250">
                  <a:moveTo>
                    <a:pt x="353802" y="635015"/>
                  </a:moveTo>
                  <a:lnTo>
                    <a:pt x="320443" y="635015"/>
                  </a:lnTo>
                  <a:lnTo>
                    <a:pt x="323211" y="639538"/>
                  </a:lnTo>
                  <a:lnTo>
                    <a:pt x="304373" y="651010"/>
                  </a:lnTo>
                  <a:lnTo>
                    <a:pt x="353808" y="651010"/>
                  </a:lnTo>
                  <a:lnTo>
                    <a:pt x="353802" y="635015"/>
                  </a:lnTo>
                  <a:close/>
                </a:path>
                <a:path w="354330" h="857250">
                  <a:moveTo>
                    <a:pt x="319782" y="635417"/>
                  </a:moveTo>
                  <a:lnTo>
                    <a:pt x="239688" y="635417"/>
                  </a:lnTo>
                  <a:lnTo>
                    <a:pt x="241923" y="640219"/>
                  </a:lnTo>
                  <a:lnTo>
                    <a:pt x="222788" y="649099"/>
                  </a:lnTo>
                  <a:lnTo>
                    <a:pt x="303204" y="649099"/>
                  </a:lnTo>
                  <a:lnTo>
                    <a:pt x="301607" y="646485"/>
                  </a:lnTo>
                  <a:lnTo>
                    <a:pt x="319782" y="635417"/>
                  </a:lnTo>
                  <a:close/>
                </a:path>
                <a:path w="354330" h="857250">
                  <a:moveTo>
                    <a:pt x="348912" y="617679"/>
                  </a:moveTo>
                  <a:lnTo>
                    <a:pt x="277959" y="617679"/>
                  </a:lnTo>
                  <a:lnTo>
                    <a:pt x="280193" y="622501"/>
                  </a:lnTo>
                  <a:lnTo>
                    <a:pt x="261058" y="631360"/>
                  </a:lnTo>
                  <a:lnTo>
                    <a:pt x="353801" y="631360"/>
                  </a:lnTo>
                  <a:lnTo>
                    <a:pt x="353800" y="628068"/>
                  </a:lnTo>
                  <a:lnTo>
                    <a:pt x="342047" y="628068"/>
                  </a:lnTo>
                  <a:lnTo>
                    <a:pt x="339280" y="623543"/>
                  </a:lnTo>
                  <a:lnTo>
                    <a:pt x="348912" y="617679"/>
                  </a:lnTo>
                  <a:close/>
                </a:path>
                <a:path w="354330" h="857250">
                  <a:moveTo>
                    <a:pt x="353797" y="620929"/>
                  </a:moveTo>
                  <a:lnTo>
                    <a:pt x="342047" y="628068"/>
                  </a:lnTo>
                  <a:lnTo>
                    <a:pt x="353800" y="628068"/>
                  </a:lnTo>
                  <a:lnTo>
                    <a:pt x="353797" y="620929"/>
                  </a:lnTo>
                  <a:close/>
                </a:path>
                <a:path w="354330" h="857250">
                  <a:moveTo>
                    <a:pt x="353785" y="599963"/>
                  </a:moveTo>
                  <a:lnTo>
                    <a:pt x="316230" y="599963"/>
                  </a:lnTo>
                  <a:lnTo>
                    <a:pt x="318463" y="604785"/>
                  </a:lnTo>
                  <a:lnTo>
                    <a:pt x="299328" y="613643"/>
                  </a:lnTo>
                  <a:lnTo>
                    <a:pt x="353796" y="613643"/>
                  </a:lnTo>
                  <a:lnTo>
                    <a:pt x="353785" y="599963"/>
                  </a:lnTo>
                  <a:close/>
                </a:path>
                <a:path w="354330" h="857250">
                  <a:moveTo>
                    <a:pt x="353776" y="588427"/>
                  </a:moveTo>
                  <a:lnTo>
                    <a:pt x="337599" y="595925"/>
                  </a:lnTo>
                  <a:lnTo>
                    <a:pt x="353782" y="595925"/>
                  </a:lnTo>
                  <a:lnTo>
                    <a:pt x="353776" y="588427"/>
                  </a:lnTo>
                  <a:close/>
                </a:path>
                <a:path w="354330" h="857250">
                  <a:moveTo>
                    <a:pt x="272867" y="527925"/>
                  </a:moveTo>
                  <a:lnTo>
                    <a:pt x="251523" y="527925"/>
                  </a:lnTo>
                  <a:lnTo>
                    <a:pt x="252310" y="533172"/>
                  </a:lnTo>
                  <a:lnTo>
                    <a:pt x="231409" y="536252"/>
                  </a:lnTo>
                  <a:lnTo>
                    <a:pt x="353757" y="536252"/>
                  </a:lnTo>
                  <a:lnTo>
                    <a:pt x="353755" y="530092"/>
                  </a:lnTo>
                  <a:lnTo>
                    <a:pt x="273190" y="530092"/>
                  </a:lnTo>
                  <a:lnTo>
                    <a:pt x="272867" y="527925"/>
                  </a:lnTo>
                  <a:close/>
                </a:path>
                <a:path w="354330" h="857250">
                  <a:moveTo>
                    <a:pt x="239138" y="529752"/>
                  </a:moveTo>
                  <a:lnTo>
                    <a:pt x="192628" y="529752"/>
                  </a:lnTo>
                  <a:lnTo>
                    <a:pt x="200290" y="535509"/>
                  </a:lnTo>
                  <a:lnTo>
                    <a:pt x="209677" y="534149"/>
                  </a:lnTo>
                  <a:lnTo>
                    <a:pt x="231102" y="534149"/>
                  </a:lnTo>
                  <a:lnTo>
                    <a:pt x="230643" y="531006"/>
                  </a:lnTo>
                  <a:lnTo>
                    <a:pt x="239138" y="529752"/>
                  </a:lnTo>
                  <a:close/>
                </a:path>
                <a:path w="354330" h="857250">
                  <a:moveTo>
                    <a:pt x="186154" y="501265"/>
                  </a:moveTo>
                  <a:lnTo>
                    <a:pt x="165042" y="501265"/>
                  </a:lnTo>
                  <a:lnTo>
                    <a:pt x="165116" y="503240"/>
                  </a:lnTo>
                  <a:lnTo>
                    <a:pt x="165234" y="506426"/>
                  </a:lnTo>
                  <a:lnTo>
                    <a:pt x="161913" y="506596"/>
                  </a:lnTo>
                  <a:lnTo>
                    <a:pt x="164617" y="508678"/>
                  </a:lnTo>
                  <a:lnTo>
                    <a:pt x="174045" y="515604"/>
                  </a:lnTo>
                  <a:lnTo>
                    <a:pt x="183432" y="522678"/>
                  </a:lnTo>
                  <a:lnTo>
                    <a:pt x="181709" y="524887"/>
                  </a:lnTo>
                  <a:lnTo>
                    <a:pt x="191032" y="531940"/>
                  </a:lnTo>
                  <a:lnTo>
                    <a:pt x="192628" y="529752"/>
                  </a:lnTo>
                  <a:lnTo>
                    <a:pt x="239138" y="529752"/>
                  </a:lnTo>
                  <a:lnTo>
                    <a:pt x="251523" y="527925"/>
                  </a:lnTo>
                  <a:lnTo>
                    <a:pt x="272867" y="527925"/>
                  </a:lnTo>
                  <a:lnTo>
                    <a:pt x="272413" y="524887"/>
                  </a:lnTo>
                  <a:lnTo>
                    <a:pt x="271972" y="524887"/>
                  </a:lnTo>
                  <a:lnTo>
                    <a:pt x="293305" y="521743"/>
                  </a:lnTo>
                  <a:lnTo>
                    <a:pt x="314648" y="521743"/>
                  </a:lnTo>
                  <a:lnTo>
                    <a:pt x="314186" y="518662"/>
                  </a:lnTo>
                  <a:lnTo>
                    <a:pt x="334920" y="515604"/>
                  </a:lnTo>
                  <a:lnTo>
                    <a:pt x="353749" y="515604"/>
                  </a:lnTo>
                  <a:lnTo>
                    <a:pt x="353745" y="505449"/>
                  </a:lnTo>
                  <a:lnTo>
                    <a:pt x="186372" y="505449"/>
                  </a:lnTo>
                  <a:lnTo>
                    <a:pt x="186256" y="503240"/>
                  </a:lnTo>
                  <a:lnTo>
                    <a:pt x="186154" y="501265"/>
                  </a:lnTo>
                  <a:close/>
                </a:path>
                <a:path w="354330" h="857250">
                  <a:moveTo>
                    <a:pt x="314648" y="521743"/>
                  </a:moveTo>
                  <a:lnTo>
                    <a:pt x="293305" y="521743"/>
                  </a:lnTo>
                  <a:lnTo>
                    <a:pt x="294072" y="526990"/>
                  </a:lnTo>
                  <a:lnTo>
                    <a:pt x="273190" y="530092"/>
                  </a:lnTo>
                  <a:lnTo>
                    <a:pt x="353755" y="530092"/>
                  </a:lnTo>
                  <a:lnTo>
                    <a:pt x="353752" y="523910"/>
                  </a:lnTo>
                  <a:lnTo>
                    <a:pt x="314973" y="523910"/>
                  </a:lnTo>
                  <a:lnTo>
                    <a:pt x="314648" y="521743"/>
                  </a:lnTo>
                  <a:close/>
                </a:path>
                <a:path w="354330" h="857250">
                  <a:moveTo>
                    <a:pt x="353749" y="515604"/>
                  </a:moveTo>
                  <a:lnTo>
                    <a:pt x="335069" y="515604"/>
                  </a:lnTo>
                  <a:lnTo>
                    <a:pt x="335854" y="520829"/>
                  </a:lnTo>
                  <a:lnTo>
                    <a:pt x="314973" y="523910"/>
                  </a:lnTo>
                  <a:lnTo>
                    <a:pt x="353752" y="523910"/>
                  </a:lnTo>
                  <a:lnTo>
                    <a:pt x="353749" y="515604"/>
                  </a:lnTo>
                  <a:close/>
                </a:path>
                <a:path w="354330" h="857250">
                  <a:moveTo>
                    <a:pt x="353542" y="0"/>
                  </a:moveTo>
                  <a:lnTo>
                    <a:pt x="0" y="37282"/>
                  </a:lnTo>
                  <a:lnTo>
                    <a:pt x="180" y="492512"/>
                  </a:lnTo>
                  <a:lnTo>
                    <a:pt x="190" y="518005"/>
                  </a:lnTo>
                  <a:lnTo>
                    <a:pt x="31139" y="514648"/>
                  </a:lnTo>
                  <a:lnTo>
                    <a:pt x="34027" y="514648"/>
                  </a:lnTo>
                  <a:lnTo>
                    <a:pt x="34013" y="514456"/>
                  </a:lnTo>
                  <a:lnTo>
                    <a:pt x="96079" y="507956"/>
                  </a:lnTo>
                  <a:lnTo>
                    <a:pt x="98802" y="507956"/>
                  </a:lnTo>
                  <a:lnTo>
                    <a:pt x="98761" y="507574"/>
                  </a:lnTo>
                  <a:lnTo>
                    <a:pt x="137457" y="503558"/>
                  </a:lnTo>
                  <a:lnTo>
                    <a:pt x="143667" y="503558"/>
                  </a:lnTo>
                  <a:lnTo>
                    <a:pt x="143587" y="502794"/>
                  </a:lnTo>
                  <a:lnTo>
                    <a:pt x="151888" y="501986"/>
                  </a:lnTo>
                  <a:lnTo>
                    <a:pt x="151909" y="499055"/>
                  </a:lnTo>
                  <a:lnTo>
                    <a:pt x="228232" y="499055"/>
                  </a:lnTo>
                  <a:lnTo>
                    <a:pt x="228173" y="497928"/>
                  </a:lnTo>
                  <a:lnTo>
                    <a:pt x="249224" y="496845"/>
                  </a:lnTo>
                  <a:lnTo>
                    <a:pt x="270310" y="496845"/>
                  </a:lnTo>
                  <a:lnTo>
                    <a:pt x="270254" y="495762"/>
                  </a:lnTo>
                  <a:lnTo>
                    <a:pt x="291304" y="494678"/>
                  </a:lnTo>
                  <a:lnTo>
                    <a:pt x="312411" y="494678"/>
                  </a:lnTo>
                  <a:lnTo>
                    <a:pt x="312355" y="493595"/>
                  </a:lnTo>
                  <a:lnTo>
                    <a:pt x="333385" y="492512"/>
                  </a:lnTo>
                  <a:lnTo>
                    <a:pt x="353740" y="492512"/>
                  </a:lnTo>
                  <a:lnTo>
                    <a:pt x="353557" y="37282"/>
                  </a:lnTo>
                  <a:lnTo>
                    <a:pt x="353542" y="0"/>
                  </a:lnTo>
                  <a:close/>
                </a:path>
                <a:path w="354330" h="857250">
                  <a:moveTo>
                    <a:pt x="34027" y="514648"/>
                  </a:moveTo>
                  <a:lnTo>
                    <a:pt x="31139" y="514648"/>
                  </a:lnTo>
                  <a:lnTo>
                    <a:pt x="31238" y="515604"/>
                  </a:lnTo>
                  <a:lnTo>
                    <a:pt x="31347" y="516644"/>
                  </a:lnTo>
                  <a:lnTo>
                    <a:pt x="31415" y="517304"/>
                  </a:lnTo>
                  <a:lnTo>
                    <a:pt x="34204" y="517006"/>
                  </a:lnTo>
                  <a:lnTo>
                    <a:pt x="34099" y="515604"/>
                  </a:lnTo>
                  <a:lnTo>
                    <a:pt x="34027" y="514648"/>
                  </a:lnTo>
                  <a:close/>
                </a:path>
                <a:path w="354330" h="857250">
                  <a:moveTo>
                    <a:pt x="98802" y="507956"/>
                  </a:moveTo>
                  <a:lnTo>
                    <a:pt x="96079" y="507956"/>
                  </a:lnTo>
                  <a:lnTo>
                    <a:pt x="96325" y="510186"/>
                  </a:lnTo>
                  <a:lnTo>
                    <a:pt x="96356" y="510463"/>
                  </a:lnTo>
                  <a:lnTo>
                    <a:pt x="99038" y="510186"/>
                  </a:lnTo>
                  <a:lnTo>
                    <a:pt x="98878" y="508678"/>
                  </a:lnTo>
                  <a:lnTo>
                    <a:pt x="98802" y="507956"/>
                  </a:lnTo>
                  <a:close/>
                </a:path>
                <a:path w="354330" h="857250">
                  <a:moveTo>
                    <a:pt x="143667" y="503558"/>
                  </a:moveTo>
                  <a:lnTo>
                    <a:pt x="137457" y="503558"/>
                  </a:lnTo>
                  <a:lnTo>
                    <a:pt x="137540" y="504323"/>
                  </a:lnTo>
                  <a:lnTo>
                    <a:pt x="137664" y="505449"/>
                  </a:lnTo>
                  <a:lnTo>
                    <a:pt x="137734" y="506087"/>
                  </a:lnTo>
                  <a:lnTo>
                    <a:pt x="143864" y="505449"/>
                  </a:lnTo>
                  <a:lnTo>
                    <a:pt x="143746" y="504323"/>
                  </a:lnTo>
                  <a:lnTo>
                    <a:pt x="143667" y="503558"/>
                  </a:lnTo>
                  <a:close/>
                </a:path>
                <a:path w="354330" h="857250">
                  <a:moveTo>
                    <a:pt x="228232" y="499055"/>
                  </a:moveTo>
                  <a:lnTo>
                    <a:pt x="207125" y="499055"/>
                  </a:lnTo>
                  <a:lnTo>
                    <a:pt x="207179" y="500096"/>
                  </a:lnTo>
                  <a:lnTo>
                    <a:pt x="207278" y="501986"/>
                  </a:lnTo>
                  <a:lnTo>
                    <a:pt x="207399" y="504323"/>
                  </a:lnTo>
                  <a:lnTo>
                    <a:pt x="185531" y="505449"/>
                  </a:lnTo>
                  <a:lnTo>
                    <a:pt x="353745" y="505449"/>
                  </a:lnTo>
                  <a:lnTo>
                    <a:pt x="353744" y="503240"/>
                  </a:lnTo>
                  <a:lnTo>
                    <a:pt x="228450" y="503240"/>
                  </a:lnTo>
                  <a:lnTo>
                    <a:pt x="228337" y="501073"/>
                  </a:lnTo>
                  <a:lnTo>
                    <a:pt x="228232" y="499055"/>
                  </a:lnTo>
                  <a:close/>
                </a:path>
                <a:path w="354330" h="857250">
                  <a:moveTo>
                    <a:pt x="270310" y="496845"/>
                  </a:moveTo>
                  <a:lnTo>
                    <a:pt x="249224" y="496845"/>
                  </a:lnTo>
                  <a:lnTo>
                    <a:pt x="249281" y="497928"/>
                  </a:lnTo>
                  <a:lnTo>
                    <a:pt x="249394" y="500096"/>
                  </a:lnTo>
                  <a:lnTo>
                    <a:pt x="249501" y="502156"/>
                  </a:lnTo>
                  <a:lnTo>
                    <a:pt x="228450" y="503240"/>
                  </a:lnTo>
                  <a:lnTo>
                    <a:pt x="353744" y="503240"/>
                  </a:lnTo>
                  <a:lnTo>
                    <a:pt x="353743" y="501073"/>
                  </a:lnTo>
                  <a:lnTo>
                    <a:pt x="270530" y="501073"/>
                  </a:lnTo>
                  <a:lnTo>
                    <a:pt x="270425" y="499055"/>
                  </a:lnTo>
                  <a:lnTo>
                    <a:pt x="270310" y="496845"/>
                  </a:lnTo>
                  <a:close/>
                </a:path>
                <a:path w="354330" h="857250">
                  <a:moveTo>
                    <a:pt x="206309" y="499055"/>
                  </a:moveTo>
                  <a:lnTo>
                    <a:pt x="151909" y="499055"/>
                  </a:lnTo>
                  <a:lnTo>
                    <a:pt x="155294" y="501604"/>
                  </a:lnTo>
                  <a:lnTo>
                    <a:pt x="165042" y="501265"/>
                  </a:lnTo>
                  <a:lnTo>
                    <a:pt x="186154" y="501265"/>
                  </a:lnTo>
                  <a:lnTo>
                    <a:pt x="186093" y="500096"/>
                  </a:lnTo>
                  <a:lnTo>
                    <a:pt x="206309" y="499055"/>
                  </a:lnTo>
                  <a:close/>
                </a:path>
                <a:path w="354330" h="857250">
                  <a:moveTo>
                    <a:pt x="312411" y="494678"/>
                  </a:moveTo>
                  <a:lnTo>
                    <a:pt x="291304" y="494678"/>
                  </a:lnTo>
                  <a:lnTo>
                    <a:pt x="291361" y="495762"/>
                  </a:lnTo>
                  <a:lnTo>
                    <a:pt x="291474" y="497928"/>
                  </a:lnTo>
                  <a:lnTo>
                    <a:pt x="291587" y="500096"/>
                  </a:lnTo>
                  <a:lnTo>
                    <a:pt x="289508" y="500096"/>
                  </a:lnTo>
                  <a:lnTo>
                    <a:pt x="270530" y="501073"/>
                  </a:lnTo>
                  <a:lnTo>
                    <a:pt x="353743" y="501073"/>
                  </a:lnTo>
                  <a:lnTo>
                    <a:pt x="353742" y="499055"/>
                  </a:lnTo>
                  <a:lnTo>
                    <a:pt x="312639" y="499055"/>
                  </a:lnTo>
                  <a:lnTo>
                    <a:pt x="312524" y="496845"/>
                  </a:lnTo>
                  <a:lnTo>
                    <a:pt x="312411" y="494678"/>
                  </a:lnTo>
                  <a:close/>
                </a:path>
                <a:path w="354330" h="857250">
                  <a:moveTo>
                    <a:pt x="353740" y="492512"/>
                  </a:moveTo>
                  <a:lnTo>
                    <a:pt x="333385" y="492512"/>
                  </a:lnTo>
                  <a:lnTo>
                    <a:pt x="333441" y="493595"/>
                  </a:lnTo>
                  <a:lnTo>
                    <a:pt x="333554" y="495762"/>
                  </a:lnTo>
                  <a:lnTo>
                    <a:pt x="333667" y="497928"/>
                  </a:lnTo>
                  <a:lnTo>
                    <a:pt x="331615" y="497928"/>
                  </a:lnTo>
                  <a:lnTo>
                    <a:pt x="309747" y="499055"/>
                  </a:lnTo>
                  <a:lnTo>
                    <a:pt x="353742" y="499055"/>
                  </a:lnTo>
                  <a:lnTo>
                    <a:pt x="353740" y="492512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9" name="object 639"/>
            <p:cNvSpPr/>
            <p:nvPr/>
          </p:nvSpPr>
          <p:spPr>
            <a:xfrm>
              <a:off x="2273528" y="6480314"/>
              <a:ext cx="168275" cy="204470"/>
            </a:xfrm>
            <a:custGeom>
              <a:avLst/>
              <a:gdLst/>
              <a:ahLst/>
              <a:cxnLst/>
              <a:rect l="l" t="t" r="r" b="b"/>
              <a:pathLst>
                <a:path w="168275" h="204470">
                  <a:moveTo>
                    <a:pt x="17564" y="165442"/>
                  </a:moveTo>
                  <a:lnTo>
                    <a:pt x="15328" y="160629"/>
                  </a:lnTo>
                  <a:lnTo>
                    <a:pt x="13563" y="161429"/>
                  </a:lnTo>
                  <a:lnTo>
                    <a:pt x="13563" y="164960"/>
                  </a:lnTo>
                  <a:lnTo>
                    <a:pt x="16306" y="164960"/>
                  </a:lnTo>
                  <a:lnTo>
                    <a:pt x="16306" y="166027"/>
                  </a:lnTo>
                  <a:lnTo>
                    <a:pt x="17564" y="165442"/>
                  </a:lnTo>
                  <a:close/>
                </a:path>
                <a:path w="168275" h="204470">
                  <a:moveTo>
                    <a:pt x="21310" y="11811"/>
                  </a:moveTo>
                  <a:lnTo>
                    <a:pt x="21082" y="7581"/>
                  </a:lnTo>
                  <a:lnTo>
                    <a:pt x="21031" y="6502"/>
                  </a:lnTo>
                  <a:lnTo>
                    <a:pt x="0" y="7581"/>
                  </a:lnTo>
                  <a:lnTo>
                    <a:pt x="215" y="11811"/>
                  </a:lnTo>
                  <a:lnTo>
                    <a:pt x="279" y="12903"/>
                  </a:lnTo>
                  <a:lnTo>
                    <a:pt x="21310" y="11811"/>
                  </a:lnTo>
                  <a:close/>
                </a:path>
                <a:path w="168275" h="204470">
                  <a:moveTo>
                    <a:pt x="55829" y="147713"/>
                  </a:moveTo>
                  <a:lnTo>
                    <a:pt x="53594" y="142913"/>
                  </a:lnTo>
                  <a:lnTo>
                    <a:pt x="34455" y="151765"/>
                  </a:lnTo>
                  <a:lnTo>
                    <a:pt x="36690" y="156591"/>
                  </a:lnTo>
                  <a:lnTo>
                    <a:pt x="55829" y="147713"/>
                  </a:lnTo>
                  <a:close/>
                </a:path>
                <a:path w="168275" h="204470">
                  <a:moveTo>
                    <a:pt x="61747" y="192913"/>
                  </a:moveTo>
                  <a:lnTo>
                    <a:pt x="58978" y="188391"/>
                  </a:lnTo>
                  <a:lnTo>
                    <a:pt x="40119" y="199859"/>
                  </a:lnTo>
                  <a:lnTo>
                    <a:pt x="42887" y="204393"/>
                  </a:lnTo>
                  <a:lnTo>
                    <a:pt x="61747" y="192913"/>
                  </a:lnTo>
                  <a:close/>
                </a:path>
                <a:path w="168275" h="204470">
                  <a:moveTo>
                    <a:pt x="63411" y="9652"/>
                  </a:moveTo>
                  <a:lnTo>
                    <a:pt x="63182" y="5422"/>
                  </a:lnTo>
                  <a:lnTo>
                    <a:pt x="63131" y="4330"/>
                  </a:lnTo>
                  <a:lnTo>
                    <a:pt x="42075" y="5422"/>
                  </a:lnTo>
                  <a:lnTo>
                    <a:pt x="42303" y="9652"/>
                  </a:lnTo>
                  <a:lnTo>
                    <a:pt x="42354" y="10731"/>
                  </a:lnTo>
                  <a:lnTo>
                    <a:pt x="63411" y="9652"/>
                  </a:lnTo>
                  <a:close/>
                </a:path>
                <a:path w="168275" h="204470">
                  <a:moveTo>
                    <a:pt x="66217" y="40665"/>
                  </a:moveTo>
                  <a:lnTo>
                    <a:pt x="65430" y="35420"/>
                  </a:lnTo>
                  <a:lnTo>
                    <a:pt x="44551" y="38493"/>
                  </a:lnTo>
                  <a:lnTo>
                    <a:pt x="45313" y="43738"/>
                  </a:lnTo>
                  <a:lnTo>
                    <a:pt x="66217" y="40665"/>
                  </a:lnTo>
                  <a:close/>
                </a:path>
                <a:path w="168275" h="204470">
                  <a:moveTo>
                    <a:pt x="94094" y="129997"/>
                  </a:moveTo>
                  <a:lnTo>
                    <a:pt x="91871" y="125171"/>
                  </a:lnTo>
                  <a:lnTo>
                    <a:pt x="72732" y="134048"/>
                  </a:lnTo>
                  <a:lnTo>
                    <a:pt x="74968" y="138849"/>
                  </a:lnTo>
                  <a:lnTo>
                    <a:pt x="94094" y="129997"/>
                  </a:lnTo>
                  <a:close/>
                </a:path>
                <a:path w="168275" h="204470">
                  <a:moveTo>
                    <a:pt x="99415" y="169976"/>
                  </a:moveTo>
                  <a:lnTo>
                    <a:pt x="96659" y="165442"/>
                  </a:lnTo>
                  <a:lnTo>
                    <a:pt x="77812" y="176923"/>
                  </a:lnTo>
                  <a:lnTo>
                    <a:pt x="80581" y="181444"/>
                  </a:lnTo>
                  <a:lnTo>
                    <a:pt x="99415" y="169976"/>
                  </a:lnTo>
                  <a:close/>
                </a:path>
                <a:path w="168275" h="204470">
                  <a:moveTo>
                    <a:pt x="105486" y="7480"/>
                  </a:moveTo>
                  <a:lnTo>
                    <a:pt x="105270" y="3251"/>
                  </a:lnTo>
                  <a:lnTo>
                    <a:pt x="105206" y="2171"/>
                  </a:lnTo>
                  <a:lnTo>
                    <a:pt x="84162" y="3251"/>
                  </a:lnTo>
                  <a:lnTo>
                    <a:pt x="84378" y="7480"/>
                  </a:lnTo>
                  <a:lnTo>
                    <a:pt x="84442" y="8559"/>
                  </a:lnTo>
                  <a:lnTo>
                    <a:pt x="105486" y="7480"/>
                  </a:lnTo>
                  <a:close/>
                </a:path>
                <a:path w="168275" h="204470">
                  <a:moveTo>
                    <a:pt x="107975" y="34480"/>
                  </a:moveTo>
                  <a:lnTo>
                    <a:pt x="107213" y="29235"/>
                  </a:lnTo>
                  <a:lnTo>
                    <a:pt x="86309" y="32308"/>
                  </a:lnTo>
                  <a:lnTo>
                    <a:pt x="87096" y="37579"/>
                  </a:lnTo>
                  <a:lnTo>
                    <a:pt x="107975" y="34480"/>
                  </a:lnTo>
                  <a:close/>
                </a:path>
                <a:path w="168275" h="204470">
                  <a:moveTo>
                    <a:pt x="132372" y="112280"/>
                  </a:moveTo>
                  <a:lnTo>
                    <a:pt x="130136" y="107454"/>
                  </a:lnTo>
                  <a:lnTo>
                    <a:pt x="110998" y="116306"/>
                  </a:lnTo>
                  <a:lnTo>
                    <a:pt x="113233" y="121132"/>
                  </a:lnTo>
                  <a:lnTo>
                    <a:pt x="132372" y="112280"/>
                  </a:lnTo>
                  <a:close/>
                </a:path>
                <a:path w="168275" h="204470">
                  <a:moveTo>
                    <a:pt x="137121" y="147027"/>
                  </a:moveTo>
                  <a:lnTo>
                    <a:pt x="134353" y="142506"/>
                  </a:lnTo>
                  <a:lnTo>
                    <a:pt x="115519" y="153974"/>
                  </a:lnTo>
                  <a:lnTo>
                    <a:pt x="118275" y="158496"/>
                  </a:lnTo>
                  <a:lnTo>
                    <a:pt x="137121" y="147027"/>
                  </a:lnTo>
                  <a:close/>
                </a:path>
                <a:path w="168275" h="204470">
                  <a:moveTo>
                    <a:pt x="147574" y="5308"/>
                  </a:moveTo>
                  <a:lnTo>
                    <a:pt x="147345" y="1092"/>
                  </a:lnTo>
                  <a:lnTo>
                    <a:pt x="147294" y="0"/>
                  </a:lnTo>
                  <a:lnTo>
                    <a:pt x="126263" y="1092"/>
                  </a:lnTo>
                  <a:lnTo>
                    <a:pt x="126479" y="5308"/>
                  </a:lnTo>
                  <a:lnTo>
                    <a:pt x="126542" y="6400"/>
                  </a:lnTo>
                  <a:lnTo>
                    <a:pt x="147574" y="5308"/>
                  </a:lnTo>
                  <a:close/>
                </a:path>
                <a:path w="168275" h="204470">
                  <a:moveTo>
                    <a:pt x="149758" y="28321"/>
                  </a:moveTo>
                  <a:lnTo>
                    <a:pt x="148971" y="23075"/>
                  </a:lnTo>
                  <a:lnTo>
                    <a:pt x="128092" y="26149"/>
                  </a:lnTo>
                  <a:lnTo>
                    <a:pt x="128879" y="31407"/>
                  </a:lnTo>
                  <a:lnTo>
                    <a:pt x="149758" y="28321"/>
                  </a:lnTo>
                  <a:close/>
                </a:path>
                <a:path w="168275" h="204470">
                  <a:moveTo>
                    <a:pt x="167678" y="90055"/>
                  </a:moveTo>
                  <a:lnTo>
                    <a:pt x="149275" y="98590"/>
                  </a:lnTo>
                  <a:lnTo>
                    <a:pt x="151511" y="103416"/>
                  </a:lnTo>
                  <a:lnTo>
                    <a:pt x="167678" y="95923"/>
                  </a:lnTo>
                  <a:lnTo>
                    <a:pt x="167678" y="90055"/>
                  </a:lnTo>
                  <a:close/>
                </a:path>
                <a:path w="168275" h="204470">
                  <a:moveTo>
                    <a:pt x="167703" y="122199"/>
                  </a:moveTo>
                  <a:lnTo>
                    <a:pt x="153187" y="131038"/>
                  </a:lnTo>
                  <a:lnTo>
                    <a:pt x="155956" y="135559"/>
                  </a:lnTo>
                  <a:lnTo>
                    <a:pt x="167703" y="128422"/>
                  </a:lnTo>
                  <a:lnTo>
                    <a:pt x="167703" y="122199"/>
                  </a:lnTo>
                  <a:close/>
                </a:path>
              </a:pathLst>
            </a:custGeom>
            <a:solidFill>
              <a:srgbClr val="845F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0" name="object 640"/>
            <p:cNvSpPr/>
            <p:nvPr/>
          </p:nvSpPr>
          <p:spPr>
            <a:xfrm>
              <a:off x="2239328" y="6486855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0"/>
                  </a:moveTo>
                  <a:lnTo>
                    <a:pt x="0" y="2592"/>
                  </a:lnTo>
                  <a:lnTo>
                    <a:pt x="3463" y="25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95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1" name="object 64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248162" y="6705324"/>
              <a:ext cx="193160" cy="142906"/>
            </a:xfrm>
            <a:prstGeom prst="rect">
              <a:avLst/>
            </a:prstGeom>
          </p:spPr>
        </p:pic>
        <p:sp>
          <p:nvSpPr>
            <p:cNvPr id="642" name="object 642"/>
            <p:cNvSpPr/>
            <p:nvPr/>
          </p:nvSpPr>
          <p:spPr>
            <a:xfrm>
              <a:off x="2087717" y="6723147"/>
              <a:ext cx="635" cy="161925"/>
            </a:xfrm>
            <a:custGeom>
              <a:avLst/>
              <a:gdLst/>
              <a:ahLst/>
              <a:cxnLst/>
              <a:rect l="l" t="t" r="r" b="b"/>
              <a:pathLst>
                <a:path w="635" h="161925">
                  <a:moveTo>
                    <a:pt x="0" y="0"/>
                  </a:moveTo>
                  <a:lnTo>
                    <a:pt x="41" y="1619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D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3" name="object 643"/>
            <p:cNvSpPr/>
            <p:nvPr/>
          </p:nvSpPr>
          <p:spPr>
            <a:xfrm>
              <a:off x="2087759" y="688504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21" y="0"/>
                  </a:moveTo>
                  <a:lnTo>
                    <a:pt x="0" y="2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4" name="object 644"/>
            <p:cNvSpPr/>
            <p:nvPr/>
          </p:nvSpPr>
          <p:spPr>
            <a:xfrm>
              <a:off x="2087440" y="6025082"/>
              <a:ext cx="635" cy="481330"/>
            </a:xfrm>
            <a:custGeom>
              <a:avLst/>
              <a:gdLst/>
              <a:ahLst/>
              <a:cxnLst/>
              <a:rect l="l" t="t" r="r" b="b"/>
              <a:pathLst>
                <a:path w="635" h="481329">
                  <a:moveTo>
                    <a:pt x="0" y="0"/>
                  </a:moveTo>
                  <a:lnTo>
                    <a:pt x="170" y="480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0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5" name="object 645"/>
            <p:cNvSpPr/>
            <p:nvPr/>
          </p:nvSpPr>
          <p:spPr>
            <a:xfrm>
              <a:off x="2082438" y="6889337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4">
                  <a:moveTo>
                    <a:pt x="0" y="0"/>
                  </a:moveTo>
                  <a:lnTo>
                    <a:pt x="19" y="1423"/>
                  </a:lnTo>
                  <a:lnTo>
                    <a:pt x="1915" y="1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6" name="object 646"/>
            <p:cNvSpPr/>
            <p:nvPr/>
          </p:nvSpPr>
          <p:spPr>
            <a:xfrm>
              <a:off x="2087780" y="6848231"/>
              <a:ext cx="355600" cy="42545"/>
            </a:xfrm>
            <a:custGeom>
              <a:avLst/>
              <a:gdLst/>
              <a:ahLst/>
              <a:cxnLst/>
              <a:rect l="l" t="t" r="r" b="b"/>
              <a:pathLst>
                <a:path w="355600" h="42545">
                  <a:moveTo>
                    <a:pt x="349220" y="0"/>
                  </a:moveTo>
                  <a:lnTo>
                    <a:pt x="0" y="36836"/>
                  </a:lnTo>
                  <a:lnTo>
                    <a:pt x="0" y="42167"/>
                  </a:lnTo>
                  <a:lnTo>
                    <a:pt x="355436" y="4673"/>
                  </a:lnTo>
                  <a:lnTo>
                    <a:pt x="34922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7" name="object 647"/>
            <p:cNvSpPr/>
            <p:nvPr/>
          </p:nvSpPr>
          <p:spPr>
            <a:xfrm>
              <a:off x="2441238" y="6602505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0" y="0"/>
                  </a:moveTo>
                  <a:lnTo>
                    <a:pt x="0" y="6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59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8" name="object 648"/>
            <p:cNvSpPr/>
            <p:nvPr/>
          </p:nvSpPr>
          <p:spPr>
            <a:xfrm>
              <a:off x="2441003" y="5987799"/>
              <a:ext cx="635" cy="582930"/>
            </a:xfrm>
            <a:custGeom>
              <a:avLst/>
              <a:gdLst/>
              <a:ahLst/>
              <a:cxnLst/>
              <a:rect l="l" t="t" r="r" b="b"/>
              <a:pathLst>
                <a:path w="635" h="582929">
                  <a:moveTo>
                    <a:pt x="0" y="0"/>
                  </a:moveTo>
                  <a:lnTo>
                    <a:pt x="213" y="5825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9" name="object 649"/>
            <p:cNvSpPr/>
            <p:nvPr/>
          </p:nvSpPr>
          <p:spPr>
            <a:xfrm>
              <a:off x="2441216" y="6570364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0" y="0"/>
                  </a:moveTo>
                  <a:lnTo>
                    <a:pt x="0" y="58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59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0" name="object 650"/>
            <p:cNvSpPr/>
            <p:nvPr/>
          </p:nvSpPr>
          <p:spPr>
            <a:xfrm>
              <a:off x="2441323" y="684481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8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1" name="object 651"/>
            <p:cNvSpPr/>
            <p:nvPr/>
          </p:nvSpPr>
          <p:spPr>
            <a:xfrm>
              <a:off x="2441003" y="5987225"/>
              <a:ext cx="5715" cy="861694"/>
            </a:xfrm>
            <a:custGeom>
              <a:avLst/>
              <a:gdLst/>
              <a:ahLst/>
              <a:cxnLst/>
              <a:rect l="l" t="t" r="r" b="b"/>
              <a:pathLst>
                <a:path w="5714" h="861695">
                  <a:moveTo>
                    <a:pt x="5556" y="618275"/>
                  </a:moveTo>
                  <a:lnTo>
                    <a:pt x="234" y="621503"/>
                  </a:lnTo>
                  <a:lnTo>
                    <a:pt x="320" y="857585"/>
                  </a:lnTo>
                  <a:lnTo>
                    <a:pt x="5641" y="861599"/>
                  </a:lnTo>
                  <a:lnTo>
                    <a:pt x="5556" y="618275"/>
                  </a:lnTo>
                  <a:close/>
                </a:path>
                <a:path w="5714" h="861695">
                  <a:moveTo>
                    <a:pt x="5542" y="582819"/>
                  </a:moveTo>
                  <a:lnTo>
                    <a:pt x="937" y="582819"/>
                  </a:lnTo>
                  <a:lnTo>
                    <a:pt x="3171" y="587641"/>
                  </a:lnTo>
                  <a:lnTo>
                    <a:pt x="213" y="589001"/>
                  </a:lnTo>
                  <a:lnTo>
                    <a:pt x="234" y="615279"/>
                  </a:lnTo>
                  <a:lnTo>
                    <a:pt x="4577" y="612645"/>
                  </a:lnTo>
                  <a:lnTo>
                    <a:pt x="5555" y="612645"/>
                  </a:lnTo>
                  <a:lnTo>
                    <a:pt x="5542" y="582819"/>
                  </a:lnTo>
                  <a:close/>
                </a:path>
                <a:path w="5714" h="861695">
                  <a:moveTo>
                    <a:pt x="5555" y="612645"/>
                  </a:moveTo>
                  <a:lnTo>
                    <a:pt x="4577" y="612645"/>
                  </a:lnTo>
                  <a:lnTo>
                    <a:pt x="5556" y="614259"/>
                  </a:lnTo>
                  <a:lnTo>
                    <a:pt x="5555" y="612645"/>
                  </a:lnTo>
                  <a:close/>
                </a:path>
                <a:path w="5714" h="861695">
                  <a:moveTo>
                    <a:pt x="872" y="492003"/>
                  </a:moveTo>
                  <a:lnTo>
                    <a:pt x="179" y="492003"/>
                  </a:lnTo>
                  <a:lnTo>
                    <a:pt x="213" y="583138"/>
                  </a:lnTo>
                  <a:lnTo>
                    <a:pt x="937" y="582819"/>
                  </a:lnTo>
                  <a:lnTo>
                    <a:pt x="5542" y="582819"/>
                  </a:lnTo>
                  <a:lnTo>
                    <a:pt x="5513" y="518323"/>
                  </a:lnTo>
                  <a:lnTo>
                    <a:pt x="3171" y="518323"/>
                  </a:lnTo>
                  <a:lnTo>
                    <a:pt x="2405" y="513055"/>
                  </a:lnTo>
                  <a:lnTo>
                    <a:pt x="5513" y="512608"/>
                  </a:lnTo>
                  <a:lnTo>
                    <a:pt x="5513" y="497314"/>
                  </a:lnTo>
                  <a:lnTo>
                    <a:pt x="1149" y="497314"/>
                  </a:lnTo>
                  <a:lnTo>
                    <a:pt x="872" y="492003"/>
                  </a:lnTo>
                  <a:close/>
                </a:path>
                <a:path w="5714" h="861695">
                  <a:moveTo>
                    <a:pt x="5513" y="517963"/>
                  </a:moveTo>
                  <a:lnTo>
                    <a:pt x="3171" y="518323"/>
                  </a:lnTo>
                  <a:lnTo>
                    <a:pt x="5513" y="518323"/>
                  </a:lnTo>
                  <a:lnTo>
                    <a:pt x="5513" y="517963"/>
                  </a:lnTo>
                  <a:close/>
                </a:path>
                <a:path w="5714" h="861695">
                  <a:moveTo>
                    <a:pt x="5513" y="497080"/>
                  </a:moveTo>
                  <a:lnTo>
                    <a:pt x="1137" y="497080"/>
                  </a:lnTo>
                  <a:lnTo>
                    <a:pt x="1149" y="497314"/>
                  </a:lnTo>
                  <a:lnTo>
                    <a:pt x="5513" y="497314"/>
                  </a:lnTo>
                  <a:lnTo>
                    <a:pt x="5513" y="497080"/>
                  </a:lnTo>
                  <a:close/>
                </a:path>
                <a:path w="5714" h="861695">
                  <a:moveTo>
                    <a:pt x="5299" y="0"/>
                  </a:moveTo>
                  <a:lnTo>
                    <a:pt x="0" y="574"/>
                  </a:lnTo>
                  <a:lnTo>
                    <a:pt x="179" y="491769"/>
                  </a:lnTo>
                  <a:lnTo>
                    <a:pt x="5513" y="491769"/>
                  </a:lnTo>
                  <a:lnTo>
                    <a:pt x="5299" y="574"/>
                  </a:lnTo>
                  <a:lnTo>
                    <a:pt x="5299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2" name="object 652"/>
            <p:cNvSpPr/>
            <p:nvPr/>
          </p:nvSpPr>
          <p:spPr>
            <a:xfrm>
              <a:off x="2441206" y="6479006"/>
              <a:ext cx="5715" cy="130175"/>
            </a:xfrm>
            <a:custGeom>
              <a:avLst/>
              <a:gdLst/>
              <a:ahLst/>
              <a:cxnLst/>
              <a:rect l="l" t="t" r="r" b="b"/>
              <a:pathLst>
                <a:path w="5714" h="130175">
                  <a:moveTo>
                    <a:pt x="2959" y="95872"/>
                  </a:moveTo>
                  <a:lnTo>
                    <a:pt x="723" y="91046"/>
                  </a:lnTo>
                  <a:lnTo>
                    <a:pt x="0" y="91363"/>
                  </a:lnTo>
                  <a:lnTo>
                    <a:pt x="0" y="97231"/>
                  </a:lnTo>
                  <a:lnTo>
                    <a:pt x="2959" y="95872"/>
                  </a:lnTo>
                  <a:close/>
                </a:path>
                <a:path w="5714" h="130175">
                  <a:moveTo>
                    <a:pt x="5308" y="20828"/>
                  </a:moveTo>
                  <a:lnTo>
                    <a:pt x="2197" y="21285"/>
                  </a:lnTo>
                  <a:lnTo>
                    <a:pt x="2959" y="26543"/>
                  </a:lnTo>
                  <a:lnTo>
                    <a:pt x="5308" y="26187"/>
                  </a:lnTo>
                  <a:lnTo>
                    <a:pt x="5308" y="20828"/>
                  </a:lnTo>
                  <a:close/>
                </a:path>
                <a:path w="5714" h="130175">
                  <a:moveTo>
                    <a:pt x="5308" y="0"/>
                  </a:moveTo>
                  <a:lnTo>
                    <a:pt x="660" y="228"/>
                  </a:lnTo>
                  <a:lnTo>
                    <a:pt x="939" y="5537"/>
                  </a:lnTo>
                  <a:lnTo>
                    <a:pt x="5308" y="5308"/>
                  </a:lnTo>
                  <a:lnTo>
                    <a:pt x="5308" y="0"/>
                  </a:lnTo>
                  <a:close/>
                </a:path>
                <a:path w="5714" h="130175">
                  <a:moveTo>
                    <a:pt x="5346" y="122478"/>
                  </a:moveTo>
                  <a:lnTo>
                    <a:pt x="4368" y="120865"/>
                  </a:lnTo>
                  <a:lnTo>
                    <a:pt x="25" y="123507"/>
                  </a:lnTo>
                  <a:lnTo>
                    <a:pt x="25" y="129730"/>
                  </a:lnTo>
                  <a:lnTo>
                    <a:pt x="5346" y="126504"/>
                  </a:lnTo>
                  <a:lnTo>
                    <a:pt x="5346" y="122478"/>
                  </a:lnTo>
                  <a:close/>
                </a:path>
              </a:pathLst>
            </a:custGeom>
            <a:solidFill>
              <a:srgbClr val="7C4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3" name="object 653"/>
            <p:cNvSpPr/>
            <p:nvPr/>
          </p:nvSpPr>
          <p:spPr>
            <a:xfrm>
              <a:off x="2437001" y="6844831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4321" y="0"/>
                  </a:moveTo>
                  <a:lnTo>
                    <a:pt x="4321" y="2932"/>
                  </a:lnTo>
                  <a:lnTo>
                    <a:pt x="0" y="3399"/>
                  </a:lnTo>
                  <a:lnTo>
                    <a:pt x="6215" y="8073"/>
                  </a:lnTo>
                  <a:lnTo>
                    <a:pt x="9643" y="7711"/>
                  </a:lnTo>
                  <a:lnTo>
                    <a:pt x="9643" y="3994"/>
                  </a:lnTo>
                  <a:lnTo>
                    <a:pt x="432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4" name="object 654"/>
            <p:cNvSpPr/>
            <p:nvPr/>
          </p:nvSpPr>
          <p:spPr>
            <a:xfrm>
              <a:off x="2082396" y="6723700"/>
              <a:ext cx="635" cy="159385"/>
            </a:xfrm>
            <a:custGeom>
              <a:avLst/>
              <a:gdLst/>
              <a:ahLst/>
              <a:cxnLst/>
              <a:rect l="l" t="t" r="r" b="b"/>
              <a:pathLst>
                <a:path w="635" h="159384">
                  <a:moveTo>
                    <a:pt x="0" y="0"/>
                  </a:moveTo>
                  <a:lnTo>
                    <a:pt x="63" y="158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96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5" name="object 655"/>
            <p:cNvSpPr/>
            <p:nvPr/>
          </p:nvSpPr>
          <p:spPr>
            <a:xfrm>
              <a:off x="2082459" y="688266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8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6" name="object 656"/>
            <p:cNvSpPr/>
            <p:nvPr/>
          </p:nvSpPr>
          <p:spPr>
            <a:xfrm>
              <a:off x="2082119" y="6024041"/>
              <a:ext cx="635" cy="482600"/>
            </a:xfrm>
            <a:custGeom>
              <a:avLst/>
              <a:gdLst/>
              <a:ahLst/>
              <a:cxnLst/>
              <a:rect l="l" t="t" r="r" b="b"/>
              <a:pathLst>
                <a:path w="635" h="482600">
                  <a:moveTo>
                    <a:pt x="0" y="0"/>
                  </a:moveTo>
                  <a:lnTo>
                    <a:pt x="170" y="482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98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7" name="object 657"/>
            <p:cNvSpPr/>
            <p:nvPr/>
          </p:nvSpPr>
          <p:spPr>
            <a:xfrm>
              <a:off x="2082419" y="6723380"/>
              <a:ext cx="5715" cy="161290"/>
            </a:xfrm>
            <a:custGeom>
              <a:avLst/>
              <a:gdLst/>
              <a:ahLst/>
              <a:cxnLst/>
              <a:rect l="l" t="t" r="r" b="b"/>
              <a:pathLst>
                <a:path w="5714" h="161290">
                  <a:moveTo>
                    <a:pt x="5334" y="158750"/>
                  </a:moveTo>
                  <a:lnTo>
                    <a:pt x="5295" y="0"/>
                  </a:lnTo>
                  <a:lnTo>
                    <a:pt x="0" y="0"/>
                  </a:lnTo>
                  <a:lnTo>
                    <a:pt x="0" y="158750"/>
                  </a:lnTo>
                  <a:lnTo>
                    <a:pt x="1003" y="158750"/>
                  </a:lnTo>
                  <a:lnTo>
                    <a:pt x="1003" y="161290"/>
                  </a:lnTo>
                  <a:lnTo>
                    <a:pt x="5334" y="161290"/>
                  </a:lnTo>
                  <a:lnTo>
                    <a:pt x="5334" y="15875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8" name="object 658"/>
            <p:cNvSpPr/>
            <p:nvPr/>
          </p:nvSpPr>
          <p:spPr>
            <a:xfrm>
              <a:off x="2082438" y="6882667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0" y="0"/>
                  </a:moveTo>
                  <a:lnTo>
                    <a:pt x="0" y="6648"/>
                  </a:lnTo>
                  <a:lnTo>
                    <a:pt x="1915" y="8093"/>
                  </a:lnTo>
                  <a:lnTo>
                    <a:pt x="5342" y="7731"/>
                  </a:lnTo>
                  <a:lnTo>
                    <a:pt x="5321" y="2378"/>
                  </a:lnTo>
                  <a:lnTo>
                    <a:pt x="3448" y="2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9" name="object 659"/>
            <p:cNvSpPr/>
            <p:nvPr/>
          </p:nvSpPr>
          <p:spPr>
            <a:xfrm>
              <a:off x="2082114" y="6023609"/>
              <a:ext cx="5715" cy="482600"/>
            </a:xfrm>
            <a:custGeom>
              <a:avLst/>
              <a:gdLst/>
              <a:ahLst/>
              <a:cxnLst/>
              <a:rect l="l" t="t" r="r" b="b"/>
              <a:pathLst>
                <a:path w="5714" h="482600">
                  <a:moveTo>
                    <a:pt x="5410" y="1270"/>
                  </a:moveTo>
                  <a:lnTo>
                    <a:pt x="304" y="1270"/>
                  </a:lnTo>
                  <a:lnTo>
                    <a:pt x="304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88" y="482600"/>
                  </a:lnTo>
                  <a:lnTo>
                    <a:pt x="5410" y="482600"/>
                  </a:lnTo>
                  <a:lnTo>
                    <a:pt x="5410" y="127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0" name="object 660"/>
            <p:cNvSpPr/>
            <p:nvPr/>
          </p:nvSpPr>
          <p:spPr>
            <a:xfrm>
              <a:off x="2444409" y="5981894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4">
                  <a:moveTo>
                    <a:pt x="1893" y="0"/>
                  </a:moveTo>
                  <a:lnTo>
                    <a:pt x="0" y="190"/>
                  </a:lnTo>
                  <a:lnTo>
                    <a:pt x="1893" y="1614"/>
                  </a:lnTo>
                  <a:lnTo>
                    <a:pt x="1893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1" name="object 661"/>
            <p:cNvSpPr/>
            <p:nvPr/>
          </p:nvSpPr>
          <p:spPr>
            <a:xfrm>
              <a:off x="1655846" y="5659946"/>
              <a:ext cx="349885" cy="299720"/>
            </a:xfrm>
            <a:custGeom>
              <a:avLst/>
              <a:gdLst/>
              <a:ahLst/>
              <a:cxnLst/>
              <a:rect l="l" t="t" r="r" b="b"/>
              <a:pathLst>
                <a:path w="349885" h="299720">
                  <a:moveTo>
                    <a:pt x="349220" y="0"/>
                  </a:moveTo>
                  <a:lnTo>
                    <a:pt x="0" y="36836"/>
                  </a:lnTo>
                  <a:lnTo>
                    <a:pt x="349327" y="299556"/>
                  </a:lnTo>
                  <a:lnTo>
                    <a:pt x="349220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2" name="object 662"/>
            <p:cNvSpPr/>
            <p:nvPr/>
          </p:nvSpPr>
          <p:spPr>
            <a:xfrm>
              <a:off x="2005067" y="5659946"/>
              <a:ext cx="635" cy="299720"/>
            </a:xfrm>
            <a:custGeom>
              <a:avLst/>
              <a:gdLst/>
              <a:ahLst/>
              <a:cxnLst/>
              <a:rect l="l" t="t" r="r" b="b"/>
              <a:pathLst>
                <a:path w="635" h="299720">
                  <a:moveTo>
                    <a:pt x="0" y="0"/>
                  </a:moveTo>
                  <a:lnTo>
                    <a:pt x="106" y="299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3" name="object 663"/>
            <p:cNvSpPr/>
            <p:nvPr/>
          </p:nvSpPr>
          <p:spPr>
            <a:xfrm>
              <a:off x="2010388" y="5662325"/>
              <a:ext cx="426720" cy="358140"/>
            </a:xfrm>
            <a:custGeom>
              <a:avLst/>
              <a:gdLst/>
              <a:ahLst/>
              <a:cxnLst/>
              <a:rect l="l" t="t" r="r" b="b"/>
              <a:pathLst>
                <a:path w="426719" h="358139">
                  <a:moveTo>
                    <a:pt x="0" y="0"/>
                  </a:moveTo>
                  <a:lnTo>
                    <a:pt x="106" y="301171"/>
                  </a:lnTo>
                  <a:lnTo>
                    <a:pt x="75157" y="357615"/>
                  </a:lnTo>
                  <a:lnTo>
                    <a:pt x="426252" y="3205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B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4" name="object 664"/>
            <p:cNvSpPr/>
            <p:nvPr/>
          </p:nvSpPr>
          <p:spPr>
            <a:xfrm>
              <a:off x="2010388" y="5662325"/>
              <a:ext cx="635" cy="301625"/>
            </a:xfrm>
            <a:custGeom>
              <a:avLst/>
              <a:gdLst/>
              <a:ahLst/>
              <a:cxnLst/>
              <a:rect l="l" t="t" r="r" b="b"/>
              <a:pathLst>
                <a:path w="635" h="301625">
                  <a:moveTo>
                    <a:pt x="0" y="0"/>
                  </a:moveTo>
                  <a:lnTo>
                    <a:pt x="106" y="301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A0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5" name="object 665"/>
            <p:cNvSpPr/>
            <p:nvPr/>
          </p:nvSpPr>
          <p:spPr>
            <a:xfrm>
              <a:off x="2005114" y="5662929"/>
              <a:ext cx="5715" cy="300990"/>
            </a:xfrm>
            <a:custGeom>
              <a:avLst/>
              <a:gdLst/>
              <a:ahLst/>
              <a:cxnLst/>
              <a:rect l="l" t="t" r="r" b="b"/>
              <a:pathLst>
                <a:path w="5714" h="300989">
                  <a:moveTo>
                    <a:pt x="5372" y="297180"/>
                  </a:moveTo>
                  <a:lnTo>
                    <a:pt x="5321" y="0"/>
                  </a:lnTo>
                  <a:lnTo>
                    <a:pt x="0" y="0"/>
                  </a:lnTo>
                  <a:lnTo>
                    <a:pt x="0" y="297180"/>
                  </a:lnTo>
                  <a:lnTo>
                    <a:pt x="3403" y="297180"/>
                  </a:lnTo>
                  <a:lnTo>
                    <a:pt x="3403" y="300990"/>
                  </a:lnTo>
                  <a:lnTo>
                    <a:pt x="5372" y="300990"/>
                  </a:lnTo>
                  <a:lnTo>
                    <a:pt x="5372" y="29718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6" name="object 666"/>
            <p:cNvSpPr/>
            <p:nvPr/>
          </p:nvSpPr>
          <p:spPr>
            <a:xfrm>
              <a:off x="1655846" y="5696783"/>
              <a:ext cx="349885" cy="262890"/>
            </a:xfrm>
            <a:custGeom>
              <a:avLst/>
              <a:gdLst/>
              <a:ahLst/>
              <a:cxnLst/>
              <a:rect l="l" t="t" r="r" b="b"/>
              <a:pathLst>
                <a:path w="349885" h="262889">
                  <a:moveTo>
                    <a:pt x="0" y="0"/>
                  </a:moveTo>
                  <a:lnTo>
                    <a:pt x="349327" y="2627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7" name="object 667"/>
            <p:cNvSpPr/>
            <p:nvPr/>
          </p:nvSpPr>
          <p:spPr>
            <a:xfrm>
              <a:off x="2010495" y="5963497"/>
              <a:ext cx="75565" cy="56515"/>
            </a:xfrm>
            <a:custGeom>
              <a:avLst/>
              <a:gdLst/>
              <a:ahLst/>
              <a:cxnLst/>
              <a:rect l="l" t="t" r="r" b="b"/>
              <a:pathLst>
                <a:path w="75564" h="56514">
                  <a:moveTo>
                    <a:pt x="0" y="0"/>
                  </a:moveTo>
                  <a:lnTo>
                    <a:pt x="75029" y="56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9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8" name="object 668"/>
            <p:cNvSpPr/>
            <p:nvPr/>
          </p:nvSpPr>
          <p:spPr>
            <a:xfrm>
              <a:off x="2010495" y="596349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89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9" name="object 669"/>
            <p:cNvSpPr/>
            <p:nvPr/>
          </p:nvSpPr>
          <p:spPr>
            <a:xfrm>
              <a:off x="2005173" y="595950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0" name="object 670"/>
            <p:cNvSpPr/>
            <p:nvPr/>
          </p:nvSpPr>
          <p:spPr>
            <a:xfrm>
              <a:off x="2005173" y="5959503"/>
              <a:ext cx="5715" cy="4445"/>
            </a:xfrm>
            <a:custGeom>
              <a:avLst/>
              <a:gdLst/>
              <a:ahLst/>
              <a:cxnLst/>
              <a:rect l="l" t="t" r="r" b="b"/>
              <a:pathLst>
                <a:path w="5714" h="4445">
                  <a:moveTo>
                    <a:pt x="0" y="0"/>
                  </a:moveTo>
                  <a:lnTo>
                    <a:pt x="5321" y="40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C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1" name="object 671"/>
            <p:cNvSpPr/>
            <p:nvPr/>
          </p:nvSpPr>
          <p:spPr>
            <a:xfrm>
              <a:off x="2085545" y="5982914"/>
              <a:ext cx="351155" cy="37465"/>
            </a:xfrm>
            <a:custGeom>
              <a:avLst/>
              <a:gdLst/>
              <a:ahLst/>
              <a:cxnLst/>
              <a:rect l="l" t="t" r="r" b="b"/>
              <a:pathLst>
                <a:path w="351155" h="37464">
                  <a:moveTo>
                    <a:pt x="351115" y="0"/>
                  </a:moveTo>
                  <a:lnTo>
                    <a:pt x="0" y="37026"/>
                  </a:lnTo>
                  <a:lnTo>
                    <a:pt x="351115" y="0"/>
                  </a:lnTo>
                  <a:close/>
                </a:path>
              </a:pathLst>
            </a:custGeom>
            <a:solidFill>
              <a:srgbClr val="7C9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2" name="object 672"/>
            <p:cNvSpPr/>
            <p:nvPr/>
          </p:nvSpPr>
          <p:spPr>
            <a:xfrm>
              <a:off x="2085524" y="6019941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8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3" name="object 673"/>
            <p:cNvSpPr/>
            <p:nvPr/>
          </p:nvSpPr>
          <p:spPr>
            <a:xfrm>
              <a:off x="1641840" y="5692450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4" h="3810">
                  <a:moveTo>
                    <a:pt x="4342" y="0"/>
                  </a:moveTo>
                  <a:lnTo>
                    <a:pt x="0" y="467"/>
                  </a:lnTo>
                  <a:lnTo>
                    <a:pt x="4342" y="3717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4" name="object 674"/>
            <p:cNvSpPr/>
            <p:nvPr/>
          </p:nvSpPr>
          <p:spPr>
            <a:xfrm>
              <a:off x="1655846" y="5659946"/>
              <a:ext cx="349250" cy="37465"/>
            </a:xfrm>
            <a:custGeom>
              <a:avLst/>
              <a:gdLst/>
              <a:ahLst/>
              <a:cxnLst/>
              <a:rect l="l" t="t" r="r" b="b"/>
              <a:pathLst>
                <a:path w="349250" h="37464">
                  <a:moveTo>
                    <a:pt x="349220" y="0"/>
                  </a:moveTo>
                  <a:lnTo>
                    <a:pt x="0" y="36836"/>
                  </a:lnTo>
                  <a:lnTo>
                    <a:pt x="349220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5" name="object 675"/>
            <p:cNvSpPr/>
            <p:nvPr/>
          </p:nvSpPr>
          <p:spPr>
            <a:xfrm>
              <a:off x="1649609" y="5654593"/>
              <a:ext cx="355600" cy="42545"/>
            </a:xfrm>
            <a:custGeom>
              <a:avLst/>
              <a:gdLst/>
              <a:ahLst/>
              <a:cxnLst/>
              <a:rect l="l" t="t" r="r" b="b"/>
              <a:pathLst>
                <a:path w="355600" h="42545">
                  <a:moveTo>
                    <a:pt x="355457" y="0"/>
                  </a:moveTo>
                  <a:lnTo>
                    <a:pt x="0" y="37494"/>
                  </a:lnTo>
                  <a:lnTo>
                    <a:pt x="6215" y="42167"/>
                  </a:lnTo>
                  <a:lnTo>
                    <a:pt x="355457" y="5353"/>
                  </a:lnTo>
                  <a:lnTo>
                    <a:pt x="355457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6" name="object 676"/>
            <p:cNvSpPr/>
            <p:nvPr/>
          </p:nvSpPr>
          <p:spPr>
            <a:xfrm>
              <a:off x="1651504" y="5700161"/>
              <a:ext cx="353695" cy="266065"/>
            </a:xfrm>
            <a:custGeom>
              <a:avLst/>
              <a:gdLst/>
              <a:ahLst/>
              <a:cxnLst/>
              <a:rect l="l" t="t" r="r" b="b"/>
              <a:pathLst>
                <a:path w="353694" h="266064">
                  <a:moveTo>
                    <a:pt x="0" y="0"/>
                  </a:moveTo>
                  <a:lnTo>
                    <a:pt x="353669" y="2660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90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7" name="object 677"/>
            <p:cNvSpPr/>
            <p:nvPr/>
          </p:nvSpPr>
          <p:spPr>
            <a:xfrm>
              <a:off x="2005173" y="596615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8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8" name="object 678"/>
            <p:cNvSpPr/>
            <p:nvPr/>
          </p:nvSpPr>
          <p:spPr>
            <a:xfrm>
              <a:off x="2010495" y="5970167"/>
              <a:ext cx="71755" cy="53975"/>
            </a:xfrm>
            <a:custGeom>
              <a:avLst/>
              <a:gdLst/>
              <a:ahLst/>
              <a:cxnLst/>
              <a:rect l="l" t="t" r="r" b="b"/>
              <a:pathLst>
                <a:path w="71755" h="53975">
                  <a:moveTo>
                    <a:pt x="0" y="0"/>
                  </a:moveTo>
                  <a:lnTo>
                    <a:pt x="71602" y="538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98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9" name="object 679"/>
            <p:cNvSpPr/>
            <p:nvPr/>
          </p:nvSpPr>
          <p:spPr>
            <a:xfrm>
              <a:off x="2010495" y="597016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186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0" name="object 680"/>
            <p:cNvSpPr/>
            <p:nvPr/>
          </p:nvSpPr>
          <p:spPr>
            <a:xfrm>
              <a:off x="2005173" y="5966152"/>
              <a:ext cx="5715" cy="4445"/>
            </a:xfrm>
            <a:custGeom>
              <a:avLst/>
              <a:gdLst/>
              <a:ahLst/>
              <a:cxnLst/>
              <a:rect l="l" t="t" r="r" b="b"/>
              <a:pathLst>
                <a:path w="5714" h="4445">
                  <a:moveTo>
                    <a:pt x="0" y="0"/>
                  </a:moveTo>
                  <a:lnTo>
                    <a:pt x="5321" y="40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8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1" name="object 681"/>
            <p:cNvSpPr/>
            <p:nvPr/>
          </p:nvSpPr>
          <p:spPr>
            <a:xfrm>
              <a:off x="1646182" y="5692450"/>
              <a:ext cx="0" cy="2540"/>
            </a:xfrm>
            <a:custGeom>
              <a:avLst/>
              <a:gdLst/>
              <a:ahLst/>
              <a:cxnLst/>
              <a:rect l="l" t="t" r="r" b="b"/>
              <a:pathLst>
                <a:path h="2539">
                  <a:moveTo>
                    <a:pt x="0" y="0"/>
                  </a:moveTo>
                  <a:lnTo>
                    <a:pt x="0" y="2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2" name="object 682"/>
            <p:cNvSpPr/>
            <p:nvPr/>
          </p:nvSpPr>
          <p:spPr>
            <a:xfrm>
              <a:off x="1651504" y="5696761"/>
              <a:ext cx="353695" cy="269875"/>
            </a:xfrm>
            <a:custGeom>
              <a:avLst/>
              <a:gdLst/>
              <a:ahLst/>
              <a:cxnLst/>
              <a:rect l="l" t="t" r="r" b="b"/>
              <a:pathLst>
                <a:path w="353694" h="269875">
                  <a:moveTo>
                    <a:pt x="4320" y="0"/>
                  </a:moveTo>
                  <a:lnTo>
                    <a:pt x="0" y="467"/>
                  </a:lnTo>
                  <a:lnTo>
                    <a:pt x="0" y="3399"/>
                  </a:lnTo>
                  <a:lnTo>
                    <a:pt x="353669" y="269391"/>
                  </a:lnTo>
                  <a:lnTo>
                    <a:pt x="353669" y="262763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3" name="object 683"/>
            <p:cNvSpPr/>
            <p:nvPr/>
          </p:nvSpPr>
          <p:spPr>
            <a:xfrm>
              <a:off x="1646182" y="5692088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3426" y="0"/>
                  </a:moveTo>
                  <a:lnTo>
                    <a:pt x="0" y="361"/>
                  </a:lnTo>
                  <a:lnTo>
                    <a:pt x="0" y="4079"/>
                  </a:lnTo>
                  <a:lnTo>
                    <a:pt x="5321" y="8093"/>
                  </a:lnTo>
                  <a:lnTo>
                    <a:pt x="5321" y="5140"/>
                  </a:lnTo>
                  <a:lnTo>
                    <a:pt x="9641" y="467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4" name="object 68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005173" y="5959524"/>
              <a:ext cx="80350" cy="64495"/>
            </a:xfrm>
            <a:prstGeom prst="rect">
              <a:avLst/>
            </a:prstGeom>
          </p:spPr>
        </p:pic>
        <p:sp>
          <p:nvSpPr>
            <p:cNvPr id="685" name="object 685"/>
            <p:cNvSpPr/>
            <p:nvPr/>
          </p:nvSpPr>
          <p:spPr>
            <a:xfrm>
              <a:off x="2446303" y="5983508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4" h="3810">
                  <a:moveTo>
                    <a:pt x="0" y="0"/>
                  </a:moveTo>
                  <a:lnTo>
                    <a:pt x="21" y="3717"/>
                  </a:lnTo>
                  <a:lnTo>
                    <a:pt x="4342" y="32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6" name="object 686"/>
            <p:cNvSpPr/>
            <p:nvPr/>
          </p:nvSpPr>
          <p:spPr>
            <a:xfrm>
              <a:off x="2446303" y="5983530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10">
                  <a:moveTo>
                    <a:pt x="0" y="0"/>
                  </a:moveTo>
                  <a:lnTo>
                    <a:pt x="0" y="36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7" name="object 687"/>
            <p:cNvSpPr/>
            <p:nvPr/>
          </p:nvSpPr>
          <p:spPr>
            <a:xfrm>
              <a:off x="2087440" y="5987778"/>
              <a:ext cx="353695" cy="37465"/>
            </a:xfrm>
            <a:custGeom>
              <a:avLst/>
              <a:gdLst/>
              <a:ahLst/>
              <a:cxnLst/>
              <a:rect l="l" t="t" r="r" b="b"/>
              <a:pathLst>
                <a:path w="353694" h="37464">
                  <a:moveTo>
                    <a:pt x="353542" y="0"/>
                  </a:moveTo>
                  <a:lnTo>
                    <a:pt x="0" y="37303"/>
                  </a:lnTo>
                  <a:lnTo>
                    <a:pt x="353542" y="0"/>
                  </a:lnTo>
                  <a:close/>
                </a:path>
              </a:pathLst>
            </a:custGeom>
            <a:solidFill>
              <a:srgbClr val="778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8" name="object 688"/>
            <p:cNvSpPr/>
            <p:nvPr/>
          </p:nvSpPr>
          <p:spPr>
            <a:xfrm>
              <a:off x="2087440" y="602508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777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9" name="object 689"/>
            <p:cNvSpPr/>
            <p:nvPr/>
          </p:nvSpPr>
          <p:spPr>
            <a:xfrm>
              <a:off x="2085545" y="5982914"/>
              <a:ext cx="355600" cy="42545"/>
            </a:xfrm>
            <a:custGeom>
              <a:avLst/>
              <a:gdLst/>
              <a:ahLst/>
              <a:cxnLst/>
              <a:rect l="l" t="t" r="r" b="b"/>
              <a:pathLst>
                <a:path w="355600" h="42545">
                  <a:moveTo>
                    <a:pt x="351115" y="0"/>
                  </a:moveTo>
                  <a:lnTo>
                    <a:pt x="0" y="37026"/>
                  </a:lnTo>
                  <a:lnTo>
                    <a:pt x="1894" y="38450"/>
                  </a:lnTo>
                  <a:lnTo>
                    <a:pt x="1894" y="42167"/>
                  </a:lnTo>
                  <a:lnTo>
                    <a:pt x="355437" y="4885"/>
                  </a:lnTo>
                  <a:lnTo>
                    <a:pt x="355457" y="3249"/>
                  </a:lnTo>
                  <a:lnTo>
                    <a:pt x="351115" y="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0" name="object 690"/>
            <p:cNvSpPr/>
            <p:nvPr/>
          </p:nvSpPr>
          <p:spPr>
            <a:xfrm>
              <a:off x="2436661" y="5982084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4">
                  <a:moveTo>
                    <a:pt x="7748" y="0"/>
                  </a:moveTo>
                  <a:lnTo>
                    <a:pt x="0" y="829"/>
                  </a:lnTo>
                  <a:lnTo>
                    <a:pt x="4342" y="4079"/>
                  </a:lnTo>
                  <a:lnTo>
                    <a:pt x="4342" y="5714"/>
                  </a:lnTo>
                  <a:lnTo>
                    <a:pt x="9641" y="5140"/>
                  </a:lnTo>
                  <a:lnTo>
                    <a:pt x="9641" y="2762"/>
                  </a:lnTo>
                  <a:lnTo>
                    <a:pt x="6981" y="2762"/>
                  </a:lnTo>
                  <a:lnTo>
                    <a:pt x="8577" y="637"/>
                  </a:lnTo>
                  <a:lnTo>
                    <a:pt x="7748" y="0"/>
                  </a:lnTo>
                  <a:close/>
                </a:path>
                <a:path w="10160" h="5714">
                  <a:moveTo>
                    <a:pt x="8577" y="637"/>
                  </a:moveTo>
                  <a:lnTo>
                    <a:pt x="6981" y="2762"/>
                  </a:lnTo>
                  <a:lnTo>
                    <a:pt x="9641" y="2762"/>
                  </a:lnTo>
                  <a:lnTo>
                    <a:pt x="9641" y="1445"/>
                  </a:lnTo>
                  <a:lnTo>
                    <a:pt x="8577" y="637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1" name="object 691"/>
            <p:cNvSpPr/>
            <p:nvPr/>
          </p:nvSpPr>
          <p:spPr>
            <a:xfrm>
              <a:off x="2082119" y="602402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21"/>
                  </a:lnTo>
                </a:path>
              </a:pathLst>
            </a:custGeom>
            <a:solidFill>
              <a:srgbClr val="6F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2" name="object 692"/>
            <p:cNvSpPr/>
            <p:nvPr/>
          </p:nvSpPr>
          <p:spPr>
            <a:xfrm>
              <a:off x="2082097" y="601994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4">
                  <a:moveTo>
                    <a:pt x="3448" y="0"/>
                  </a:moveTo>
                  <a:lnTo>
                    <a:pt x="0" y="361"/>
                  </a:lnTo>
                  <a:lnTo>
                    <a:pt x="21" y="4100"/>
                  </a:lnTo>
                  <a:lnTo>
                    <a:pt x="1894" y="5502"/>
                  </a:lnTo>
                  <a:lnTo>
                    <a:pt x="5342" y="5140"/>
                  </a:lnTo>
                  <a:lnTo>
                    <a:pt x="5342" y="1423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rgbClr val="686D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3" name="object 693"/>
            <p:cNvSpPr/>
            <p:nvPr/>
          </p:nvSpPr>
          <p:spPr>
            <a:xfrm>
              <a:off x="2010388" y="5662305"/>
              <a:ext cx="426720" cy="320675"/>
            </a:xfrm>
            <a:custGeom>
              <a:avLst/>
              <a:gdLst/>
              <a:ahLst/>
              <a:cxnLst/>
              <a:rect l="l" t="t" r="r" b="b"/>
              <a:pathLst>
                <a:path w="426719" h="320675">
                  <a:moveTo>
                    <a:pt x="0" y="0"/>
                  </a:moveTo>
                  <a:lnTo>
                    <a:pt x="426252" y="320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4" name="object 694"/>
            <p:cNvSpPr/>
            <p:nvPr/>
          </p:nvSpPr>
          <p:spPr>
            <a:xfrm>
              <a:off x="2010388" y="5655677"/>
              <a:ext cx="434340" cy="327660"/>
            </a:xfrm>
            <a:custGeom>
              <a:avLst/>
              <a:gdLst/>
              <a:ahLst/>
              <a:cxnLst/>
              <a:rect l="l" t="t" r="r" b="b"/>
              <a:pathLst>
                <a:path w="434339" h="327660">
                  <a:moveTo>
                    <a:pt x="0" y="0"/>
                  </a:moveTo>
                  <a:lnTo>
                    <a:pt x="0" y="6628"/>
                  </a:lnTo>
                  <a:lnTo>
                    <a:pt x="426272" y="327237"/>
                  </a:lnTo>
                  <a:lnTo>
                    <a:pt x="434021" y="326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5" name="object 695"/>
            <p:cNvSpPr/>
            <p:nvPr/>
          </p:nvSpPr>
          <p:spPr>
            <a:xfrm>
              <a:off x="1529988" y="6004709"/>
              <a:ext cx="346075" cy="0"/>
            </a:xfrm>
            <a:custGeom>
              <a:avLst/>
              <a:gdLst/>
              <a:ahLst/>
              <a:cxnLst/>
              <a:rect l="l" t="t" r="r" b="b"/>
              <a:pathLst>
                <a:path w="346075">
                  <a:moveTo>
                    <a:pt x="0" y="0"/>
                  </a:moveTo>
                  <a:lnTo>
                    <a:pt x="345582" y="0"/>
                  </a:lnTo>
                </a:path>
              </a:pathLst>
            </a:custGeom>
            <a:ln w="6245">
              <a:solidFill>
                <a:srgbClr val="C7161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6" name="object 696"/>
            <p:cNvSpPr/>
            <p:nvPr/>
          </p:nvSpPr>
          <p:spPr>
            <a:xfrm>
              <a:off x="1442288" y="5943345"/>
              <a:ext cx="434975" cy="278130"/>
            </a:xfrm>
            <a:custGeom>
              <a:avLst/>
              <a:gdLst/>
              <a:ahLst/>
              <a:cxnLst/>
              <a:rect l="l" t="t" r="r" b="b"/>
              <a:pathLst>
                <a:path w="434975" h="278129">
                  <a:moveTo>
                    <a:pt x="21005" y="214325"/>
                  </a:moveTo>
                  <a:lnTo>
                    <a:pt x="19202" y="209334"/>
                  </a:lnTo>
                  <a:lnTo>
                    <a:pt x="0" y="216344"/>
                  </a:lnTo>
                  <a:lnTo>
                    <a:pt x="1828" y="221335"/>
                  </a:lnTo>
                  <a:lnTo>
                    <a:pt x="21005" y="214325"/>
                  </a:lnTo>
                  <a:close/>
                </a:path>
                <a:path w="434975" h="278129">
                  <a:moveTo>
                    <a:pt x="24498" y="2844"/>
                  </a:moveTo>
                  <a:lnTo>
                    <a:pt x="3517" y="0"/>
                  </a:lnTo>
                  <a:lnTo>
                    <a:pt x="2794" y="5270"/>
                  </a:lnTo>
                  <a:lnTo>
                    <a:pt x="23774" y="8115"/>
                  </a:lnTo>
                  <a:lnTo>
                    <a:pt x="24498" y="2844"/>
                  </a:lnTo>
                  <a:close/>
                </a:path>
                <a:path w="434975" h="278129">
                  <a:moveTo>
                    <a:pt x="59410" y="200304"/>
                  </a:moveTo>
                  <a:lnTo>
                    <a:pt x="57556" y="195313"/>
                  </a:lnTo>
                  <a:lnTo>
                    <a:pt x="38379" y="202323"/>
                  </a:lnTo>
                  <a:lnTo>
                    <a:pt x="40208" y="207314"/>
                  </a:lnTo>
                  <a:lnTo>
                    <a:pt x="59410" y="200304"/>
                  </a:lnTo>
                  <a:close/>
                </a:path>
                <a:path w="434975" h="278129">
                  <a:moveTo>
                    <a:pt x="66471" y="8534"/>
                  </a:moveTo>
                  <a:lnTo>
                    <a:pt x="45491" y="5689"/>
                  </a:lnTo>
                  <a:lnTo>
                    <a:pt x="44767" y="10960"/>
                  </a:lnTo>
                  <a:lnTo>
                    <a:pt x="65747" y="13779"/>
                  </a:lnTo>
                  <a:lnTo>
                    <a:pt x="66471" y="8534"/>
                  </a:lnTo>
                  <a:close/>
                </a:path>
                <a:path w="434975" h="278129">
                  <a:moveTo>
                    <a:pt x="97764" y="186283"/>
                  </a:moveTo>
                  <a:lnTo>
                    <a:pt x="95948" y="181292"/>
                  </a:lnTo>
                  <a:lnTo>
                    <a:pt x="76758" y="188302"/>
                  </a:lnTo>
                  <a:lnTo>
                    <a:pt x="78587" y="193294"/>
                  </a:lnTo>
                  <a:lnTo>
                    <a:pt x="97764" y="186283"/>
                  </a:lnTo>
                  <a:close/>
                </a:path>
                <a:path w="434975" h="278129">
                  <a:moveTo>
                    <a:pt x="104470" y="266471"/>
                  </a:moveTo>
                  <a:lnTo>
                    <a:pt x="101676" y="261950"/>
                  </a:lnTo>
                  <a:lnTo>
                    <a:pt x="82778" y="273596"/>
                  </a:lnTo>
                  <a:lnTo>
                    <a:pt x="85559" y="278091"/>
                  </a:lnTo>
                  <a:lnTo>
                    <a:pt x="104470" y="266471"/>
                  </a:lnTo>
                  <a:close/>
                </a:path>
                <a:path w="434975" h="278129">
                  <a:moveTo>
                    <a:pt x="108445" y="14211"/>
                  </a:moveTo>
                  <a:lnTo>
                    <a:pt x="87464" y="11366"/>
                  </a:lnTo>
                  <a:lnTo>
                    <a:pt x="86741" y="16624"/>
                  </a:lnTo>
                  <a:lnTo>
                    <a:pt x="107721" y="19481"/>
                  </a:lnTo>
                  <a:lnTo>
                    <a:pt x="108445" y="14211"/>
                  </a:lnTo>
                  <a:close/>
                </a:path>
                <a:path w="434975" h="278129">
                  <a:moveTo>
                    <a:pt x="136144" y="172262"/>
                  </a:moveTo>
                  <a:lnTo>
                    <a:pt x="134327" y="167271"/>
                  </a:lnTo>
                  <a:lnTo>
                    <a:pt x="115125" y="174282"/>
                  </a:lnTo>
                  <a:lnTo>
                    <a:pt x="116967" y="179273"/>
                  </a:lnTo>
                  <a:lnTo>
                    <a:pt x="136144" y="172262"/>
                  </a:lnTo>
                  <a:close/>
                </a:path>
                <a:path w="434975" h="278129">
                  <a:moveTo>
                    <a:pt x="142252" y="243192"/>
                  </a:moveTo>
                  <a:lnTo>
                    <a:pt x="139458" y="238683"/>
                  </a:lnTo>
                  <a:lnTo>
                    <a:pt x="120561" y="250304"/>
                  </a:lnTo>
                  <a:lnTo>
                    <a:pt x="123367" y="254838"/>
                  </a:lnTo>
                  <a:lnTo>
                    <a:pt x="142252" y="243192"/>
                  </a:lnTo>
                  <a:close/>
                </a:path>
                <a:path w="434975" h="278129">
                  <a:moveTo>
                    <a:pt x="150418" y="19900"/>
                  </a:moveTo>
                  <a:lnTo>
                    <a:pt x="129438" y="17056"/>
                  </a:lnTo>
                  <a:lnTo>
                    <a:pt x="128714" y="22326"/>
                  </a:lnTo>
                  <a:lnTo>
                    <a:pt x="149694" y="25171"/>
                  </a:lnTo>
                  <a:lnTo>
                    <a:pt x="150418" y="19900"/>
                  </a:lnTo>
                  <a:close/>
                </a:path>
                <a:path w="434975" h="278129">
                  <a:moveTo>
                    <a:pt x="174510" y="158242"/>
                  </a:moveTo>
                  <a:lnTo>
                    <a:pt x="172707" y="153250"/>
                  </a:lnTo>
                  <a:lnTo>
                    <a:pt x="153504" y="160261"/>
                  </a:lnTo>
                  <a:lnTo>
                    <a:pt x="155333" y="165252"/>
                  </a:lnTo>
                  <a:lnTo>
                    <a:pt x="174510" y="158242"/>
                  </a:lnTo>
                  <a:close/>
                </a:path>
                <a:path w="434975" h="278129">
                  <a:moveTo>
                    <a:pt x="180047" y="219925"/>
                  </a:moveTo>
                  <a:lnTo>
                    <a:pt x="177241" y="215404"/>
                  </a:lnTo>
                  <a:lnTo>
                    <a:pt x="158356" y="227050"/>
                  </a:lnTo>
                  <a:lnTo>
                    <a:pt x="161150" y="231571"/>
                  </a:lnTo>
                  <a:lnTo>
                    <a:pt x="180047" y="219925"/>
                  </a:lnTo>
                  <a:close/>
                </a:path>
                <a:path w="434975" h="278129">
                  <a:moveTo>
                    <a:pt x="192392" y="25590"/>
                  </a:moveTo>
                  <a:lnTo>
                    <a:pt x="171411" y="22745"/>
                  </a:lnTo>
                  <a:lnTo>
                    <a:pt x="170688" y="28016"/>
                  </a:lnTo>
                  <a:lnTo>
                    <a:pt x="191668" y="30848"/>
                  </a:lnTo>
                  <a:lnTo>
                    <a:pt x="192392" y="25590"/>
                  </a:lnTo>
                  <a:close/>
                </a:path>
                <a:path w="434975" h="278129">
                  <a:moveTo>
                    <a:pt x="212915" y="144221"/>
                  </a:moveTo>
                  <a:lnTo>
                    <a:pt x="211086" y="139230"/>
                  </a:lnTo>
                  <a:lnTo>
                    <a:pt x="191884" y="146240"/>
                  </a:lnTo>
                  <a:lnTo>
                    <a:pt x="193713" y="151231"/>
                  </a:lnTo>
                  <a:lnTo>
                    <a:pt x="212915" y="144221"/>
                  </a:lnTo>
                  <a:close/>
                </a:path>
                <a:path w="434975" h="278129">
                  <a:moveTo>
                    <a:pt x="217830" y="196672"/>
                  </a:moveTo>
                  <a:lnTo>
                    <a:pt x="215036" y="192151"/>
                  </a:lnTo>
                  <a:lnTo>
                    <a:pt x="196138" y="203784"/>
                  </a:lnTo>
                  <a:lnTo>
                    <a:pt x="198932" y="208305"/>
                  </a:lnTo>
                  <a:lnTo>
                    <a:pt x="217830" y="196672"/>
                  </a:lnTo>
                  <a:close/>
                </a:path>
                <a:path w="434975" h="278129">
                  <a:moveTo>
                    <a:pt x="234353" y="31267"/>
                  </a:moveTo>
                  <a:lnTo>
                    <a:pt x="213385" y="28422"/>
                  </a:lnTo>
                  <a:lnTo>
                    <a:pt x="212661" y="33693"/>
                  </a:lnTo>
                  <a:lnTo>
                    <a:pt x="233641" y="36537"/>
                  </a:lnTo>
                  <a:lnTo>
                    <a:pt x="234353" y="31267"/>
                  </a:lnTo>
                  <a:close/>
                </a:path>
                <a:path w="434975" h="278129">
                  <a:moveTo>
                    <a:pt x="251294" y="130200"/>
                  </a:moveTo>
                  <a:lnTo>
                    <a:pt x="249453" y="125209"/>
                  </a:lnTo>
                  <a:lnTo>
                    <a:pt x="230263" y="132219"/>
                  </a:lnTo>
                  <a:lnTo>
                    <a:pt x="232092" y="137210"/>
                  </a:lnTo>
                  <a:lnTo>
                    <a:pt x="251294" y="130200"/>
                  </a:lnTo>
                  <a:close/>
                </a:path>
                <a:path w="434975" h="278129">
                  <a:moveTo>
                    <a:pt x="255612" y="173405"/>
                  </a:moveTo>
                  <a:lnTo>
                    <a:pt x="252818" y="168884"/>
                  </a:lnTo>
                  <a:lnTo>
                    <a:pt x="233921" y="180530"/>
                  </a:lnTo>
                  <a:lnTo>
                    <a:pt x="236728" y="185026"/>
                  </a:lnTo>
                  <a:lnTo>
                    <a:pt x="255612" y="173405"/>
                  </a:lnTo>
                  <a:close/>
                </a:path>
                <a:path w="434975" h="278129">
                  <a:moveTo>
                    <a:pt x="276326" y="36957"/>
                  </a:moveTo>
                  <a:lnTo>
                    <a:pt x="255333" y="34112"/>
                  </a:lnTo>
                  <a:lnTo>
                    <a:pt x="254635" y="39382"/>
                  </a:lnTo>
                  <a:lnTo>
                    <a:pt x="275615" y="42227"/>
                  </a:lnTo>
                  <a:lnTo>
                    <a:pt x="276326" y="36957"/>
                  </a:lnTo>
                  <a:close/>
                </a:path>
                <a:path w="434975" h="278129">
                  <a:moveTo>
                    <a:pt x="289661" y="116179"/>
                  </a:moveTo>
                  <a:lnTo>
                    <a:pt x="287832" y="111188"/>
                  </a:lnTo>
                  <a:lnTo>
                    <a:pt x="268643" y="118198"/>
                  </a:lnTo>
                  <a:lnTo>
                    <a:pt x="270471" y="123190"/>
                  </a:lnTo>
                  <a:lnTo>
                    <a:pt x="289661" y="116179"/>
                  </a:lnTo>
                  <a:close/>
                </a:path>
                <a:path w="434975" h="278129">
                  <a:moveTo>
                    <a:pt x="293408" y="150152"/>
                  </a:moveTo>
                  <a:lnTo>
                    <a:pt x="290601" y="145618"/>
                  </a:lnTo>
                  <a:lnTo>
                    <a:pt x="271729" y="157238"/>
                  </a:lnTo>
                  <a:lnTo>
                    <a:pt x="274510" y="161772"/>
                  </a:lnTo>
                  <a:lnTo>
                    <a:pt x="293408" y="150152"/>
                  </a:lnTo>
                  <a:close/>
                </a:path>
                <a:path w="434975" h="278129">
                  <a:moveTo>
                    <a:pt x="318300" y="42659"/>
                  </a:moveTo>
                  <a:lnTo>
                    <a:pt x="297307" y="39801"/>
                  </a:lnTo>
                  <a:lnTo>
                    <a:pt x="296608" y="45072"/>
                  </a:lnTo>
                  <a:lnTo>
                    <a:pt x="317588" y="47904"/>
                  </a:lnTo>
                  <a:lnTo>
                    <a:pt x="318300" y="42659"/>
                  </a:lnTo>
                  <a:close/>
                </a:path>
                <a:path w="434975" h="278129">
                  <a:moveTo>
                    <a:pt x="328041" y="102158"/>
                  </a:moveTo>
                  <a:lnTo>
                    <a:pt x="326212" y="97180"/>
                  </a:lnTo>
                  <a:lnTo>
                    <a:pt x="307009" y="104190"/>
                  </a:lnTo>
                  <a:lnTo>
                    <a:pt x="308838" y="109169"/>
                  </a:lnTo>
                  <a:lnTo>
                    <a:pt x="328041" y="102158"/>
                  </a:lnTo>
                  <a:close/>
                </a:path>
                <a:path w="434975" h="278129">
                  <a:moveTo>
                    <a:pt x="331190" y="126860"/>
                  </a:moveTo>
                  <a:lnTo>
                    <a:pt x="328409" y="122339"/>
                  </a:lnTo>
                  <a:lnTo>
                    <a:pt x="309499" y="133985"/>
                  </a:lnTo>
                  <a:lnTo>
                    <a:pt x="312293" y="138506"/>
                  </a:lnTo>
                  <a:lnTo>
                    <a:pt x="331190" y="126860"/>
                  </a:lnTo>
                  <a:close/>
                </a:path>
                <a:path w="434975" h="278129">
                  <a:moveTo>
                    <a:pt x="360273" y="48323"/>
                  </a:moveTo>
                  <a:lnTo>
                    <a:pt x="339280" y="45504"/>
                  </a:lnTo>
                  <a:lnTo>
                    <a:pt x="338582" y="50749"/>
                  </a:lnTo>
                  <a:lnTo>
                    <a:pt x="359562" y="53594"/>
                  </a:lnTo>
                  <a:lnTo>
                    <a:pt x="360273" y="48323"/>
                  </a:lnTo>
                  <a:close/>
                </a:path>
                <a:path w="434975" h="278129">
                  <a:moveTo>
                    <a:pt x="366420" y="88138"/>
                  </a:moveTo>
                  <a:lnTo>
                    <a:pt x="364591" y="83159"/>
                  </a:lnTo>
                  <a:lnTo>
                    <a:pt x="345389" y="90170"/>
                  </a:lnTo>
                  <a:lnTo>
                    <a:pt x="347218" y="95148"/>
                  </a:lnTo>
                  <a:lnTo>
                    <a:pt x="366420" y="88138"/>
                  </a:lnTo>
                  <a:close/>
                </a:path>
                <a:path w="434975" h="278129">
                  <a:moveTo>
                    <a:pt x="368973" y="103606"/>
                  </a:moveTo>
                  <a:lnTo>
                    <a:pt x="366191" y="99072"/>
                  </a:lnTo>
                  <a:lnTo>
                    <a:pt x="347281" y="110718"/>
                  </a:lnTo>
                  <a:lnTo>
                    <a:pt x="350100" y="115239"/>
                  </a:lnTo>
                  <a:lnTo>
                    <a:pt x="368973" y="103606"/>
                  </a:lnTo>
                  <a:close/>
                </a:path>
                <a:path w="434975" h="278129">
                  <a:moveTo>
                    <a:pt x="402247" y="54013"/>
                  </a:moveTo>
                  <a:lnTo>
                    <a:pt x="381254" y="51168"/>
                  </a:lnTo>
                  <a:lnTo>
                    <a:pt x="380555" y="56438"/>
                  </a:lnTo>
                  <a:lnTo>
                    <a:pt x="401535" y="59283"/>
                  </a:lnTo>
                  <a:lnTo>
                    <a:pt x="402247" y="54013"/>
                  </a:lnTo>
                  <a:close/>
                </a:path>
                <a:path w="434975" h="278129">
                  <a:moveTo>
                    <a:pt x="404799" y="74142"/>
                  </a:moveTo>
                  <a:lnTo>
                    <a:pt x="402971" y="69138"/>
                  </a:lnTo>
                  <a:lnTo>
                    <a:pt x="383768" y="76149"/>
                  </a:lnTo>
                  <a:lnTo>
                    <a:pt x="385597" y="81127"/>
                  </a:lnTo>
                  <a:lnTo>
                    <a:pt x="404799" y="74142"/>
                  </a:lnTo>
                  <a:close/>
                </a:path>
                <a:path w="434975" h="278129">
                  <a:moveTo>
                    <a:pt x="406781" y="80340"/>
                  </a:moveTo>
                  <a:lnTo>
                    <a:pt x="403961" y="75819"/>
                  </a:lnTo>
                  <a:lnTo>
                    <a:pt x="385089" y="87452"/>
                  </a:lnTo>
                  <a:lnTo>
                    <a:pt x="387870" y="91960"/>
                  </a:lnTo>
                  <a:lnTo>
                    <a:pt x="406781" y="80340"/>
                  </a:lnTo>
                  <a:close/>
                </a:path>
                <a:path w="434975" h="278129">
                  <a:moveTo>
                    <a:pt x="434682" y="63157"/>
                  </a:moveTo>
                  <a:lnTo>
                    <a:pt x="433273" y="60896"/>
                  </a:lnTo>
                  <a:lnTo>
                    <a:pt x="433616" y="58267"/>
                  </a:lnTo>
                  <a:lnTo>
                    <a:pt x="423075" y="56845"/>
                  </a:lnTo>
                  <a:lnTo>
                    <a:pt x="422376" y="62039"/>
                  </a:lnTo>
                  <a:lnTo>
                    <a:pt x="423075" y="64058"/>
                  </a:lnTo>
                  <a:lnTo>
                    <a:pt x="422821" y="64211"/>
                  </a:lnTo>
                  <a:lnTo>
                    <a:pt x="423633" y="65544"/>
                  </a:lnTo>
                  <a:lnTo>
                    <a:pt x="424192" y="67043"/>
                  </a:lnTo>
                  <a:lnTo>
                    <a:pt x="424497" y="66941"/>
                  </a:lnTo>
                  <a:lnTo>
                    <a:pt x="425615" y="68745"/>
                  </a:lnTo>
                  <a:lnTo>
                    <a:pt x="434682" y="63157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7" name="object 697"/>
            <p:cNvSpPr/>
            <p:nvPr/>
          </p:nvSpPr>
          <p:spPr>
            <a:xfrm>
              <a:off x="1002973" y="5522054"/>
              <a:ext cx="45085" cy="1091565"/>
            </a:xfrm>
            <a:custGeom>
              <a:avLst/>
              <a:gdLst/>
              <a:ahLst/>
              <a:cxnLst/>
              <a:rect l="l" t="t" r="r" b="b"/>
              <a:pathLst>
                <a:path w="45084" h="1091565">
                  <a:moveTo>
                    <a:pt x="0" y="1089883"/>
                  </a:moveTo>
                  <a:lnTo>
                    <a:pt x="56" y="1091307"/>
                  </a:lnTo>
                  <a:lnTo>
                    <a:pt x="1894" y="1091307"/>
                  </a:lnTo>
                  <a:lnTo>
                    <a:pt x="0" y="1089883"/>
                  </a:lnTo>
                  <a:close/>
                </a:path>
                <a:path w="45084" h="1091565">
                  <a:moveTo>
                    <a:pt x="44570" y="0"/>
                  </a:moveTo>
                  <a:lnTo>
                    <a:pt x="42867" y="0"/>
                  </a:lnTo>
                  <a:lnTo>
                    <a:pt x="44111" y="934"/>
                  </a:lnTo>
                  <a:lnTo>
                    <a:pt x="44570" y="934"/>
                  </a:lnTo>
                  <a:lnTo>
                    <a:pt x="4457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8" name="object 698"/>
            <p:cNvSpPr/>
            <p:nvPr/>
          </p:nvSpPr>
          <p:spPr>
            <a:xfrm>
              <a:off x="1047544" y="5521842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4" h="1270">
                  <a:moveTo>
                    <a:pt x="191" y="0"/>
                  </a:moveTo>
                  <a:lnTo>
                    <a:pt x="0" y="21"/>
                  </a:lnTo>
                  <a:lnTo>
                    <a:pt x="0" y="1146"/>
                  </a:lnTo>
                  <a:lnTo>
                    <a:pt x="191" y="114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A474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9" name="object 699"/>
            <p:cNvSpPr/>
            <p:nvPr/>
          </p:nvSpPr>
          <p:spPr>
            <a:xfrm>
              <a:off x="998651" y="5519483"/>
              <a:ext cx="598805" cy="1502410"/>
            </a:xfrm>
            <a:custGeom>
              <a:avLst/>
              <a:gdLst/>
              <a:ahLst/>
              <a:cxnLst/>
              <a:rect l="l" t="t" r="r" b="b"/>
              <a:pathLst>
                <a:path w="598805" h="1502409">
                  <a:moveTo>
                    <a:pt x="4343" y="1092454"/>
                  </a:moveTo>
                  <a:lnTo>
                    <a:pt x="4318" y="1088745"/>
                  </a:lnTo>
                  <a:lnTo>
                    <a:pt x="0" y="1089190"/>
                  </a:lnTo>
                  <a:lnTo>
                    <a:pt x="4343" y="1092454"/>
                  </a:lnTo>
                  <a:close/>
                </a:path>
                <a:path w="598805" h="1502409">
                  <a:moveTo>
                    <a:pt x="47180" y="2578"/>
                  </a:moveTo>
                  <a:lnTo>
                    <a:pt x="43751" y="0"/>
                  </a:lnTo>
                  <a:lnTo>
                    <a:pt x="43751" y="2578"/>
                  </a:lnTo>
                  <a:lnTo>
                    <a:pt x="47180" y="2578"/>
                  </a:lnTo>
                  <a:close/>
                </a:path>
                <a:path w="598805" h="1502409">
                  <a:moveTo>
                    <a:pt x="594360" y="1499450"/>
                  </a:moveTo>
                  <a:lnTo>
                    <a:pt x="590943" y="1499450"/>
                  </a:lnTo>
                  <a:lnTo>
                    <a:pt x="594360" y="1502016"/>
                  </a:lnTo>
                  <a:lnTo>
                    <a:pt x="594360" y="1499450"/>
                  </a:lnTo>
                  <a:close/>
                </a:path>
                <a:path w="598805" h="1502409">
                  <a:moveTo>
                    <a:pt x="598703" y="1498612"/>
                  </a:moveTo>
                  <a:lnTo>
                    <a:pt x="594360" y="1495361"/>
                  </a:lnTo>
                  <a:lnTo>
                    <a:pt x="594360" y="1499082"/>
                  </a:lnTo>
                  <a:lnTo>
                    <a:pt x="598703" y="1498612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0" name="object 700"/>
            <p:cNvSpPr/>
            <p:nvPr/>
          </p:nvSpPr>
          <p:spPr>
            <a:xfrm>
              <a:off x="1004887" y="6612966"/>
              <a:ext cx="543560" cy="408940"/>
            </a:xfrm>
            <a:custGeom>
              <a:avLst/>
              <a:gdLst/>
              <a:ahLst/>
              <a:cxnLst/>
              <a:rect l="l" t="t" r="r" b="b"/>
              <a:pathLst>
                <a:path w="543560" h="408940">
                  <a:moveTo>
                    <a:pt x="542937" y="405409"/>
                  </a:moveTo>
                  <a:lnTo>
                    <a:pt x="442302" y="329717"/>
                  </a:lnTo>
                  <a:lnTo>
                    <a:pt x="418096" y="311531"/>
                  </a:lnTo>
                  <a:lnTo>
                    <a:pt x="3873" y="0"/>
                  </a:lnTo>
                  <a:lnTo>
                    <a:pt x="0" y="406"/>
                  </a:lnTo>
                  <a:lnTo>
                    <a:pt x="163525" y="123405"/>
                  </a:lnTo>
                  <a:lnTo>
                    <a:pt x="440715" y="331863"/>
                  </a:lnTo>
                  <a:lnTo>
                    <a:pt x="542937" y="408749"/>
                  </a:lnTo>
                  <a:lnTo>
                    <a:pt x="542937" y="405409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1" name="object 701"/>
            <p:cNvSpPr/>
            <p:nvPr/>
          </p:nvSpPr>
          <p:spPr>
            <a:xfrm>
              <a:off x="1002547" y="5523689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0" y="0"/>
                  </a:moveTo>
                  <a:lnTo>
                    <a:pt x="0" y="2570"/>
                  </a:lnTo>
                  <a:lnTo>
                    <a:pt x="3426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2" name="object 702"/>
            <p:cNvSpPr/>
            <p:nvPr/>
          </p:nvSpPr>
          <p:spPr>
            <a:xfrm>
              <a:off x="1002538" y="5530341"/>
              <a:ext cx="3175" cy="1077595"/>
            </a:xfrm>
            <a:custGeom>
              <a:avLst/>
              <a:gdLst/>
              <a:ahLst/>
              <a:cxnLst/>
              <a:rect l="l" t="t" r="r" b="b"/>
              <a:pathLst>
                <a:path w="3175" h="1077595">
                  <a:moveTo>
                    <a:pt x="3111" y="1077582"/>
                  </a:moveTo>
                  <a:lnTo>
                    <a:pt x="2679" y="2019"/>
                  </a:lnTo>
                  <a:lnTo>
                    <a:pt x="0" y="0"/>
                  </a:lnTo>
                  <a:lnTo>
                    <a:pt x="431" y="1077582"/>
                  </a:lnTo>
                  <a:lnTo>
                    <a:pt x="3111" y="1077582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3" name="object 703"/>
            <p:cNvSpPr/>
            <p:nvPr/>
          </p:nvSpPr>
          <p:spPr>
            <a:xfrm>
              <a:off x="1002973" y="6607923"/>
              <a:ext cx="6350" cy="5715"/>
            </a:xfrm>
            <a:custGeom>
              <a:avLst/>
              <a:gdLst/>
              <a:ahLst/>
              <a:cxnLst/>
              <a:rect l="l" t="t" r="r" b="b"/>
              <a:pathLst>
                <a:path w="6350" h="5715">
                  <a:moveTo>
                    <a:pt x="2681" y="0"/>
                  </a:moveTo>
                  <a:lnTo>
                    <a:pt x="0" y="297"/>
                  </a:lnTo>
                  <a:lnTo>
                    <a:pt x="0" y="3992"/>
                  </a:lnTo>
                  <a:lnTo>
                    <a:pt x="1915" y="5438"/>
                  </a:lnTo>
                  <a:lnTo>
                    <a:pt x="5789" y="5034"/>
                  </a:lnTo>
                  <a:lnTo>
                    <a:pt x="2681" y="2697"/>
                  </a:lnTo>
                  <a:lnTo>
                    <a:pt x="268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4" name="object 704"/>
            <p:cNvSpPr/>
            <p:nvPr/>
          </p:nvSpPr>
          <p:spPr>
            <a:xfrm>
              <a:off x="1549718" y="7022768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3427" y="0"/>
                  </a:moveTo>
                  <a:lnTo>
                    <a:pt x="0" y="360"/>
                  </a:lnTo>
                  <a:lnTo>
                    <a:pt x="3427" y="2931"/>
                  </a:lnTo>
                  <a:lnTo>
                    <a:pt x="3427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5" name="object 705"/>
            <p:cNvSpPr/>
            <p:nvPr/>
          </p:nvSpPr>
          <p:spPr>
            <a:xfrm>
              <a:off x="1553146" y="6991497"/>
              <a:ext cx="30480" cy="26034"/>
            </a:xfrm>
            <a:custGeom>
              <a:avLst/>
              <a:gdLst/>
              <a:ahLst/>
              <a:cxnLst/>
              <a:rect l="l" t="t" r="r" b="b"/>
              <a:pathLst>
                <a:path w="30480" h="26034">
                  <a:moveTo>
                    <a:pt x="0" y="0"/>
                  </a:moveTo>
                  <a:lnTo>
                    <a:pt x="0" y="25918"/>
                  </a:lnTo>
                  <a:lnTo>
                    <a:pt x="30224" y="22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6" name="object 706"/>
            <p:cNvSpPr/>
            <p:nvPr/>
          </p:nvSpPr>
          <p:spPr>
            <a:xfrm>
              <a:off x="1553146" y="7014249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224" y="0"/>
                  </a:moveTo>
                  <a:lnTo>
                    <a:pt x="0" y="3186"/>
                  </a:lnTo>
                  <a:lnTo>
                    <a:pt x="30224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7" name="object 707"/>
            <p:cNvSpPr/>
            <p:nvPr/>
          </p:nvSpPr>
          <p:spPr>
            <a:xfrm>
              <a:off x="1552721" y="5937537"/>
              <a:ext cx="35560" cy="1073785"/>
            </a:xfrm>
            <a:custGeom>
              <a:avLst/>
              <a:gdLst/>
              <a:ahLst/>
              <a:cxnLst/>
              <a:rect l="l" t="t" r="r" b="b"/>
              <a:pathLst>
                <a:path w="35559" h="1073784">
                  <a:moveTo>
                    <a:pt x="34545" y="0"/>
                  </a:moveTo>
                  <a:lnTo>
                    <a:pt x="0" y="3633"/>
                  </a:lnTo>
                  <a:lnTo>
                    <a:pt x="425" y="1047311"/>
                  </a:lnTo>
                  <a:lnTo>
                    <a:pt x="34999" y="1073313"/>
                  </a:lnTo>
                  <a:lnTo>
                    <a:pt x="34960" y="1047311"/>
                  </a:lnTo>
                  <a:lnTo>
                    <a:pt x="34660" y="260638"/>
                  </a:lnTo>
                  <a:lnTo>
                    <a:pt x="12940" y="260638"/>
                  </a:lnTo>
                  <a:lnTo>
                    <a:pt x="10130" y="256113"/>
                  </a:lnTo>
                  <a:lnTo>
                    <a:pt x="29032" y="244492"/>
                  </a:lnTo>
                  <a:lnTo>
                    <a:pt x="34653" y="244492"/>
                  </a:lnTo>
                  <a:lnTo>
                    <a:pt x="34631" y="185074"/>
                  </a:lnTo>
                  <a:lnTo>
                    <a:pt x="6534" y="185074"/>
                  </a:lnTo>
                  <a:lnTo>
                    <a:pt x="4702" y="180082"/>
                  </a:lnTo>
                  <a:lnTo>
                    <a:pt x="23902" y="173071"/>
                  </a:lnTo>
                  <a:lnTo>
                    <a:pt x="34626" y="173071"/>
                  </a:lnTo>
                  <a:lnTo>
                    <a:pt x="34587" y="70167"/>
                  </a:lnTo>
                  <a:lnTo>
                    <a:pt x="19135" y="70167"/>
                  </a:lnTo>
                  <a:lnTo>
                    <a:pt x="19113" y="64857"/>
                  </a:lnTo>
                  <a:lnTo>
                    <a:pt x="34587" y="64857"/>
                  </a:lnTo>
                  <a:lnTo>
                    <a:pt x="34565" y="30336"/>
                  </a:lnTo>
                  <a:lnTo>
                    <a:pt x="18282" y="28126"/>
                  </a:lnTo>
                  <a:lnTo>
                    <a:pt x="19006" y="22858"/>
                  </a:lnTo>
                  <a:lnTo>
                    <a:pt x="34563" y="22858"/>
                  </a:lnTo>
                  <a:lnTo>
                    <a:pt x="34545" y="0"/>
                  </a:lnTo>
                  <a:close/>
                </a:path>
                <a:path w="35559" h="1073784">
                  <a:moveTo>
                    <a:pt x="34653" y="244492"/>
                  </a:moveTo>
                  <a:lnTo>
                    <a:pt x="29032" y="244492"/>
                  </a:lnTo>
                  <a:lnTo>
                    <a:pt x="31819" y="248997"/>
                  </a:lnTo>
                  <a:lnTo>
                    <a:pt x="12940" y="260638"/>
                  </a:lnTo>
                  <a:lnTo>
                    <a:pt x="34660" y="260638"/>
                  </a:lnTo>
                  <a:lnTo>
                    <a:pt x="34653" y="244492"/>
                  </a:lnTo>
                  <a:close/>
                </a:path>
                <a:path w="35559" h="1073784">
                  <a:moveTo>
                    <a:pt x="34626" y="173071"/>
                  </a:moveTo>
                  <a:lnTo>
                    <a:pt x="23902" y="173071"/>
                  </a:lnTo>
                  <a:lnTo>
                    <a:pt x="25711" y="178064"/>
                  </a:lnTo>
                  <a:lnTo>
                    <a:pt x="6534" y="185074"/>
                  </a:lnTo>
                  <a:lnTo>
                    <a:pt x="34631" y="185074"/>
                  </a:lnTo>
                  <a:lnTo>
                    <a:pt x="34626" y="173071"/>
                  </a:lnTo>
                  <a:close/>
                </a:path>
                <a:path w="35559" h="1073784">
                  <a:moveTo>
                    <a:pt x="34563" y="22858"/>
                  </a:moveTo>
                  <a:lnTo>
                    <a:pt x="19006" y="22858"/>
                  </a:lnTo>
                  <a:lnTo>
                    <a:pt x="34565" y="24961"/>
                  </a:lnTo>
                  <a:lnTo>
                    <a:pt x="34563" y="22858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8" name="object 708"/>
            <p:cNvSpPr/>
            <p:nvPr/>
          </p:nvSpPr>
          <p:spPr>
            <a:xfrm>
              <a:off x="1557413" y="5960402"/>
              <a:ext cx="30480" cy="238125"/>
            </a:xfrm>
            <a:custGeom>
              <a:avLst/>
              <a:gdLst/>
              <a:ahLst/>
              <a:cxnLst/>
              <a:rect l="l" t="t" r="r" b="b"/>
              <a:pathLst>
                <a:path w="30480" h="238125">
                  <a:moveTo>
                    <a:pt x="21018" y="155206"/>
                  </a:moveTo>
                  <a:lnTo>
                    <a:pt x="19202" y="150215"/>
                  </a:lnTo>
                  <a:lnTo>
                    <a:pt x="0" y="157226"/>
                  </a:lnTo>
                  <a:lnTo>
                    <a:pt x="1841" y="162217"/>
                  </a:lnTo>
                  <a:lnTo>
                    <a:pt x="21018" y="155206"/>
                  </a:lnTo>
                  <a:close/>
                </a:path>
                <a:path w="30480" h="238125">
                  <a:moveTo>
                    <a:pt x="27127" y="226136"/>
                  </a:moveTo>
                  <a:lnTo>
                    <a:pt x="24333" y="221627"/>
                  </a:lnTo>
                  <a:lnTo>
                    <a:pt x="5435" y="233248"/>
                  </a:lnTo>
                  <a:lnTo>
                    <a:pt x="8242" y="237782"/>
                  </a:lnTo>
                  <a:lnTo>
                    <a:pt x="27127" y="226136"/>
                  </a:lnTo>
                  <a:close/>
                </a:path>
                <a:path w="30480" h="238125">
                  <a:moveTo>
                    <a:pt x="29870" y="2108"/>
                  </a:moveTo>
                  <a:lnTo>
                    <a:pt x="14312" y="0"/>
                  </a:lnTo>
                  <a:lnTo>
                    <a:pt x="13589" y="5270"/>
                  </a:lnTo>
                  <a:lnTo>
                    <a:pt x="29870" y="7480"/>
                  </a:lnTo>
                  <a:lnTo>
                    <a:pt x="29870" y="2108"/>
                  </a:lnTo>
                  <a:close/>
                </a:path>
                <a:path w="30480" h="238125">
                  <a:moveTo>
                    <a:pt x="29883" y="41960"/>
                  </a:moveTo>
                  <a:lnTo>
                    <a:pt x="14414" y="41998"/>
                  </a:lnTo>
                  <a:lnTo>
                    <a:pt x="14439" y="47307"/>
                  </a:lnTo>
                  <a:lnTo>
                    <a:pt x="29883" y="47269"/>
                  </a:lnTo>
                  <a:lnTo>
                    <a:pt x="29883" y="41960"/>
                  </a:lnTo>
                  <a:close/>
                </a:path>
              </a:pathLst>
            </a:custGeom>
            <a:solidFill>
              <a:srgbClr val="845F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9" name="object 709"/>
            <p:cNvSpPr/>
            <p:nvPr/>
          </p:nvSpPr>
          <p:spPr>
            <a:xfrm>
              <a:off x="1553146" y="6984849"/>
              <a:ext cx="34925" cy="26034"/>
            </a:xfrm>
            <a:custGeom>
              <a:avLst/>
              <a:gdLst/>
              <a:ahLst/>
              <a:cxnLst/>
              <a:rect l="l" t="t" r="r" b="b"/>
              <a:pathLst>
                <a:path w="34925" h="26034">
                  <a:moveTo>
                    <a:pt x="0" y="0"/>
                  </a:moveTo>
                  <a:lnTo>
                    <a:pt x="34545" y="2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5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0" name="object 710"/>
            <p:cNvSpPr/>
            <p:nvPr/>
          </p:nvSpPr>
          <p:spPr>
            <a:xfrm>
              <a:off x="1553146" y="6991497"/>
              <a:ext cx="30480" cy="22860"/>
            </a:xfrm>
            <a:custGeom>
              <a:avLst/>
              <a:gdLst/>
              <a:ahLst/>
              <a:cxnLst/>
              <a:rect l="l" t="t" r="r" b="b"/>
              <a:pathLst>
                <a:path w="30480" h="22859">
                  <a:moveTo>
                    <a:pt x="0" y="0"/>
                  </a:moveTo>
                  <a:lnTo>
                    <a:pt x="30224" y="227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D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1" name="object 711"/>
            <p:cNvSpPr/>
            <p:nvPr/>
          </p:nvSpPr>
          <p:spPr>
            <a:xfrm>
              <a:off x="1553146" y="6984849"/>
              <a:ext cx="34925" cy="29845"/>
            </a:xfrm>
            <a:custGeom>
              <a:avLst/>
              <a:gdLst/>
              <a:ahLst/>
              <a:cxnLst/>
              <a:rect l="l" t="t" r="r" b="b"/>
              <a:pathLst>
                <a:path w="34925" h="29845">
                  <a:moveTo>
                    <a:pt x="0" y="0"/>
                  </a:moveTo>
                  <a:lnTo>
                    <a:pt x="0" y="6648"/>
                  </a:lnTo>
                  <a:lnTo>
                    <a:pt x="30224" y="29400"/>
                  </a:lnTo>
                  <a:lnTo>
                    <a:pt x="34545" y="28933"/>
                  </a:lnTo>
                  <a:lnTo>
                    <a:pt x="34545" y="260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2" name="object 712"/>
            <p:cNvSpPr/>
            <p:nvPr/>
          </p:nvSpPr>
          <p:spPr>
            <a:xfrm>
              <a:off x="1552721" y="5941170"/>
              <a:ext cx="635" cy="568325"/>
            </a:xfrm>
            <a:custGeom>
              <a:avLst/>
              <a:gdLst/>
              <a:ahLst/>
              <a:cxnLst/>
              <a:rect l="l" t="t" r="r" b="b"/>
              <a:pathLst>
                <a:path w="634" h="568325">
                  <a:moveTo>
                    <a:pt x="0" y="0"/>
                  </a:moveTo>
                  <a:lnTo>
                    <a:pt x="212" y="568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0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3" name="object 713"/>
            <p:cNvSpPr/>
            <p:nvPr/>
          </p:nvSpPr>
          <p:spPr>
            <a:xfrm>
              <a:off x="1547825" y="7021706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4">
                  <a:moveTo>
                    <a:pt x="0" y="0"/>
                  </a:moveTo>
                  <a:lnTo>
                    <a:pt x="0" y="1422"/>
                  </a:lnTo>
                  <a:lnTo>
                    <a:pt x="1893" y="1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4" name="object 714"/>
            <p:cNvSpPr/>
            <p:nvPr/>
          </p:nvSpPr>
          <p:spPr>
            <a:xfrm>
              <a:off x="1553146" y="7014249"/>
              <a:ext cx="36830" cy="8890"/>
            </a:xfrm>
            <a:custGeom>
              <a:avLst/>
              <a:gdLst/>
              <a:ahLst/>
              <a:cxnLst/>
              <a:rect l="l" t="t" r="r" b="b"/>
              <a:pathLst>
                <a:path w="36830" h="8890">
                  <a:moveTo>
                    <a:pt x="30224" y="0"/>
                  </a:moveTo>
                  <a:lnTo>
                    <a:pt x="0" y="3166"/>
                  </a:lnTo>
                  <a:lnTo>
                    <a:pt x="0" y="8519"/>
                  </a:lnTo>
                  <a:lnTo>
                    <a:pt x="36438" y="4673"/>
                  </a:lnTo>
                  <a:lnTo>
                    <a:pt x="30224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5" name="object 715"/>
            <p:cNvSpPr/>
            <p:nvPr/>
          </p:nvSpPr>
          <p:spPr>
            <a:xfrm>
              <a:off x="1553146" y="6991497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4">
                  <a:moveTo>
                    <a:pt x="0" y="0"/>
                  </a:moveTo>
                  <a:lnTo>
                    <a:pt x="0" y="259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1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6" name="object 716"/>
            <p:cNvSpPr/>
            <p:nvPr/>
          </p:nvSpPr>
          <p:spPr>
            <a:xfrm>
              <a:off x="1593013" y="701856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7" name="object 717"/>
            <p:cNvSpPr/>
            <p:nvPr/>
          </p:nvSpPr>
          <p:spPr>
            <a:xfrm>
              <a:off x="1593013" y="7016162"/>
              <a:ext cx="0" cy="2540"/>
            </a:xfrm>
            <a:custGeom>
              <a:avLst/>
              <a:gdLst/>
              <a:ahLst/>
              <a:cxnLst/>
              <a:rect l="l" t="t" r="r" b="b"/>
              <a:pathLst>
                <a:path h="2540">
                  <a:moveTo>
                    <a:pt x="0" y="0"/>
                  </a:moveTo>
                  <a:lnTo>
                    <a:pt x="0" y="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8" name="object 718"/>
            <p:cNvSpPr/>
            <p:nvPr/>
          </p:nvSpPr>
          <p:spPr>
            <a:xfrm>
              <a:off x="1590714" y="5931631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4">
                  <a:moveTo>
                    <a:pt x="1816" y="191"/>
                  </a:moveTo>
                  <a:lnTo>
                    <a:pt x="0" y="191"/>
                  </a:lnTo>
                  <a:lnTo>
                    <a:pt x="1873" y="1635"/>
                  </a:lnTo>
                  <a:lnTo>
                    <a:pt x="1816" y="191"/>
                  </a:lnTo>
                  <a:close/>
                </a:path>
                <a:path w="1905" h="1904">
                  <a:moveTo>
                    <a:pt x="1816" y="191"/>
                  </a:moveTo>
                  <a:lnTo>
                    <a:pt x="1808" y="0"/>
                  </a:lnTo>
                  <a:lnTo>
                    <a:pt x="1873" y="1635"/>
                  </a:lnTo>
                  <a:lnTo>
                    <a:pt x="1816" y="191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9" name="object 719"/>
            <p:cNvSpPr/>
            <p:nvPr/>
          </p:nvSpPr>
          <p:spPr>
            <a:xfrm>
              <a:off x="1593013" y="7014845"/>
              <a:ext cx="0" cy="1905"/>
            </a:xfrm>
            <a:custGeom>
              <a:avLst/>
              <a:gdLst/>
              <a:ahLst/>
              <a:cxnLst/>
              <a:rect l="l" t="t" r="r" b="b"/>
              <a:pathLst>
                <a:path h="1904">
                  <a:moveTo>
                    <a:pt x="0" y="0"/>
                  </a:moveTo>
                  <a:lnTo>
                    <a:pt x="0" y="1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0" name="object 720"/>
            <p:cNvSpPr/>
            <p:nvPr/>
          </p:nvSpPr>
          <p:spPr>
            <a:xfrm>
              <a:off x="1552933" y="6509373"/>
              <a:ext cx="635" cy="475615"/>
            </a:xfrm>
            <a:custGeom>
              <a:avLst/>
              <a:gdLst/>
              <a:ahLst/>
              <a:cxnLst/>
              <a:rect l="l" t="t" r="r" b="b"/>
              <a:pathLst>
                <a:path w="634" h="475615">
                  <a:moveTo>
                    <a:pt x="0" y="0"/>
                  </a:moveTo>
                  <a:lnTo>
                    <a:pt x="213" y="4754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1" name="object 721"/>
            <p:cNvSpPr/>
            <p:nvPr/>
          </p:nvSpPr>
          <p:spPr>
            <a:xfrm>
              <a:off x="1553124" y="6984827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0" y="0"/>
                  </a:moveTo>
                  <a:lnTo>
                    <a:pt x="21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8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2" name="object 722"/>
            <p:cNvSpPr/>
            <p:nvPr/>
          </p:nvSpPr>
          <p:spPr>
            <a:xfrm>
              <a:off x="1587258" y="5936970"/>
              <a:ext cx="6350" cy="1078230"/>
            </a:xfrm>
            <a:custGeom>
              <a:avLst/>
              <a:gdLst/>
              <a:ahLst/>
              <a:cxnLst/>
              <a:rect l="l" t="t" r="r" b="b"/>
              <a:pathLst>
                <a:path w="6350" h="1078229">
                  <a:moveTo>
                    <a:pt x="5346" y="27025"/>
                  </a:moveTo>
                  <a:lnTo>
                    <a:pt x="4813" y="30911"/>
                  </a:lnTo>
                  <a:lnTo>
                    <a:pt x="4724" y="31546"/>
                  </a:lnTo>
                  <a:lnTo>
                    <a:pt x="5346" y="31546"/>
                  </a:lnTo>
                  <a:lnTo>
                    <a:pt x="5346" y="27025"/>
                  </a:lnTo>
                  <a:close/>
                </a:path>
                <a:path w="6350" h="1078229">
                  <a:moveTo>
                    <a:pt x="5346" y="26250"/>
                  </a:moveTo>
                  <a:lnTo>
                    <a:pt x="5321" y="0"/>
                  </a:lnTo>
                  <a:lnTo>
                    <a:pt x="0" y="571"/>
                  </a:lnTo>
                  <a:lnTo>
                    <a:pt x="25" y="25539"/>
                  </a:lnTo>
                  <a:lnTo>
                    <a:pt x="5346" y="26250"/>
                  </a:lnTo>
                  <a:close/>
                </a:path>
                <a:path w="6350" h="1078229">
                  <a:moveTo>
                    <a:pt x="5359" y="32029"/>
                  </a:moveTo>
                  <a:lnTo>
                    <a:pt x="3644" y="32029"/>
                  </a:lnTo>
                  <a:lnTo>
                    <a:pt x="3644" y="30759"/>
                  </a:lnTo>
                  <a:lnTo>
                    <a:pt x="25" y="30759"/>
                  </a:lnTo>
                  <a:lnTo>
                    <a:pt x="25" y="32029"/>
                  </a:lnTo>
                  <a:lnTo>
                    <a:pt x="38" y="65049"/>
                  </a:lnTo>
                  <a:lnTo>
                    <a:pt x="5359" y="65049"/>
                  </a:lnTo>
                  <a:lnTo>
                    <a:pt x="5359" y="32029"/>
                  </a:lnTo>
                  <a:close/>
                </a:path>
                <a:path w="6350" h="1078229">
                  <a:moveTo>
                    <a:pt x="5753" y="1077874"/>
                  </a:moveTo>
                  <a:lnTo>
                    <a:pt x="5359" y="70700"/>
                  </a:lnTo>
                  <a:lnTo>
                    <a:pt x="38" y="70700"/>
                  </a:lnTo>
                  <a:lnTo>
                    <a:pt x="431" y="1073861"/>
                  </a:lnTo>
                  <a:lnTo>
                    <a:pt x="5753" y="1077874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3" name="object 723"/>
            <p:cNvSpPr/>
            <p:nvPr/>
          </p:nvSpPr>
          <p:spPr>
            <a:xfrm>
              <a:off x="1587284" y="5962510"/>
              <a:ext cx="5715" cy="45720"/>
            </a:xfrm>
            <a:custGeom>
              <a:avLst/>
              <a:gdLst/>
              <a:ahLst/>
              <a:cxnLst/>
              <a:rect l="l" t="t" r="r" b="b"/>
              <a:pathLst>
                <a:path w="5715" h="45720">
                  <a:moveTo>
                    <a:pt x="5321" y="711"/>
                  </a:moveTo>
                  <a:lnTo>
                    <a:pt x="0" y="0"/>
                  </a:lnTo>
                  <a:lnTo>
                    <a:pt x="0" y="5372"/>
                  </a:lnTo>
                  <a:lnTo>
                    <a:pt x="4699" y="6007"/>
                  </a:lnTo>
                  <a:lnTo>
                    <a:pt x="5321" y="1485"/>
                  </a:lnTo>
                  <a:lnTo>
                    <a:pt x="5321" y="711"/>
                  </a:lnTo>
                  <a:close/>
                </a:path>
                <a:path w="5715" h="45720">
                  <a:moveTo>
                    <a:pt x="5334" y="39852"/>
                  </a:moveTo>
                  <a:lnTo>
                    <a:pt x="12" y="39852"/>
                  </a:lnTo>
                  <a:lnTo>
                    <a:pt x="12" y="45161"/>
                  </a:lnTo>
                  <a:lnTo>
                    <a:pt x="5334" y="45161"/>
                  </a:lnTo>
                  <a:lnTo>
                    <a:pt x="5334" y="39852"/>
                  </a:lnTo>
                  <a:close/>
                </a:path>
              </a:pathLst>
            </a:custGeom>
            <a:solidFill>
              <a:srgbClr val="7C4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4" name="object 724"/>
            <p:cNvSpPr/>
            <p:nvPr/>
          </p:nvSpPr>
          <p:spPr>
            <a:xfrm>
              <a:off x="1583371" y="7010829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59" h="8254">
                  <a:moveTo>
                    <a:pt x="4320" y="0"/>
                  </a:moveTo>
                  <a:lnTo>
                    <a:pt x="4320" y="2952"/>
                  </a:lnTo>
                  <a:lnTo>
                    <a:pt x="0" y="3420"/>
                  </a:lnTo>
                  <a:lnTo>
                    <a:pt x="6214" y="8093"/>
                  </a:lnTo>
                  <a:lnTo>
                    <a:pt x="9641" y="7733"/>
                  </a:lnTo>
                  <a:lnTo>
                    <a:pt x="9641" y="4015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5" name="object 725"/>
            <p:cNvSpPr/>
            <p:nvPr/>
          </p:nvSpPr>
          <p:spPr>
            <a:xfrm>
              <a:off x="1553124" y="6991477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0" y="0"/>
                  </a:moveTo>
                  <a:lnTo>
                    <a:pt x="21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6" name="object 726"/>
            <p:cNvSpPr/>
            <p:nvPr/>
          </p:nvSpPr>
          <p:spPr>
            <a:xfrm>
              <a:off x="1547825" y="7017080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5" h="6350">
                  <a:moveTo>
                    <a:pt x="5321" y="342"/>
                  </a:moveTo>
                  <a:lnTo>
                    <a:pt x="3403" y="558"/>
                  </a:lnTo>
                  <a:lnTo>
                    <a:pt x="2679" y="0"/>
                  </a:lnTo>
                  <a:lnTo>
                    <a:pt x="2679" y="3314"/>
                  </a:lnTo>
                  <a:lnTo>
                    <a:pt x="0" y="1295"/>
                  </a:lnTo>
                  <a:lnTo>
                    <a:pt x="0" y="4635"/>
                  </a:lnTo>
                  <a:lnTo>
                    <a:pt x="1892" y="6057"/>
                  </a:lnTo>
                  <a:lnTo>
                    <a:pt x="5321" y="5689"/>
                  </a:lnTo>
                  <a:lnTo>
                    <a:pt x="5321" y="342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7" name="object 727"/>
            <p:cNvSpPr/>
            <p:nvPr/>
          </p:nvSpPr>
          <p:spPr>
            <a:xfrm>
              <a:off x="1550485" y="6989522"/>
              <a:ext cx="3175" cy="28575"/>
            </a:xfrm>
            <a:custGeom>
              <a:avLst/>
              <a:gdLst/>
              <a:ahLst/>
              <a:cxnLst/>
              <a:rect l="l" t="t" r="r" b="b"/>
              <a:pathLst>
                <a:path w="3175" h="28575">
                  <a:moveTo>
                    <a:pt x="0" y="0"/>
                  </a:moveTo>
                  <a:lnTo>
                    <a:pt x="21" y="27552"/>
                  </a:lnTo>
                  <a:lnTo>
                    <a:pt x="744" y="28105"/>
                  </a:lnTo>
                  <a:lnTo>
                    <a:pt x="2660" y="27893"/>
                  </a:lnTo>
                  <a:lnTo>
                    <a:pt x="2639" y="19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8" name="object 728"/>
            <p:cNvSpPr/>
            <p:nvPr/>
          </p:nvSpPr>
          <p:spPr>
            <a:xfrm>
              <a:off x="1550080" y="5941170"/>
              <a:ext cx="3175" cy="1043940"/>
            </a:xfrm>
            <a:custGeom>
              <a:avLst/>
              <a:gdLst/>
              <a:ahLst/>
              <a:cxnLst/>
              <a:rect l="l" t="t" r="r" b="b"/>
              <a:pathLst>
                <a:path w="3175" h="1043940">
                  <a:moveTo>
                    <a:pt x="2618" y="0"/>
                  </a:moveTo>
                  <a:lnTo>
                    <a:pt x="0" y="275"/>
                  </a:lnTo>
                  <a:lnTo>
                    <a:pt x="0" y="16292"/>
                  </a:lnTo>
                  <a:lnTo>
                    <a:pt x="660" y="16377"/>
                  </a:lnTo>
                  <a:lnTo>
                    <a:pt x="0" y="21179"/>
                  </a:lnTo>
                  <a:lnTo>
                    <a:pt x="21" y="61287"/>
                  </a:lnTo>
                  <a:lnTo>
                    <a:pt x="830" y="61287"/>
                  </a:lnTo>
                  <a:lnTo>
                    <a:pt x="852" y="66598"/>
                  </a:lnTo>
                  <a:lnTo>
                    <a:pt x="21" y="66598"/>
                  </a:lnTo>
                  <a:lnTo>
                    <a:pt x="405" y="1041680"/>
                  </a:lnTo>
                  <a:lnTo>
                    <a:pt x="3044" y="1043656"/>
                  </a:lnTo>
                  <a:lnTo>
                    <a:pt x="2618" y="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9" name="object 729"/>
            <p:cNvSpPr/>
            <p:nvPr/>
          </p:nvSpPr>
          <p:spPr>
            <a:xfrm>
              <a:off x="1550073" y="5957468"/>
              <a:ext cx="1270" cy="50800"/>
            </a:xfrm>
            <a:custGeom>
              <a:avLst/>
              <a:gdLst/>
              <a:ahLst/>
              <a:cxnLst/>
              <a:rect l="l" t="t" r="r" b="b"/>
              <a:pathLst>
                <a:path w="1269" h="50800">
                  <a:moveTo>
                    <a:pt x="660" y="88"/>
                  </a:moveTo>
                  <a:lnTo>
                    <a:pt x="0" y="0"/>
                  </a:lnTo>
                  <a:lnTo>
                    <a:pt x="0" y="4889"/>
                  </a:lnTo>
                  <a:lnTo>
                    <a:pt x="660" y="88"/>
                  </a:lnTo>
                  <a:close/>
                </a:path>
                <a:path w="1269" h="50800">
                  <a:moveTo>
                    <a:pt x="850" y="50304"/>
                  </a:moveTo>
                  <a:lnTo>
                    <a:pt x="838" y="44996"/>
                  </a:lnTo>
                  <a:lnTo>
                    <a:pt x="25" y="44996"/>
                  </a:lnTo>
                  <a:lnTo>
                    <a:pt x="25" y="50304"/>
                  </a:lnTo>
                  <a:lnTo>
                    <a:pt x="850" y="50304"/>
                  </a:lnTo>
                  <a:close/>
                </a:path>
              </a:pathLst>
            </a:custGeom>
            <a:solidFill>
              <a:srgbClr val="7256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0" name="object 730"/>
            <p:cNvSpPr/>
            <p:nvPr/>
          </p:nvSpPr>
          <p:spPr>
            <a:xfrm>
              <a:off x="1550485" y="6982851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39" y="1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2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1" name="object 731"/>
            <p:cNvSpPr/>
            <p:nvPr/>
          </p:nvSpPr>
          <p:spPr>
            <a:xfrm>
              <a:off x="1550485" y="6989500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39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C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2" name="object 732"/>
            <p:cNvSpPr/>
            <p:nvPr/>
          </p:nvSpPr>
          <p:spPr>
            <a:xfrm>
              <a:off x="1550485" y="6982851"/>
              <a:ext cx="3175" cy="8890"/>
            </a:xfrm>
            <a:custGeom>
              <a:avLst/>
              <a:gdLst/>
              <a:ahLst/>
              <a:cxnLst/>
              <a:rect l="l" t="t" r="r" b="b"/>
              <a:pathLst>
                <a:path w="3175" h="8890">
                  <a:moveTo>
                    <a:pt x="0" y="0"/>
                  </a:moveTo>
                  <a:lnTo>
                    <a:pt x="0" y="6649"/>
                  </a:lnTo>
                  <a:lnTo>
                    <a:pt x="2639" y="8625"/>
                  </a:lnTo>
                  <a:lnTo>
                    <a:pt x="2639" y="1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3" name="object 733"/>
            <p:cNvSpPr/>
            <p:nvPr/>
          </p:nvSpPr>
          <p:spPr>
            <a:xfrm>
              <a:off x="1012211" y="5527769"/>
              <a:ext cx="30480" cy="26034"/>
            </a:xfrm>
            <a:custGeom>
              <a:avLst/>
              <a:gdLst/>
              <a:ahLst/>
              <a:cxnLst/>
              <a:rect l="l" t="t" r="r" b="b"/>
              <a:pathLst>
                <a:path w="30480" h="26035">
                  <a:moveTo>
                    <a:pt x="30203" y="0"/>
                  </a:moveTo>
                  <a:lnTo>
                    <a:pt x="0" y="3186"/>
                  </a:lnTo>
                  <a:lnTo>
                    <a:pt x="30224" y="25916"/>
                  </a:lnTo>
                  <a:lnTo>
                    <a:pt x="30203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4" name="object 734"/>
            <p:cNvSpPr/>
            <p:nvPr/>
          </p:nvSpPr>
          <p:spPr>
            <a:xfrm>
              <a:off x="1042414" y="5527769"/>
              <a:ext cx="635" cy="26034"/>
            </a:xfrm>
            <a:custGeom>
              <a:avLst/>
              <a:gdLst/>
              <a:ahLst/>
              <a:cxnLst/>
              <a:rect l="l" t="t" r="r" b="b"/>
              <a:pathLst>
                <a:path w="634" h="26035">
                  <a:moveTo>
                    <a:pt x="0" y="0"/>
                  </a:moveTo>
                  <a:lnTo>
                    <a:pt x="21" y="259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5" name="object 735"/>
            <p:cNvSpPr/>
            <p:nvPr/>
          </p:nvSpPr>
          <p:spPr>
            <a:xfrm>
              <a:off x="1047757" y="5530147"/>
              <a:ext cx="535305" cy="406400"/>
            </a:xfrm>
            <a:custGeom>
              <a:avLst/>
              <a:gdLst/>
              <a:ahLst/>
              <a:cxnLst/>
              <a:rect l="l" t="t" r="r" b="b"/>
              <a:pathLst>
                <a:path w="535305" h="406400">
                  <a:moveTo>
                    <a:pt x="0" y="0"/>
                  </a:moveTo>
                  <a:lnTo>
                    <a:pt x="0" y="27532"/>
                  </a:lnTo>
                  <a:lnTo>
                    <a:pt x="503069" y="405881"/>
                  </a:lnTo>
                  <a:lnTo>
                    <a:pt x="535167" y="4025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B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6" name="object 736"/>
            <p:cNvSpPr/>
            <p:nvPr/>
          </p:nvSpPr>
          <p:spPr>
            <a:xfrm>
              <a:off x="1047735" y="5530147"/>
              <a:ext cx="635" cy="27940"/>
            </a:xfrm>
            <a:custGeom>
              <a:avLst/>
              <a:gdLst/>
              <a:ahLst/>
              <a:cxnLst/>
              <a:rect l="l" t="t" r="r" b="b"/>
              <a:pathLst>
                <a:path w="634" h="27939">
                  <a:moveTo>
                    <a:pt x="0" y="0"/>
                  </a:moveTo>
                  <a:lnTo>
                    <a:pt x="21" y="275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7" name="object 737"/>
            <p:cNvSpPr/>
            <p:nvPr/>
          </p:nvSpPr>
          <p:spPr>
            <a:xfrm>
              <a:off x="1042414" y="5527557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1894" y="0"/>
                  </a:moveTo>
                  <a:lnTo>
                    <a:pt x="0" y="212"/>
                  </a:lnTo>
                  <a:lnTo>
                    <a:pt x="21" y="26128"/>
                  </a:lnTo>
                  <a:lnTo>
                    <a:pt x="5342" y="30123"/>
                  </a:lnTo>
                  <a:lnTo>
                    <a:pt x="5321" y="2590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8" name="object 738"/>
            <p:cNvSpPr/>
            <p:nvPr/>
          </p:nvSpPr>
          <p:spPr>
            <a:xfrm>
              <a:off x="1012211" y="5530955"/>
              <a:ext cx="30480" cy="22860"/>
            </a:xfrm>
            <a:custGeom>
              <a:avLst/>
              <a:gdLst/>
              <a:ahLst/>
              <a:cxnLst/>
              <a:rect l="l" t="t" r="r" b="b"/>
              <a:pathLst>
                <a:path w="30480" h="22860">
                  <a:moveTo>
                    <a:pt x="0" y="0"/>
                  </a:moveTo>
                  <a:lnTo>
                    <a:pt x="30224" y="22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9" name="object 739"/>
            <p:cNvSpPr/>
            <p:nvPr/>
          </p:nvSpPr>
          <p:spPr>
            <a:xfrm>
              <a:off x="1042435" y="555368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0" name="object 740"/>
            <p:cNvSpPr/>
            <p:nvPr/>
          </p:nvSpPr>
          <p:spPr>
            <a:xfrm>
              <a:off x="1047757" y="5557680"/>
              <a:ext cx="503555" cy="378460"/>
            </a:xfrm>
            <a:custGeom>
              <a:avLst/>
              <a:gdLst/>
              <a:ahLst/>
              <a:cxnLst/>
              <a:rect l="l" t="t" r="r" b="b"/>
              <a:pathLst>
                <a:path w="503555" h="378460">
                  <a:moveTo>
                    <a:pt x="0" y="0"/>
                  </a:moveTo>
                  <a:lnTo>
                    <a:pt x="503069" y="378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9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1" name="object 741"/>
            <p:cNvSpPr/>
            <p:nvPr/>
          </p:nvSpPr>
          <p:spPr>
            <a:xfrm>
              <a:off x="1047757" y="555768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2" name="object 742"/>
            <p:cNvSpPr/>
            <p:nvPr/>
          </p:nvSpPr>
          <p:spPr>
            <a:xfrm>
              <a:off x="1042435" y="5553686"/>
              <a:ext cx="5715" cy="4445"/>
            </a:xfrm>
            <a:custGeom>
              <a:avLst/>
              <a:gdLst/>
              <a:ahLst/>
              <a:cxnLst/>
              <a:rect l="l" t="t" r="r" b="b"/>
              <a:pathLst>
                <a:path w="5715" h="4445">
                  <a:moveTo>
                    <a:pt x="0" y="0"/>
                  </a:moveTo>
                  <a:lnTo>
                    <a:pt x="5321" y="39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C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3" name="object 743"/>
            <p:cNvSpPr/>
            <p:nvPr/>
          </p:nvSpPr>
          <p:spPr>
            <a:xfrm>
              <a:off x="1550826" y="5932651"/>
              <a:ext cx="32384" cy="3810"/>
            </a:xfrm>
            <a:custGeom>
              <a:avLst/>
              <a:gdLst/>
              <a:ahLst/>
              <a:cxnLst/>
              <a:rect l="l" t="t" r="r" b="b"/>
              <a:pathLst>
                <a:path w="32384" h="3810">
                  <a:moveTo>
                    <a:pt x="32118" y="0"/>
                  </a:moveTo>
                  <a:lnTo>
                    <a:pt x="0" y="3378"/>
                  </a:lnTo>
                  <a:lnTo>
                    <a:pt x="32118" y="0"/>
                  </a:lnTo>
                  <a:close/>
                </a:path>
              </a:pathLst>
            </a:custGeom>
            <a:solidFill>
              <a:srgbClr val="7C9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4" name="object 744"/>
            <p:cNvSpPr/>
            <p:nvPr/>
          </p:nvSpPr>
          <p:spPr>
            <a:xfrm>
              <a:off x="1550826" y="593602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D8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5" name="object 745"/>
            <p:cNvSpPr/>
            <p:nvPr/>
          </p:nvSpPr>
          <p:spPr>
            <a:xfrm>
              <a:off x="998227" y="5526622"/>
              <a:ext cx="598805" cy="410845"/>
            </a:xfrm>
            <a:custGeom>
              <a:avLst/>
              <a:gdLst/>
              <a:ahLst/>
              <a:cxnLst/>
              <a:rect l="l" t="t" r="r" b="b"/>
              <a:pathLst>
                <a:path w="598805" h="410845">
                  <a:moveTo>
                    <a:pt x="594360" y="406645"/>
                  </a:moveTo>
                  <a:lnTo>
                    <a:pt x="594360" y="410342"/>
                  </a:lnTo>
                  <a:lnTo>
                    <a:pt x="598681" y="409895"/>
                  </a:lnTo>
                  <a:lnTo>
                    <a:pt x="594360" y="406645"/>
                  </a:lnTo>
                  <a:close/>
                </a:path>
                <a:path w="598805" h="410845">
                  <a:moveTo>
                    <a:pt x="4320" y="0"/>
                  </a:moveTo>
                  <a:lnTo>
                    <a:pt x="0" y="467"/>
                  </a:lnTo>
                  <a:lnTo>
                    <a:pt x="4320" y="3717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6" name="object 746"/>
            <p:cNvSpPr/>
            <p:nvPr/>
          </p:nvSpPr>
          <p:spPr>
            <a:xfrm>
              <a:off x="1012211" y="5527769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10">
                  <a:moveTo>
                    <a:pt x="30203" y="0"/>
                  </a:moveTo>
                  <a:lnTo>
                    <a:pt x="0" y="3186"/>
                  </a:lnTo>
                  <a:lnTo>
                    <a:pt x="30203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7" name="object 747"/>
            <p:cNvSpPr/>
            <p:nvPr/>
          </p:nvSpPr>
          <p:spPr>
            <a:xfrm>
              <a:off x="1005974" y="5522416"/>
              <a:ext cx="36830" cy="8890"/>
            </a:xfrm>
            <a:custGeom>
              <a:avLst/>
              <a:gdLst/>
              <a:ahLst/>
              <a:cxnLst/>
              <a:rect l="l" t="t" r="r" b="b"/>
              <a:pathLst>
                <a:path w="36830" h="8889">
                  <a:moveTo>
                    <a:pt x="36439" y="0"/>
                  </a:moveTo>
                  <a:lnTo>
                    <a:pt x="0" y="3844"/>
                  </a:lnTo>
                  <a:lnTo>
                    <a:pt x="6215" y="8517"/>
                  </a:lnTo>
                  <a:lnTo>
                    <a:pt x="36439" y="5331"/>
                  </a:lnTo>
                  <a:lnTo>
                    <a:pt x="36439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8" name="object 748"/>
            <p:cNvSpPr/>
            <p:nvPr/>
          </p:nvSpPr>
          <p:spPr>
            <a:xfrm>
              <a:off x="1047757" y="5530127"/>
              <a:ext cx="535305" cy="402590"/>
            </a:xfrm>
            <a:custGeom>
              <a:avLst/>
              <a:gdLst/>
              <a:ahLst/>
              <a:cxnLst/>
              <a:rect l="l" t="t" r="r" b="b"/>
              <a:pathLst>
                <a:path w="535305" h="402589">
                  <a:moveTo>
                    <a:pt x="0" y="0"/>
                  </a:moveTo>
                  <a:lnTo>
                    <a:pt x="535167" y="4025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9" name="object 749"/>
            <p:cNvSpPr/>
            <p:nvPr/>
          </p:nvSpPr>
          <p:spPr>
            <a:xfrm>
              <a:off x="1047735" y="5523499"/>
              <a:ext cx="543560" cy="409575"/>
            </a:xfrm>
            <a:custGeom>
              <a:avLst/>
              <a:gdLst/>
              <a:ahLst/>
              <a:cxnLst/>
              <a:rect l="l" t="t" r="r" b="b"/>
              <a:pathLst>
                <a:path w="543560" h="409575">
                  <a:moveTo>
                    <a:pt x="0" y="0"/>
                  </a:moveTo>
                  <a:lnTo>
                    <a:pt x="0" y="6648"/>
                  </a:lnTo>
                  <a:lnTo>
                    <a:pt x="535208" y="409152"/>
                  </a:lnTo>
                  <a:lnTo>
                    <a:pt x="542957" y="408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0" name="object 750"/>
            <p:cNvSpPr/>
            <p:nvPr/>
          </p:nvSpPr>
          <p:spPr>
            <a:xfrm>
              <a:off x="1042414" y="5522054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5" h="8254">
                  <a:moveTo>
                    <a:pt x="3426" y="0"/>
                  </a:moveTo>
                  <a:lnTo>
                    <a:pt x="0" y="361"/>
                  </a:lnTo>
                  <a:lnTo>
                    <a:pt x="0" y="5715"/>
                  </a:lnTo>
                  <a:lnTo>
                    <a:pt x="1894" y="5502"/>
                  </a:lnTo>
                  <a:lnTo>
                    <a:pt x="5321" y="8093"/>
                  </a:lnTo>
                  <a:lnTo>
                    <a:pt x="5321" y="1445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1" name="object 751"/>
            <p:cNvSpPr/>
            <p:nvPr/>
          </p:nvSpPr>
          <p:spPr>
            <a:xfrm>
              <a:off x="1002547" y="5526622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10">
                  <a:moveTo>
                    <a:pt x="0" y="3717"/>
                  </a:moveTo>
                  <a:lnTo>
                    <a:pt x="0" y="2378"/>
                  </a:lnTo>
                  <a:lnTo>
                    <a:pt x="0" y="3717"/>
                  </a:lnTo>
                  <a:close/>
                </a:path>
                <a:path h="3810">
                  <a:moveTo>
                    <a:pt x="0" y="2378"/>
                  </a:moveTo>
                  <a:lnTo>
                    <a:pt x="0" y="0"/>
                  </a:lnTo>
                  <a:lnTo>
                    <a:pt x="0" y="2378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2" name="object 752"/>
            <p:cNvSpPr/>
            <p:nvPr/>
          </p:nvSpPr>
          <p:spPr>
            <a:xfrm>
              <a:off x="1002547" y="5526260"/>
              <a:ext cx="10160" cy="6350"/>
            </a:xfrm>
            <a:custGeom>
              <a:avLst/>
              <a:gdLst/>
              <a:ahLst/>
              <a:cxnLst/>
              <a:rect l="l" t="t" r="r" b="b"/>
              <a:pathLst>
                <a:path w="10159" h="6350">
                  <a:moveTo>
                    <a:pt x="3426" y="0"/>
                  </a:moveTo>
                  <a:lnTo>
                    <a:pt x="0" y="361"/>
                  </a:lnTo>
                  <a:lnTo>
                    <a:pt x="0" y="4079"/>
                  </a:lnTo>
                  <a:lnTo>
                    <a:pt x="2681" y="6097"/>
                  </a:lnTo>
                  <a:lnTo>
                    <a:pt x="2681" y="2762"/>
                  </a:lnTo>
                  <a:lnTo>
                    <a:pt x="7100" y="2762"/>
                  </a:lnTo>
                  <a:lnTo>
                    <a:pt x="3426" y="0"/>
                  </a:lnTo>
                  <a:close/>
                </a:path>
                <a:path w="10159" h="6350">
                  <a:moveTo>
                    <a:pt x="7100" y="2762"/>
                  </a:moveTo>
                  <a:lnTo>
                    <a:pt x="2681" y="2762"/>
                  </a:lnTo>
                  <a:lnTo>
                    <a:pt x="5789" y="5099"/>
                  </a:lnTo>
                  <a:lnTo>
                    <a:pt x="9642" y="4673"/>
                  </a:lnTo>
                  <a:lnTo>
                    <a:pt x="7100" y="2762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3" name="object 753"/>
            <p:cNvSpPr/>
            <p:nvPr/>
          </p:nvSpPr>
          <p:spPr>
            <a:xfrm>
              <a:off x="1008337" y="5530955"/>
              <a:ext cx="34290" cy="26670"/>
            </a:xfrm>
            <a:custGeom>
              <a:avLst/>
              <a:gdLst/>
              <a:ahLst/>
              <a:cxnLst/>
              <a:rect l="l" t="t" r="r" b="b"/>
              <a:pathLst>
                <a:path w="34290" h="26670">
                  <a:moveTo>
                    <a:pt x="3852" y="0"/>
                  </a:moveTo>
                  <a:lnTo>
                    <a:pt x="0" y="403"/>
                  </a:lnTo>
                  <a:lnTo>
                    <a:pt x="34098" y="26045"/>
                  </a:lnTo>
                  <a:lnTo>
                    <a:pt x="34098" y="22730"/>
                  </a:lnTo>
                  <a:lnTo>
                    <a:pt x="3852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4" name="object 754"/>
            <p:cNvSpPr/>
            <p:nvPr/>
          </p:nvSpPr>
          <p:spPr>
            <a:xfrm>
              <a:off x="1042435" y="5553686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10">
                  <a:moveTo>
                    <a:pt x="0" y="0"/>
                  </a:moveTo>
                  <a:lnTo>
                    <a:pt x="0" y="3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5" name="object 755"/>
            <p:cNvSpPr/>
            <p:nvPr/>
          </p:nvSpPr>
          <p:spPr>
            <a:xfrm>
              <a:off x="1047757" y="5557680"/>
              <a:ext cx="503555" cy="379095"/>
            </a:xfrm>
            <a:custGeom>
              <a:avLst/>
              <a:gdLst/>
              <a:ahLst/>
              <a:cxnLst/>
              <a:rect l="l" t="t" r="r" b="b"/>
              <a:pathLst>
                <a:path w="503555" h="379095">
                  <a:moveTo>
                    <a:pt x="0" y="0"/>
                  </a:moveTo>
                  <a:lnTo>
                    <a:pt x="0" y="3313"/>
                  </a:lnTo>
                  <a:lnTo>
                    <a:pt x="499642" y="379092"/>
                  </a:lnTo>
                  <a:lnTo>
                    <a:pt x="499642" y="378710"/>
                  </a:lnTo>
                  <a:lnTo>
                    <a:pt x="503069" y="378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6" name="object 756"/>
            <p:cNvSpPr/>
            <p:nvPr/>
          </p:nvSpPr>
          <p:spPr>
            <a:xfrm>
              <a:off x="1047757" y="5557680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10">
                  <a:moveTo>
                    <a:pt x="0" y="0"/>
                  </a:moveTo>
                  <a:lnTo>
                    <a:pt x="0" y="33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7" name="object 757"/>
            <p:cNvSpPr/>
            <p:nvPr/>
          </p:nvSpPr>
          <p:spPr>
            <a:xfrm>
              <a:off x="1042435" y="5553686"/>
              <a:ext cx="5715" cy="7620"/>
            </a:xfrm>
            <a:custGeom>
              <a:avLst/>
              <a:gdLst/>
              <a:ahLst/>
              <a:cxnLst/>
              <a:rect l="l" t="t" r="r" b="b"/>
              <a:pathLst>
                <a:path w="5715" h="7620">
                  <a:moveTo>
                    <a:pt x="0" y="0"/>
                  </a:moveTo>
                  <a:lnTo>
                    <a:pt x="0" y="3314"/>
                  </a:lnTo>
                  <a:lnTo>
                    <a:pt x="5321" y="7307"/>
                  </a:lnTo>
                  <a:lnTo>
                    <a:pt x="5321" y="39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8" name="object 758"/>
            <p:cNvSpPr/>
            <p:nvPr/>
          </p:nvSpPr>
          <p:spPr>
            <a:xfrm>
              <a:off x="1552721" y="5937537"/>
              <a:ext cx="34925" cy="3810"/>
            </a:xfrm>
            <a:custGeom>
              <a:avLst/>
              <a:gdLst/>
              <a:ahLst/>
              <a:cxnLst/>
              <a:rect l="l" t="t" r="r" b="b"/>
              <a:pathLst>
                <a:path w="34925" h="3810">
                  <a:moveTo>
                    <a:pt x="34545" y="0"/>
                  </a:moveTo>
                  <a:lnTo>
                    <a:pt x="0" y="3633"/>
                  </a:lnTo>
                  <a:lnTo>
                    <a:pt x="34545" y="0"/>
                  </a:lnTo>
                  <a:close/>
                </a:path>
              </a:pathLst>
            </a:custGeom>
            <a:solidFill>
              <a:srgbClr val="778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9" name="object 759"/>
            <p:cNvSpPr/>
            <p:nvPr/>
          </p:nvSpPr>
          <p:spPr>
            <a:xfrm>
              <a:off x="1587266" y="593753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37F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0" name="object 760"/>
            <p:cNvSpPr/>
            <p:nvPr/>
          </p:nvSpPr>
          <p:spPr>
            <a:xfrm>
              <a:off x="1552699" y="5941170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solidFill>
              <a:srgbClr val="6777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1" name="object 761"/>
            <p:cNvSpPr/>
            <p:nvPr/>
          </p:nvSpPr>
          <p:spPr>
            <a:xfrm>
              <a:off x="1592587" y="5933245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10">
                  <a:moveTo>
                    <a:pt x="0" y="0"/>
                  </a:moveTo>
                  <a:lnTo>
                    <a:pt x="0" y="3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2" name="object 762"/>
            <p:cNvSpPr/>
            <p:nvPr/>
          </p:nvSpPr>
          <p:spPr>
            <a:xfrm>
              <a:off x="1550826" y="5932651"/>
              <a:ext cx="36830" cy="8890"/>
            </a:xfrm>
            <a:custGeom>
              <a:avLst/>
              <a:gdLst/>
              <a:ahLst/>
              <a:cxnLst/>
              <a:rect l="l" t="t" r="r" b="b"/>
              <a:pathLst>
                <a:path w="36830" h="8889">
                  <a:moveTo>
                    <a:pt x="32118" y="0"/>
                  </a:moveTo>
                  <a:lnTo>
                    <a:pt x="0" y="3378"/>
                  </a:lnTo>
                  <a:lnTo>
                    <a:pt x="1894" y="4885"/>
                  </a:lnTo>
                  <a:lnTo>
                    <a:pt x="1894" y="8519"/>
                  </a:lnTo>
                  <a:lnTo>
                    <a:pt x="36440" y="4885"/>
                  </a:lnTo>
                  <a:lnTo>
                    <a:pt x="36440" y="3249"/>
                  </a:lnTo>
                  <a:lnTo>
                    <a:pt x="32118" y="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3" name="object 763"/>
            <p:cNvSpPr/>
            <p:nvPr/>
          </p:nvSpPr>
          <p:spPr>
            <a:xfrm>
              <a:off x="1582944" y="5931823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59" h="5714">
                  <a:moveTo>
                    <a:pt x="7748" y="0"/>
                  </a:moveTo>
                  <a:lnTo>
                    <a:pt x="0" y="828"/>
                  </a:lnTo>
                  <a:lnTo>
                    <a:pt x="4321" y="4077"/>
                  </a:lnTo>
                  <a:lnTo>
                    <a:pt x="4321" y="5713"/>
                  </a:lnTo>
                  <a:lnTo>
                    <a:pt x="9643" y="5140"/>
                  </a:lnTo>
                  <a:lnTo>
                    <a:pt x="9643" y="2760"/>
                  </a:lnTo>
                  <a:lnTo>
                    <a:pt x="6982" y="2760"/>
                  </a:lnTo>
                  <a:lnTo>
                    <a:pt x="8578" y="636"/>
                  </a:lnTo>
                  <a:lnTo>
                    <a:pt x="7748" y="0"/>
                  </a:lnTo>
                  <a:close/>
                </a:path>
                <a:path w="10159" h="5714">
                  <a:moveTo>
                    <a:pt x="8578" y="636"/>
                  </a:moveTo>
                  <a:lnTo>
                    <a:pt x="6982" y="2760"/>
                  </a:lnTo>
                  <a:lnTo>
                    <a:pt x="9643" y="2760"/>
                  </a:lnTo>
                  <a:lnTo>
                    <a:pt x="9643" y="1443"/>
                  </a:lnTo>
                  <a:lnTo>
                    <a:pt x="8578" y="636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4" name="object 764"/>
            <p:cNvSpPr/>
            <p:nvPr/>
          </p:nvSpPr>
          <p:spPr>
            <a:xfrm>
              <a:off x="1547399" y="593602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4">
                  <a:moveTo>
                    <a:pt x="3426" y="0"/>
                  </a:moveTo>
                  <a:lnTo>
                    <a:pt x="0" y="360"/>
                  </a:lnTo>
                  <a:lnTo>
                    <a:pt x="0" y="742"/>
                  </a:lnTo>
                  <a:lnTo>
                    <a:pt x="2680" y="2760"/>
                  </a:lnTo>
                  <a:lnTo>
                    <a:pt x="2680" y="5416"/>
                  </a:lnTo>
                  <a:lnTo>
                    <a:pt x="5299" y="5140"/>
                  </a:lnTo>
                  <a:lnTo>
                    <a:pt x="5321" y="1422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686D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5" name="object 765"/>
            <p:cNvSpPr/>
            <p:nvPr/>
          </p:nvSpPr>
          <p:spPr>
            <a:xfrm>
              <a:off x="1005229" y="5532357"/>
              <a:ext cx="635" cy="1075690"/>
            </a:xfrm>
            <a:custGeom>
              <a:avLst/>
              <a:gdLst/>
              <a:ahLst/>
              <a:cxnLst/>
              <a:rect l="l" t="t" r="r" b="b"/>
              <a:pathLst>
                <a:path w="634" h="1075690">
                  <a:moveTo>
                    <a:pt x="0" y="0"/>
                  </a:moveTo>
                  <a:lnTo>
                    <a:pt x="425" y="10755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7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6" name="object 766"/>
            <p:cNvSpPr/>
            <p:nvPr/>
          </p:nvSpPr>
          <p:spPr>
            <a:xfrm>
              <a:off x="1547825" y="7018350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82" y="2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9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7" name="object 767"/>
            <p:cNvSpPr/>
            <p:nvPr/>
          </p:nvSpPr>
          <p:spPr>
            <a:xfrm>
              <a:off x="1550060" y="5957468"/>
              <a:ext cx="635" cy="50800"/>
            </a:xfrm>
            <a:custGeom>
              <a:avLst/>
              <a:gdLst/>
              <a:ahLst/>
              <a:cxnLst/>
              <a:rect l="l" t="t" r="r" b="b"/>
              <a:pathLst>
                <a:path w="634" h="50800">
                  <a:moveTo>
                    <a:pt x="12" y="0"/>
                  </a:moveTo>
                  <a:lnTo>
                    <a:pt x="0" y="5016"/>
                  </a:lnTo>
                  <a:lnTo>
                    <a:pt x="12" y="4889"/>
                  </a:lnTo>
                  <a:lnTo>
                    <a:pt x="12" y="0"/>
                  </a:lnTo>
                  <a:close/>
                </a:path>
                <a:path w="634" h="50800">
                  <a:moveTo>
                    <a:pt x="38" y="44996"/>
                  </a:moveTo>
                  <a:lnTo>
                    <a:pt x="12" y="50304"/>
                  </a:lnTo>
                  <a:lnTo>
                    <a:pt x="38" y="44996"/>
                  </a:lnTo>
                  <a:close/>
                </a:path>
              </a:pathLst>
            </a:custGeom>
            <a:solidFill>
              <a:srgbClr val="978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8" name="object 768"/>
            <p:cNvSpPr/>
            <p:nvPr/>
          </p:nvSpPr>
          <p:spPr>
            <a:xfrm>
              <a:off x="1008337" y="5531359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90" h="26035">
                  <a:moveTo>
                    <a:pt x="0" y="0"/>
                  </a:moveTo>
                  <a:lnTo>
                    <a:pt x="34098" y="25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9C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9" name="object 769"/>
            <p:cNvSpPr/>
            <p:nvPr/>
          </p:nvSpPr>
          <p:spPr>
            <a:xfrm>
              <a:off x="1042435" y="555700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9A9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0" name="object 770"/>
            <p:cNvSpPr/>
            <p:nvPr/>
          </p:nvSpPr>
          <p:spPr>
            <a:xfrm>
              <a:off x="1047757" y="5560993"/>
              <a:ext cx="499745" cy="375920"/>
            </a:xfrm>
            <a:custGeom>
              <a:avLst/>
              <a:gdLst/>
              <a:ahLst/>
              <a:cxnLst/>
              <a:rect l="l" t="t" r="r" b="b"/>
              <a:pathLst>
                <a:path w="499744" h="375920">
                  <a:moveTo>
                    <a:pt x="0" y="0"/>
                  </a:moveTo>
                  <a:lnTo>
                    <a:pt x="499642" y="375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A0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1" name="object 771"/>
            <p:cNvSpPr/>
            <p:nvPr/>
          </p:nvSpPr>
          <p:spPr>
            <a:xfrm>
              <a:off x="1547399" y="5936772"/>
              <a:ext cx="3175" cy="5080"/>
            </a:xfrm>
            <a:custGeom>
              <a:avLst/>
              <a:gdLst/>
              <a:ahLst/>
              <a:cxnLst/>
              <a:rect l="l" t="t" r="r" b="b"/>
              <a:pathLst>
                <a:path w="3175" h="5079">
                  <a:moveTo>
                    <a:pt x="0" y="0"/>
                  </a:moveTo>
                  <a:lnTo>
                    <a:pt x="2660" y="2018"/>
                  </a:lnTo>
                  <a:lnTo>
                    <a:pt x="2660" y="4695"/>
                  </a:lnTo>
                  <a:lnTo>
                    <a:pt x="2680" y="2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96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2" name="object 77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007485" y="5534354"/>
              <a:ext cx="40271" cy="1078179"/>
            </a:xfrm>
            <a:prstGeom prst="rect">
              <a:avLst/>
            </a:prstGeom>
          </p:spPr>
        </p:pic>
        <p:pic>
          <p:nvPicPr>
            <p:cNvPr id="773" name="object 77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012637" y="6609155"/>
              <a:ext cx="535216" cy="405902"/>
            </a:xfrm>
            <a:prstGeom prst="rect">
              <a:avLst/>
            </a:prstGeom>
          </p:spPr>
        </p:pic>
        <p:pic>
          <p:nvPicPr>
            <p:cNvPr id="774" name="object 77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042435" y="5560335"/>
              <a:ext cx="505367" cy="1420497"/>
            </a:xfrm>
            <a:prstGeom prst="rect">
              <a:avLst/>
            </a:prstGeom>
          </p:spPr>
        </p:pic>
        <p:pic>
          <p:nvPicPr>
            <p:cNvPr id="775" name="object 775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042840" y="6604014"/>
              <a:ext cx="504963" cy="383468"/>
            </a:xfrm>
            <a:prstGeom prst="rect">
              <a:avLst/>
            </a:prstGeom>
          </p:spPr>
        </p:pic>
        <p:pic>
          <p:nvPicPr>
            <p:cNvPr id="776" name="object 776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005216" y="5528990"/>
              <a:ext cx="545318" cy="1491397"/>
            </a:xfrm>
            <a:prstGeom prst="rect">
              <a:avLst/>
            </a:prstGeom>
          </p:spPr>
        </p:pic>
        <p:pic>
          <p:nvPicPr>
            <p:cNvPr id="777" name="object 77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042435" y="5556990"/>
              <a:ext cx="507625" cy="384540"/>
            </a:xfrm>
            <a:prstGeom prst="rect">
              <a:avLst/>
            </a:prstGeom>
          </p:spPr>
        </p:pic>
        <p:sp>
          <p:nvSpPr>
            <p:cNvPr id="778" name="object 778"/>
            <p:cNvSpPr/>
            <p:nvPr/>
          </p:nvSpPr>
          <p:spPr>
            <a:xfrm>
              <a:off x="3344240" y="7387361"/>
              <a:ext cx="756285" cy="754380"/>
            </a:xfrm>
            <a:custGeom>
              <a:avLst/>
              <a:gdLst/>
              <a:ahLst/>
              <a:cxnLst/>
              <a:rect l="l" t="t" r="r" b="b"/>
              <a:pathLst>
                <a:path w="756285" h="754379">
                  <a:moveTo>
                    <a:pt x="1905" y="596773"/>
                  </a:moveTo>
                  <a:lnTo>
                    <a:pt x="0" y="595350"/>
                  </a:lnTo>
                  <a:lnTo>
                    <a:pt x="63" y="596773"/>
                  </a:lnTo>
                  <a:lnTo>
                    <a:pt x="1905" y="596773"/>
                  </a:lnTo>
                  <a:close/>
                </a:path>
                <a:path w="756285" h="754379">
                  <a:moveTo>
                    <a:pt x="483603" y="1422"/>
                  </a:moveTo>
                  <a:lnTo>
                    <a:pt x="483577" y="0"/>
                  </a:lnTo>
                  <a:lnTo>
                    <a:pt x="481723" y="0"/>
                  </a:lnTo>
                  <a:lnTo>
                    <a:pt x="483603" y="1422"/>
                  </a:lnTo>
                  <a:close/>
                </a:path>
                <a:path w="756285" h="754379">
                  <a:moveTo>
                    <a:pt x="756259" y="751192"/>
                  </a:moveTo>
                  <a:lnTo>
                    <a:pt x="752805" y="751192"/>
                  </a:lnTo>
                  <a:lnTo>
                    <a:pt x="756259" y="753757"/>
                  </a:lnTo>
                  <a:lnTo>
                    <a:pt x="756259" y="751192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9" name="object 779"/>
            <p:cNvSpPr/>
            <p:nvPr/>
          </p:nvSpPr>
          <p:spPr>
            <a:xfrm>
              <a:off x="3822522" y="7384760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0"/>
                  </a:moveTo>
                  <a:lnTo>
                    <a:pt x="0" y="2931"/>
                  </a:lnTo>
                  <a:lnTo>
                    <a:pt x="3342" y="2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0" name="object 780"/>
            <p:cNvSpPr/>
            <p:nvPr/>
          </p:nvSpPr>
          <p:spPr>
            <a:xfrm>
              <a:off x="3825949" y="738735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1" name="object 781"/>
            <p:cNvSpPr/>
            <p:nvPr/>
          </p:nvSpPr>
          <p:spPr>
            <a:xfrm>
              <a:off x="3339908" y="7978987"/>
              <a:ext cx="765175" cy="159385"/>
            </a:xfrm>
            <a:custGeom>
              <a:avLst/>
              <a:gdLst/>
              <a:ahLst/>
              <a:cxnLst/>
              <a:rect l="l" t="t" r="r" b="b"/>
              <a:pathLst>
                <a:path w="765175" h="159384">
                  <a:moveTo>
                    <a:pt x="760573" y="155482"/>
                  </a:moveTo>
                  <a:lnTo>
                    <a:pt x="760595" y="159199"/>
                  </a:lnTo>
                  <a:lnTo>
                    <a:pt x="764915" y="158732"/>
                  </a:lnTo>
                  <a:lnTo>
                    <a:pt x="760573" y="155482"/>
                  </a:lnTo>
                  <a:close/>
                </a:path>
                <a:path w="765175" h="159384">
                  <a:moveTo>
                    <a:pt x="4320" y="0"/>
                  </a:moveTo>
                  <a:lnTo>
                    <a:pt x="0" y="445"/>
                  </a:lnTo>
                  <a:lnTo>
                    <a:pt x="4320" y="3695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2" name="object 782"/>
            <p:cNvSpPr/>
            <p:nvPr/>
          </p:nvSpPr>
          <p:spPr>
            <a:xfrm>
              <a:off x="3349359" y="7445899"/>
              <a:ext cx="267335" cy="532765"/>
            </a:xfrm>
            <a:custGeom>
              <a:avLst/>
              <a:gdLst/>
              <a:ahLst/>
              <a:cxnLst/>
              <a:rect l="l" t="t" r="r" b="b"/>
              <a:pathLst>
                <a:path w="267335" h="532765">
                  <a:moveTo>
                    <a:pt x="0" y="0"/>
                  </a:moveTo>
                  <a:lnTo>
                    <a:pt x="71" y="200879"/>
                  </a:lnTo>
                  <a:lnTo>
                    <a:pt x="190" y="532513"/>
                  </a:lnTo>
                  <a:lnTo>
                    <a:pt x="172342" y="514350"/>
                  </a:lnTo>
                  <a:lnTo>
                    <a:pt x="172342" y="511844"/>
                  </a:lnTo>
                  <a:lnTo>
                    <a:pt x="196177" y="511844"/>
                  </a:lnTo>
                  <a:lnTo>
                    <a:pt x="260173" y="505087"/>
                  </a:lnTo>
                  <a:lnTo>
                    <a:pt x="87863" y="505087"/>
                  </a:lnTo>
                  <a:lnTo>
                    <a:pt x="87863" y="483844"/>
                  </a:lnTo>
                  <a:lnTo>
                    <a:pt x="132905" y="483844"/>
                  </a:lnTo>
                  <a:lnTo>
                    <a:pt x="128496" y="480531"/>
                  </a:lnTo>
                  <a:lnTo>
                    <a:pt x="128475" y="462601"/>
                  </a:lnTo>
                  <a:lnTo>
                    <a:pt x="87842" y="462601"/>
                  </a:lnTo>
                  <a:lnTo>
                    <a:pt x="87842" y="441358"/>
                  </a:lnTo>
                  <a:lnTo>
                    <a:pt x="172316" y="441358"/>
                  </a:lnTo>
                  <a:lnTo>
                    <a:pt x="172300" y="426869"/>
                  </a:lnTo>
                  <a:lnTo>
                    <a:pt x="267183" y="426869"/>
                  </a:lnTo>
                  <a:lnTo>
                    <a:pt x="267179" y="420113"/>
                  </a:lnTo>
                  <a:lnTo>
                    <a:pt x="87820" y="420113"/>
                  </a:lnTo>
                  <a:lnTo>
                    <a:pt x="87820" y="398870"/>
                  </a:lnTo>
                  <a:lnTo>
                    <a:pt x="162366" y="398870"/>
                  </a:lnTo>
                  <a:lnTo>
                    <a:pt x="156847" y="394727"/>
                  </a:lnTo>
                  <a:lnTo>
                    <a:pt x="160061" y="390479"/>
                  </a:lnTo>
                  <a:lnTo>
                    <a:pt x="267166" y="390479"/>
                  </a:lnTo>
                  <a:lnTo>
                    <a:pt x="267165" y="389310"/>
                  </a:lnTo>
                  <a:lnTo>
                    <a:pt x="149674" y="389310"/>
                  </a:lnTo>
                  <a:lnTo>
                    <a:pt x="134128" y="377626"/>
                  </a:lnTo>
                  <a:lnTo>
                    <a:pt x="87820" y="377626"/>
                  </a:lnTo>
                  <a:lnTo>
                    <a:pt x="87800" y="356382"/>
                  </a:lnTo>
                  <a:lnTo>
                    <a:pt x="105876" y="356382"/>
                  </a:lnTo>
                  <a:lnTo>
                    <a:pt x="88864" y="343573"/>
                  </a:lnTo>
                  <a:lnTo>
                    <a:pt x="92057" y="339323"/>
                  </a:lnTo>
                  <a:lnTo>
                    <a:pt x="99282" y="339323"/>
                  </a:lnTo>
                  <a:lnTo>
                    <a:pt x="99213" y="338687"/>
                  </a:lnTo>
                  <a:lnTo>
                    <a:pt x="99123" y="337858"/>
                  </a:lnTo>
                  <a:lnTo>
                    <a:pt x="120302" y="335627"/>
                  </a:lnTo>
                  <a:lnTo>
                    <a:pt x="141700" y="335627"/>
                  </a:lnTo>
                  <a:lnTo>
                    <a:pt x="141548" y="334225"/>
                  </a:lnTo>
                  <a:lnTo>
                    <a:pt x="141458" y="333397"/>
                  </a:lnTo>
                  <a:lnTo>
                    <a:pt x="162637" y="331166"/>
                  </a:lnTo>
                  <a:lnTo>
                    <a:pt x="184027" y="331166"/>
                  </a:lnTo>
                  <a:lnTo>
                    <a:pt x="183878" y="329742"/>
                  </a:lnTo>
                  <a:lnTo>
                    <a:pt x="183794" y="328936"/>
                  </a:lnTo>
                  <a:lnTo>
                    <a:pt x="204972" y="326704"/>
                  </a:lnTo>
                  <a:lnTo>
                    <a:pt x="226364" y="326704"/>
                  </a:lnTo>
                  <a:lnTo>
                    <a:pt x="226129" y="324474"/>
                  </a:lnTo>
                  <a:lnTo>
                    <a:pt x="247308" y="322244"/>
                  </a:lnTo>
                  <a:lnTo>
                    <a:pt x="267136" y="322244"/>
                  </a:lnTo>
                  <a:lnTo>
                    <a:pt x="267082" y="200879"/>
                  </a:lnTo>
                  <a:lnTo>
                    <a:pt x="219799" y="165317"/>
                  </a:lnTo>
                  <a:lnTo>
                    <a:pt x="16750" y="165317"/>
                  </a:lnTo>
                  <a:lnTo>
                    <a:pt x="14047" y="160728"/>
                  </a:lnTo>
                  <a:lnTo>
                    <a:pt x="28122" y="152444"/>
                  </a:lnTo>
                  <a:lnTo>
                    <a:pt x="11515" y="152444"/>
                  </a:lnTo>
                  <a:lnTo>
                    <a:pt x="9491" y="147537"/>
                  </a:lnTo>
                  <a:lnTo>
                    <a:pt x="29309" y="139421"/>
                  </a:lnTo>
                  <a:lnTo>
                    <a:pt x="51947" y="139421"/>
                  </a:lnTo>
                  <a:lnTo>
                    <a:pt x="51508" y="138677"/>
                  </a:lnTo>
                  <a:lnTo>
                    <a:pt x="55665" y="136235"/>
                  </a:lnTo>
                  <a:lnTo>
                    <a:pt x="51125" y="136235"/>
                  </a:lnTo>
                  <a:lnTo>
                    <a:pt x="49286" y="131752"/>
                  </a:lnTo>
                  <a:lnTo>
                    <a:pt x="7087" y="131752"/>
                  </a:lnTo>
                  <a:lnTo>
                    <a:pt x="6214" y="126505"/>
                  </a:lnTo>
                  <a:lnTo>
                    <a:pt x="26016" y="123191"/>
                  </a:lnTo>
                  <a:lnTo>
                    <a:pt x="47948" y="123191"/>
                  </a:lnTo>
                  <a:lnTo>
                    <a:pt x="47506" y="120599"/>
                  </a:lnTo>
                  <a:lnTo>
                    <a:pt x="2574" y="120599"/>
                  </a:lnTo>
                  <a:lnTo>
                    <a:pt x="2468" y="118198"/>
                  </a:lnTo>
                  <a:lnTo>
                    <a:pt x="2382" y="116244"/>
                  </a:lnTo>
                  <a:lnTo>
                    <a:pt x="2340" y="115289"/>
                  </a:lnTo>
                  <a:lnTo>
                    <a:pt x="23966" y="114311"/>
                  </a:lnTo>
                  <a:lnTo>
                    <a:pt x="45634" y="114311"/>
                  </a:lnTo>
                  <a:lnTo>
                    <a:pt x="45591" y="113334"/>
                  </a:lnTo>
                  <a:lnTo>
                    <a:pt x="67217" y="112356"/>
                  </a:lnTo>
                  <a:lnTo>
                    <a:pt x="149385" y="112356"/>
                  </a:lnTo>
                  <a:lnTo>
                    <a:pt x="0" y="0"/>
                  </a:lnTo>
                  <a:close/>
                </a:path>
                <a:path w="267335" h="532765">
                  <a:moveTo>
                    <a:pt x="196177" y="511844"/>
                  </a:moveTo>
                  <a:lnTo>
                    <a:pt x="177664" y="511844"/>
                  </a:lnTo>
                  <a:lnTo>
                    <a:pt x="177664" y="513798"/>
                  </a:lnTo>
                  <a:lnTo>
                    <a:pt x="196177" y="511844"/>
                  </a:lnTo>
                  <a:close/>
                </a:path>
                <a:path w="267335" h="532765">
                  <a:moveTo>
                    <a:pt x="132905" y="483844"/>
                  </a:moveTo>
                  <a:lnTo>
                    <a:pt x="93184" y="483844"/>
                  </a:lnTo>
                  <a:lnTo>
                    <a:pt x="93184" y="505087"/>
                  </a:lnTo>
                  <a:lnTo>
                    <a:pt x="260173" y="505087"/>
                  </a:lnTo>
                  <a:lnTo>
                    <a:pt x="267210" y="504344"/>
                  </a:lnTo>
                  <a:lnTo>
                    <a:pt x="267200" y="490599"/>
                  </a:lnTo>
                  <a:lnTo>
                    <a:pt x="172342" y="490599"/>
                  </a:lnTo>
                  <a:lnTo>
                    <a:pt x="172342" y="488433"/>
                  </a:lnTo>
                  <a:lnTo>
                    <a:pt x="139011" y="488433"/>
                  </a:lnTo>
                  <a:lnTo>
                    <a:pt x="132905" y="483844"/>
                  </a:lnTo>
                  <a:close/>
                </a:path>
                <a:path w="267335" h="532765">
                  <a:moveTo>
                    <a:pt x="267188" y="474922"/>
                  </a:moveTo>
                  <a:lnTo>
                    <a:pt x="177643" y="484375"/>
                  </a:lnTo>
                  <a:lnTo>
                    <a:pt x="177664" y="490599"/>
                  </a:lnTo>
                  <a:lnTo>
                    <a:pt x="267200" y="490599"/>
                  </a:lnTo>
                  <a:lnTo>
                    <a:pt x="267188" y="474922"/>
                  </a:lnTo>
                  <a:close/>
                </a:path>
                <a:path w="267335" h="532765">
                  <a:moveTo>
                    <a:pt x="172342" y="484927"/>
                  </a:moveTo>
                  <a:lnTo>
                    <a:pt x="139011" y="488433"/>
                  </a:lnTo>
                  <a:lnTo>
                    <a:pt x="172342" y="488433"/>
                  </a:lnTo>
                  <a:lnTo>
                    <a:pt x="172342" y="484927"/>
                  </a:lnTo>
                  <a:close/>
                </a:path>
                <a:path w="267335" h="532765">
                  <a:moveTo>
                    <a:pt x="139011" y="479404"/>
                  </a:moveTo>
                  <a:lnTo>
                    <a:pt x="128269" y="480531"/>
                  </a:lnTo>
                  <a:lnTo>
                    <a:pt x="128496" y="480531"/>
                  </a:lnTo>
                  <a:lnTo>
                    <a:pt x="139011" y="479404"/>
                  </a:lnTo>
                  <a:close/>
                </a:path>
                <a:path w="267335" h="532765">
                  <a:moveTo>
                    <a:pt x="172316" y="441358"/>
                  </a:moveTo>
                  <a:lnTo>
                    <a:pt x="93163" y="441358"/>
                  </a:lnTo>
                  <a:lnTo>
                    <a:pt x="93163" y="462601"/>
                  </a:lnTo>
                  <a:lnTo>
                    <a:pt x="128475" y="462601"/>
                  </a:lnTo>
                  <a:lnTo>
                    <a:pt x="128475" y="451533"/>
                  </a:lnTo>
                  <a:lnTo>
                    <a:pt x="172322" y="446901"/>
                  </a:lnTo>
                  <a:lnTo>
                    <a:pt x="172316" y="441358"/>
                  </a:lnTo>
                  <a:close/>
                </a:path>
                <a:path w="267335" h="532765">
                  <a:moveTo>
                    <a:pt x="267183" y="426869"/>
                  </a:moveTo>
                  <a:lnTo>
                    <a:pt x="177622" y="426869"/>
                  </a:lnTo>
                  <a:lnTo>
                    <a:pt x="177643" y="446349"/>
                  </a:lnTo>
                  <a:lnTo>
                    <a:pt x="267188" y="436896"/>
                  </a:lnTo>
                  <a:lnTo>
                    <a:pt x="267183" y="426869"/>
                  </a:lnTo>
                  <a:close/>
                </a:path>
                <a:path w="267335" h="532765">
                  <a:moveTo>
                    <a:pt x="162366" y="398870"/>
                  </a:moveTo>
                  <a:lnTo>
                    <a:pt x="93141" y="398870"/>
                  </a:lnTo>
                  <a:lnTo>
                    <a:pt x="93141" y="420113"/>
                  </a:lnTo>
                  <a:lnTo>
                    <a:pt x="267179" y="420113"/>
                  </a:lnTo>
                  <a:lnTo>
                    <a:pt x="267172" y="407750"/>
                  </a:lnTo>
                  <a:lnTo>
                    <a:pt x="174195" y="407750"/>
                  </a:lnTo>
                  <a:lnTo>
                    <a:pt x="162366" y="398870"/>
                  </a:lnTo>
                  <a:close/>
                </a:path>
                <a:path w="267335" h="532765">
                  <a:moveTo>
                    <a:pt x="208918" y="401015"/>
                  </a:moveTo>
                  <a:lnTo>
                    <a:pt x="187519" y="401015"/>
                  </a:lnTo>
                  <a:lnTo>
                    <a:pt x="188073" y="406306"/>
                  </a:lnTo>
                  <a:lnTo>
                    <a:pt x="174195" y="407750"/>
                  </a:lnTo>
                  <a:lnTo>
                    <a:pt x="267172" y="407750"/>
                  </a:lnTo>
                  <a:lnTo>
                    <a:pt x="267170" y="404074"/>
                  </a:lnTo>
                  <a:lnTo>
                    <a:pt x="209251" y="404074"/>
                  </a:lnTo>
                  <a:lnTo>
                    <a:pt x="209055" y="402268"/>
                  </a:lnTo>
                  <a:lnTo>
                    <a:pt x="209008" y="401844"/>
                  </a:lnTo>
                  <a:lnTo>
                    <a:pt x="208918" y="401015"/>
                  </a:lnTo>
                  <a:close/>
                </a:path>
                <a:path w="267335" h="532765">
                  <a:moveTo>
                    <a:pt x="251256" y="396554"/>
                  </a:moveTo>
                  <a:lnTo>
                    <a:pt x="229854" y="396554"/>
                  </a:lnTo>
                  <a:lnTo>
                    <a:pt x="230321" y="401015"/>
                  </a:lnTo>
                  <a:lnTo>
                    <a:pt x="230408" y="401844"/>
                  </a:lnTo>
                  <a:lnTo>
                    <a:pt x="209251" y="404074"/>
                  </a:lnTo>
                  <a:lnTo>
                    <a:pt x="267170" y="404074"/>
                  </a:lnTo>
                  <a:lnTo>
                    <a:pt x="267168" y="399592"/>
                  </a:lnTo>
                  <a:lnTo>
                    <a:pt x="251587" y="399592"/>
                  </a:lnTo>
                  <a:lnTo>
                    <a:pt x="251256" y="396554"/>
                  </a:lnTo>
                  <a:close/>
                </a:path>
                <a:path w="267335" h="532765">
                  <a:moveTo>
                    <a:pt x="267166" y="390479"/>
                  </a:moveTo>
                  <a:lnTo>
                    <a:pt x="160061" y="390479"/>
                  </a:lnTo>
                  <a:lnTo>
                    <a:pt x="175727" y="402268"/>
                  </a:lnTo>
                  <a:lnTo>
                    <a:pt x="187519" y="401015"/>
                  </a:lnTo>
                  <a:lnTo>
                    <a:pt x="208918" y="401015"/>
                  </a:lnTo>
                  <a:lnTo>
                    <a:pt x="208764" y="399592"/>
                  </a:lnTo>
                  <a:lnTo>
                    <a:pt x="208685" y="398870"/>
                  </a:lnTo>
                  <a:lnTo>
                    <a:pt x="207868" y="398870"/>
                  </a:lnTo>
                  <a:lnTo>
                    <a:pt x="229854" y="396554"/>
                  </a:lnTo>
                  <a:lnTo>
                    <a:pt x="251256" y="396554"/>
                  </a:lnTo>
                  <a:lnTo>
                    <a:pt x="251056" y="394727"/>
                  </a:lnTo>
                  <a:lnTo>
                    <a:pt x="251012" y="394323"/>
                  </a:lnTo>
                  <a:lnTo>
                    <a:pt x="267167" y="392624"/>
                  </a:lnTo>
                  <a:lnTo>
                    <a:pt x="267166" y="390479"/>
                  </a:lnTo>
                  <a:close/>
                </a:path>
                <a:path w="267335" h="532765">
                  <a:moveTo>
                    <a:pt x="267167" y="397957"/>
                  </a:moveTo>
                  <a:lnTo>
                    <a:pt x="251587" y="399592"/>
                  </a:lnTo>
                  <a:lnTo>
                    <a:pt x="267168" y="399592"/>
                  </a:lnTo>
                  <a:lnTo>
                    <a:pt x="267167" y="397957"/>
                  </a:lnTo>
                  <a:close/>
                </a:path>
                <a:path w="267335" h="532765">
                  <a:moveTo>
                    <a:pt x="267155" y="364901"/>
                  </a:moveTo>
                  <a:lnTo>
                    <a:pt x="126048" y="364901"/>
                  </a:lnTo>
                  <a:lnTo>
                    <a:pt x="152888" y="385061"/>
                  </a:lnTo>
                  <a:lnTo>
                    <a:pt x="149674" y="389310"/>
                  </a:lnTo>
                  <a:lnTo>
                    <a:pt x="267165" y="389310"/>
                  </a:lnTo>
                  <a:lnTo>
                    <a:pt x="267155" y="364901"/>
                  </a:lnTo>
                  <a:close/>
                </a:path>
                <a:path w="267335" h="532765">
                  <a:moveTo>
                    <a:pt x="105898" y="356382"/>
                  </a:moveTo>
                  <a:lnTo>
                    <a:pt x="93121" y="356382"/>
                  </a:lnTo>
                  <a:lnTo>
                    <a:pt x="93141" y="377626"/>
                  </a:lnTo>
                  <a:lnTo>
                    <a:pt x="134128" y="377626"/>
                  </a:lnTo>
                  <a:lnTo>
                    <a:pt x="122855" y="369150"/>
                  </a:lnTo>
                  <a:lnTo>
                    <a:pt x="126048" y="364901"/>
                  </a:lnTo>
                  <a:lnTo>
                    <a:pt x="267155" y="364901"/>
                  </a:lnTo>
                  <a:lnTo>
                    <a:pt x="267154" y="363733"/>
                  </a:lnTo>
                  <a:lnTo>
                    <a:pt x="115683" y="363733"/>
                  </a:lnTo>
                  <a:lnTo>
                    <a:pt x="105898" y="356382"/>
                  </a:lnTo>
                  <a:close/>
                </a:path>
                <a:path w="267335" h="532765">
                  <a:moveTo>
                    <a:pt x="99282" y="339323"/>
                  </a:moveTo>
                  <a:lnTo>
                    <a:pt x="92057" y="339323"/>
                  </a:lnTo>
                  <a:lnTo>
                    <a:pt x="118875" y="359505"/>
                  </a:lnTo>
                  <a:lnTo>
                    <a:pt x="115683" y="363733"/>
                  </a:lnTo>
                  <a:lnTo>
                    <a:pt x="267154" y="363733"/>
                  </a:lnTo>
                  <a:lnTo>
                    <a:pt x="267145" y="343147"/>
                  </a:lnTo>
                  <a:lnTo>
                    <a:pt x="99697" y="343147"/>
                  </a:lnTo>
                  <a:lnTo>
                    <a:pt x="99282" y="339323"/>
                  </a:lnTo>
                  <a:close/>
                </a:path>
                <a:path w="267335" h="532765">
                  <a:moveTo>
                    <a:pt x="141700" y="335627"/>
                  </a:moveTo>
                  <a:lnTo>
                    <a:pt x="120302" y="335627"/>
                  </a:lnTo>
                  <a:lnTo>
                    <a:pt x="120855" y="340917"/>
                  </a:lnTo>
                  <a:lnTo>
                    <a:pt x="99697" y="343147"/>
                  </a:lnTo>
                  <a:lnTo>
                    <a:pt x="267145" y="343147"/>
                  </a:lnTo>
                  <a:lnTo>
                    <a:pt x="267143" y="338687"/>
                  </a:lnTo>
                  <a:lnTo>
                    <a:pt x="142032" y="338687"/>
                  </a:lnTo>
                  <a:lnTo>
                    <a:pt x="141790" y="336456"/>
                  </a:lnTo>
                  <a:lnTo>
                    <a:pt x="141700" y="335627"/>
                  </a:lnTo>
                  <a:close/>
                </a:path>
                <a:path w="267335" h="532765">
                  <a:moveTo>
                    <a:pt x="184027" y="331166"/>
                  </a:moveTo>
                  <a:lnTo>
                    <a:pt x="162637" y="331166"/>
                  </a:lnTo>
                  <a:lnTo>
                    <a:pt x="163104" y="335627"/>
                  </a:lnTo>
                  <a:lnTo>
                    <a:pt x="163191" y="336456"/>
                  </a:lnTo>
                  <a:lnTo>
                    <a:pt x="142032" y="338687"/>
                  </a:lnTo>
                  <a:lnTo>
                    <a:pt x="267143" y="338687"/>
                  </a:lnTo>
                  <a:lnTo>
                    <a:pt x="267141" y="334225"/>
                  </a:lnTo>
                  <a:lnTo>
                    <a:pt x="184348" y="334225"/>
                  </a:lnTo>
                  <a:lnTo>
                    <a:pt x="184112" y="331974"/>
                  </a:lnTo>
                  <a:lnTo>
                    <a:pt x="184027" y="331166"/>
                  </a:lnTo>
                  <a:close/>
                </a:path>
                <a:path w="267335" h="532765">
                  <a:moveTo>
                    <a:pt x="226364" y="326704"/>
                  </a:moveTo>
                  <a:lnTo>
                    <a:pt x="204972" y="326704"/>
                  </a:lnTo>
                  <a:lnTo>
                    <a:pt x="205441" y="331166"/>
                  </a:lnTo>
                  <a:lnTo>
                    <a:pt x="205526" y="331974"/>
                  </a:lnTo>
                  <a:lnTo>
                    <a:pt x="184348" y="334225"/>
                  </a:lnTo>
                  <a:lnTo>
                    <a:pt x="267141" y="334225"/>
                  </a:lnTo>
                  <a:lnTo>
                    <a:pt x="267139" y="329742"/>
                  </a:lnTo>
                  <a:lnTo>
                    <a:pt x="226683" y="329742"/>
                  </a:lnTo>
                  <a:lnTo>
                    <a:pt x="226449" y="327512"/>
                  </a:lnTo>
                  <a:lnTo>
                    <a:pt x="226364" y="326704"/>
                  </a:lnTo>
                  <a:close/>
                </a:path>
                <a:path w="267335" h="532765">
                  <a:moveTo>
                    <a:pt x="267136" y="322244"/>
                  </a:moveTo>
                  <a:lnTo>
                    <a:pt x="247308" y="322244"/>
                  </a:lnTo>
                  <a:lnTo>
                    <a:pt x="247777" y="326704"/>
                  </a:lnTo>
                  <a:lnTo>
                    <a:pt x="247862" y="327512"/>
                  </a:lnTo>
                  <a:lnTo>
                    <a:pt x="226683" y="329742"/>
                  </a:lnTo>
                  <a:lnTo>
                    <a:pt x="267139" y="329742"/>
                  </a:lnTo>
                  <a:lnTo>
                    <a:pt x="267136" y="322244"/>
                  </a:lnTo>
                  <a:close/>
                </a:path>
                <a:path w="267335" h="532765">
                  <a:moveTo>
                    <a:pt x="199040" y="149703"/>
                  </a:moveTo>
                  <a:lnTo>
                    <a:pt x="32778" y="149703"/>
                  </a:lnTo>
                  <a:lnTo>
                    <a:pt x="35481" y="154292"/>
                  </a:lnTo>
                  <a:lnTo>
                    <a:pt x="16750" y="165317"/>
                  </a:lnTo>
                  <a:lnTo>
                    <a:pt x="219799" y="165317"/>
                  </a:lnTo>
                  <a:lnTo>
                    <a:pt x="199040" y="149703"/>
                  </a:lnTo>
                  <a:close/>
                </a:path>
                <a:path w="267335" h="532765">
                  <a:moveTo>
                    <a:pt x="51947" y="139421"/>
                  </a:moveTo>
                  <a:lnTo>
                    <a:pt x="29309" y="139421"/>
                  </a:lnTo>
                  <a:lnTo>
                    <a:pt x="31309" y="144350"/>
                  </a:lnTo>
                  <a:lnTo>
                    <a:pt x="11515" y="152444"/>
                  </a:lnTo>
                  <a:lnTo>
                    <a:pt x="28122" y="152444"/>
                  </a:lnTo>
                  <a:lnTo>
                    <a:pt x="32778" y="149703"/>
                  </a:lnTo>
                  <a:lnTo>
                    <a:pt x="199040" y="149703"/>
                  </a:lnTo>
                  <a:lnTo>
                    <a:pt x="190481" y="143266"/>
                  </a:lnTo>
                  <a:lnTo>
                    <a:pt x="54212" y="143266"/>
                  </a:lnTo>
                  <a:lnTo>
                    <a:pt x="51947" y="139421"/>
                  </a:lnTo>
                  <a:close/>
                </a:path>
                <a:path w="267335" h="532765">
                  <a:moveTo>
                    <a:pt x="163790" y="123191"/>
                  </a:moveTo>
                  <a:lnTo>
                    <a:pt x="68920" y="123191"/>
                  </a:lnTo>
                  <a:lnTo>
                    <a:pt x="71012" y="128290"/>
                  </a:lnTo>
                  <a:lnTo>
                    <a:pt x="70627" y="128290"/>
                  </a:lnTo>
                  <a:lnTo>
                    <a:pt x="72964" y="132219"/>
                  </a:lnTo>
                  <a:lnTo>
                    <a:pt x="54212" y="143266"/>
                  </a:lnTo>
                  <a:lnTo>
                    <a:pt x="190481" y="143266"/>
                  </a:lnTo>
                  <a:lnTo>
                    <a:pt x="163790" y="123191"/>
                  </a:lnTo>
                  <a:close/>
                </a:path>
                <a:path w="267335" h="532765">
                  <a:moveTo>
                    <a:pt x="66153" y="130074"/>
                  </a:moveTo>
                  <a:lnTo>
                    <a:pt x="51125" y="136235"/>
                  </a:lnTo>
                  <a:lnTo>
                    <a:pt x="55665" y="136235"/>
                  </a:lnTo>
                  <a:lnTo>
                    <a:pt x="66153" y="130074"/>
                  </a:lnTo>
                  <a:close/>
                </a:path>
                <a:path w="267335" h="532765">
                  <a:moveTo>
                    <a:pt x="47948" y="123191"/>
                  </a:moveTo>
                  <a:lnTo>
                    <a:pt x="26796" y="123191"/>
                  </a:lnTo>
                  <a:lnTo>
                    <a:pt x="27647" y="128290"/>
                  </a:lnTo>
                  <a:lnTo>
                    <a:pt x="7087" y="131752"/>
                  </a:lnTo>
                  <a:lnTo>
                    <a:pt x="49286" y="131752"/>
                  </a:lnTo>
                  <a:lnTo>
                    <a:pt x="49103" y="131306"/>
                  </a:lnTo>
                  <a:lnTo>
                    <a:pt x="64873" y="124848"/>
                  </a:lnTo>
                  <a:lnTo>
                    <a:pt x="48230" y="124848"/>
                  </a:lnTo>
                  <a:lnTo>
                    <a:pt x="47948" y="123191"/>
                  </a:lnTo>
                  <a:close/>
                </a:path>
                <a:path w="267335" h="532765">
                  <a:moveTo>
                    <a:pt x="149385" y="112356"/>
                  </a:moveTo>
                  <a:lnTo>
                    <a:pt x="67217" y="112356"/>
                  </a:lnTo>
                  <a:lnTo>
                    <a:pt x="67302" y="114311"/>
                  </a:lnTo>
                  <a:lnTo>
                    <a:pt x="67387" y="116244"/>
                  </a:lnTo>
                  <a:lnTo>
                    <a:pt x="67933" y="116244"/>
                  </a:lnTo>
                  <a:lnTo>
                    <a:pt x="68792" y="121385"/>
                  </a:lnTo>
                  <a:lnTo>
                    <a:pt x="48230" y="124848"/>
                  </a:lnTo>
                  <a:lnTo>
                    <a:pt x="64873" y="124848"/>
                  </a:lnTo>
                  <a:lnTo>
                    <a:pt x="68920" y="123191"/>
                  </a:lnTo>
                  <a:lnTo>
                    <a:pt x="163790" y="123191"/>
                  </a:lnTo>
                  <a:lnTo>
                    <a:pt x="149385" y="112356"/>
                  </a:lnTo>
                  <a:close/>
                </a:path>
                <a:path w="267335" h="532765">
                  <a:moveTo>
                    <a:pt x="45634" y="114311"/>
                  </a:moveTo>
                  <a:lnTo>
                    <a:pt x="23966" y="114311"/>
                  </a:lnTo>
                  <a:lnTo>
                    <a:pt x="24051" y="116244"/>
                  </a:lnTo>
                  <a:lnTo>
                    <a:pt x="24137" y="118198"/>
                  </a:lnTo>
                  <a:lnTo>
                    <a:pt x="24199" y="119622"/>
                  </a:lnTo>
                  <a:lnTo>
                    <a:pt x="2574" y="120599"/>
                  </a:lnTo>
                  <a:lnTo>
                    <a:pt x="47506" y="120599"/>
                  </a:lnTo>
                  <a:lnTo>
                    <a:pt x="47340" y="119622"/>
                  </a:lnTo>
                  <a:lnTo>
                    <a:pt x="47207" y="119622"/>
                  </a:lnTo>
                  <a:lnTo>
                    <a:pt x="53063" y="118645"/>
                  </a:lnTo>
                  <a:lnTo>
                    <a:pt x="45825" y="118645"/>
                  </a:lnTo>
                  <a:lnTo>
                    <a:pt x="45719" y="116244"/>
                  </a:lnTo>
                  <a:lnTo>
                    <a:pt x="45634" y="114311"/>
                  </a:lnTo>
                  <a:close/>
                </a:path>
                <a:path w="267335" h="532765">
                  <a:moveTo>
                    <a:pt x="55744" y="118198"/>
                  </a:moveTo>
                  <a:lnTo>
                    <a:pt x="45825" y="118645"/>
                  </a:lnTo>
                  <a:lnTo>
                    <a:pt x="53063" y="118645"/>
                  </a:lnTo>
                  <a:lnTo>
                    <a:pt x="55744" y="118198"/>
                  </a:lnTo>
                  <a:close/>
                </a:path>
              </a:pathLst>
            </a:custGeom>
            <a:solidFill>
              <a:srgbClr val="88B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3" name="object 783"/>
            <p:cNvSpPr/>
            <p:nvPr/>
          </p:nvSpPr>
          <p:spPr>
            <a:xfrm>
              <a:off x="3349359" y="7445899"/>
              <a:ext cx="635" cy="532765"/>
            </a:xfrm>
            <a:custGeom>
              <a:avLst/>
              <a:gdLst/>
              <a:ahLst/>
              <a:cxnLst/>
              <a:rect l="l" t="t" r="r" b="b"/>
              <a:pathLst>
                <a:path w="635" h="532765">
                  <a:moveTo>
                    <a:pt x="0" y="0"/>
                  </a:moveTo>
                  <a:lnTo>
                    <a:pt x="190" y="532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4" name="object 784"/>
            <p:cNvSpPr/>
            <p:nvPr/>
          </p:nvSpPr>
          <p:spPr>
            <a:xfrm>
              <a:off x="3353892" y="7955597"/>
              <a:ext cx="262890" cy="225425"/>
            </a:xfrm>
            <a:custGeom>
              <a:avLst/>
              <a:gdLst/>
              <a:ahLst/>
              <a:cxnLst/>
              <a:rect l="l" t="t" r="r" b="b"/>
              <a:pathLst>
                <a:path w="262889" h="225425">
                  <a:moveTo>
                    <a:pt x="83331" y="18906"/>
                  </a:moveTo>
                  <a:lnTo>
                    <a:pt x="0" y="27702"/>
                  </a:lnTo>
                  <a:lnTo>
                    <a:pt x="262763" y="225331"/>
                  </a:lnTo>
                  <a:lnTo>
                    <a:pt x="262727" y="127822"/>
                  </a:lnTo>
                  <a:lnTo>
                    <a:pt x="183029" y="127822"/>
                  </a:lnTo>
                  <a:lnTo>
                    <a:pt x="182909" y="126676"/>
                  </a:lnTo>
                  <a:lnTo>
                    <a:pt x="166385" y="126676"/>
                  </a:lnTo>
                  <a:lnTo>
                    <a:pt x="144738" y="110403"/>
                  </a:lnTo>
                  <a:lnTo>
                    <a:pt x="147952" y="106154"/>
                  </a:lnTo>
                  <a:lnTo>
                    <a:pt x="167851" y="106154"/>
                  </a:lnTo>
                  <a:lnTo>
                    <a:pt x="167845" y="101098"/>
                  </a:lnTo>
                  <a:lnTo>
                    <a:pt x="132392" y="101098"/>
                  </a:lnTo>
                  <a:lnTo>
                    <a:pt x="127781" y="97614"/>
                  </a:lnTo>
                  <a:lnTo>
                    <a:pt x="126736" y="96850"/>
                  </a:lnTo>
                  <a:lnTo>
                    <a:pt x="110745" y="84825"/>
                  </a:lnTo>
                  <a:lnTo>
                    <a:pt x="113938" y="80577"/>
                  </a:lnTo>
                  <a:lnTo>
                    <a:pt x="262710" y="80577"/>
                  </a:lnTo>
                  <a:lnTo>
                    <a:pt x="262708" y="75521"/>
                  </a:lnTo>
                  <a:lnTo>
                    <a:pt x="98400" y="75521"/>
                  </a:lnTo>
                  <a:lnTo>
                    <a:pt x="92722" y="71272"/>
                  </a:lnTo>
                  <a:lnTo>
                    <a:pt x="79030" y="60968"/>
                  </a:lnTo>
                  <a:lnTo>
                    <a:pt x="83352" y="60501"/>
                  </a:lnTo>
                  <a:lnTo>
                    <a:pt x="83352" y="59121"/>
                  </a:lnTo>
                  <a:lnTo>
                    <a:pt x="116691" y="59121"/>
                  </a:lnTo>
                  <a:lnTo>
                    <a:pt x="116558" y="57847"/>
                  </a:lnTo>
                  <a:lnTo>
                    <a:pt x="116471" y="57017"/>
                  </a:lnTo>
                  <a:lnTo>
                    <a:pt x="137628" y="54787"/>
                  </a:lnTo>
                  <a:lnTo>
                    <a:pt x="159040" y="54787"/>
                  </a:lnTo>
                  <a:lnTo>
                    <a:pt x="158891" y="53364"/>
                  </a:lnTo>
                  <a:lnTo>
                    <a:pt x="158807" y="52556"/>
                  </a:lnTo>
                  <a:lnTo>
                    <a:pt x="167831" y="51601"/>
                  </a:lnTo>
                  <a:lnTo>
                    <a:pt x="167831" y="44632"/>
                  </a:lnTo>
                  <a:lnTo>
                    <a:pt x="243568" y="44632"/>
                  </a:lnTo>
                  <a:lnTo>
                    <a:pt x="243457" y="43613"/>
                  </a:lnTo>
                  <a:lnTo>
                    <a:pt x="262698" y="41595"/>
                  </a:lnTo>
                  <a:lnTo>
                    <a:pt x="262696" y="37877"/>
                  </a:lnTo>
                  <a:lnTo>
                    <a:pt x="83352" y="37877"/>
                  </a:lnTo>
                  <a:lnTo>
                    <a:pt x="83331" y="18906"/>
                  </a:lnTo>
                  <a:close/>
                </a:path>
                <a:path w="262889" h="225425">
                  <a:moveTo>
                    <a:pt x="225046" y="120303"/>
                  </a:moveTo>
                  <a:lnTo>
                    <a:pt x="203633" y="120303"/>
                  </a:lnTo>
                  <a:lnTo>
                    <a:pt x="204186" y="125571"/>
                  </a:lnTo>
                  <a:lnTo>
                    <a:pt x="183029" y="127822"/>
                  </a:lnTo>
                  <a:lnTo>
                    <a:pt x="262727" y="127822"/>
                  </a:lnTo>
                  <a:lnTo>
                    <a:pt x="262725" y="123341"/>
                  </a:lnTo>
                  <a:lnTo>
                    <a:pt x="225365" y="123341"/>
                  </a:lnTo>
                  <a:lnTo>
                    <a:pt x="225130" y="121109"/>
                  </a:lnTo>
                  <a:lnTo>
                    <a:pt x="225046" y="120303"/>
                  </a:lnTo>
                  <a:close/>
                </a:path>
                <a:path w="262889" h="225425">
                  <a:moveTo>
                    <a:pt x="167851" y="106154"/>
                  </a:moveTo>
                  <a:lnTo>
                    <a:pt x="147952" y="106154"/>
                  </a:lnTo>
                  <a:lnTo>
                    <a:pt x="169718" y="122533"/>
                  </a:lnTo>
                  <a:lnTo>
                    <a:pt x="169496" y="122533"/>
                  </a:lnTo>
                  <a:lnTo>
                    <a:pt x="166385" y="126676"/>
                  </a:lnTo>
                  <a:lnTo>
                    <a:pt x="182909" y="126676"/>
                  </a:lnTo>
                  <a:lnTo>
                    <a:pt x="182560" y="123341"/>
                  </a:lnTo>
                  <a:lnTo>
                    <a:pt x="182476" y="122533"/>
                  </a:lnTo>
                  <a:lnTo>
                    <a:pt x="203633" y="120303"/>
                  </a:lnTo>
                  <a:lnTo>
                    <a:pt x="225046" y="120303"/>
                  </a:lnTo>
                  <a:lnTo>
                    <a:pt x="224811" y="118071"/>
                  </a:lnTo>
                  <a:lnTo>
                    <a:pt x="245968" y="115841"/>
                  </a:lnTo>
                  <a:lnTo>
                    <a:pt x="262723" y="115841"/>
                  </a:lnTo>
                  <a:lnTo>
                    <a:pt x="262720" y="108364"/>
                  </a:lnTo>
                  <a:lnTo>
                    <a:pt x="167853" y="108364"/>
                  </a:lnTo>
                  <a:lnTo>
                    <a:pt x="167851" y="106154"/>
                  </a:lnTo>
                  <a:close/>
                </a:path>
                <a:path w="262889" h="225425">
                  <a:moveTo>
                    <a:pt x="262723" y="115841"/>
                  </a:moveTo>
                  <a:lnTo>
                    <a:pt x="245968" y="115841"/>
                  </a:lnTo>
                  <a:lnTo>
                    <a:pt x="246437" y="120303"/>
                  </a:lnTo>
                  <a:lnTo>
                    <a:pt x="246522" y="121109"/>
                  </a:lnTo>
                  <a:lnTo>
                    <a:pt x="225365" y="123341"/>
                  </a:lnTo>
                  <a:lnTo>
                    <a:pt x="262725" y="123341"/>
                  </a:lnTo>
                  <a:lnTo>
                    <a:pt x="262723" y="115841"/>
                  </a:lnTo>
                  <a:close/>
                </a:path>
                <a:path w="262889" h="225425">
                  <a:moveTo>
                    <a:pt x="262712" y="87120"/>
                  </a:moveTo>
                  <a:lnTo>
                    <a:pt x="173153" y="87120"/>
                  </a:lnTo>
                  <a:lnTo>
                    <a:pt x="173174" y="108364"/>
                  </a:lnTo>
                  <a:lnTo>
                    <a:pt x="262720" y="108364"/>
                  </a:lnTo>
                  <a:lnTo>
                    <a:pt x="262712" y="87120"/>
                  </a:lnTo>
                  <a:close/>
                </a:path>
                <a:path w="262889" h="225425">
                  <a:moveTo>
                    <a:pt x="262710" y="80577"/>
                  </a:moveTo>
                  <a:lnTo>
                    <a:pt x="113938" y="80577"/>
                  </a:lnTo>
                  <a:lnTo>
                    <a:pt x="135585" y="96850"/>
                  </a:lnTo>
                  <a:lnTo>
                    <a:pt x="132392" y="101098"/>
                  </a:lnTo>
                  <a:lnTo>
                    <a:pt x="167845" y="101098"/>
                  </a:lnTo>
                  <a:lnTo>
                    <a:pt x="167831" y="87120"/>
                  </a:lnTo>
                  <a:lnTo>
                    <a:pt x="262712" y="87120"/>
                  </a:lnTo>
                  <a:lnTo>
                    <a:pt x="262710" y="80577"/>
                  </a:lnTo>
                  <a:close/>
                </a:path>
                <a:path w="262889" h="225425">
                  <a:moveTo>
                    <a:pt x="116705" y="59249"/>
                  </a:moveTo>
                  <a:lnTo>
                    <a:pt x="95293" y="59249"/>
                  </a:lnTo>
                  <a:lnTo>
                    <a:pt x="95846" y="64538"/>
                  </a:lnTo>
                  <a:lnTo>
                    <a:pt x="93016" y="64836"/>
                  </a:lnTo>
                  <a:lnTo>
                    <a:pt x="101593" y="71272"/>
                  </a:lnTo>
                  <a:lnTo>
                    <a:pt x="98400" y="75521"/>
                  </a:lnTo>
                  <a:lnTo>
                    <a:pt x="262708" y="75521"/>
                  </a:lnTo>
                  <a:lnTo>
                    <a:pt x="262705" y="65876"/>
                  </a:lnTo>
                  <a:lnTo>
                    <a:pt x="167831" y="65876"/>
                  </a:lnTo>
                  <a:lnTo>
                    <a:pt x="167831" y="62307"/>
                  </a:lnTo>
                  <a:lnTo>
                    <a:pt x="117025" y="62307"/>
                  </a:lnTo>
                  <a:lnTo>
                    <a:pt x="116885" y="60968"/>
                  </a:lnTo>
                  <a:lnTo>
                    <a:pt x="116791" y="60077"/>
                  </a:lnTo>
                  <a:lnTo>
                    <a:pt x="116705" y="59249"/>
                  </a:lnTo>
                  <a:close/>
                </a:path>
                <a:path w="262889" h="225425">
                  <a:moveTo>
                    <a:pt x="201364" y="50326"/>
                  </a:moveTo>
                  <a:lnTo>
                    <a:pt x="179964" y="50326"/>
                  </a:lnTo>
                  <a:lnTo>
                    <a:pt x="180433" y="54787"/>
                  </a:lnTo>
                  <a:lnTo>
                    <a:pt x="180517" y="55594"/>
                  </a:lnTo>
                  <a:lnTo>
                    <a:pt x="173153" y="56380"/>
                  </a:lnTo>
                  <a:lnTo>
                    <a:pt x="173153" y="65876"/>
                  </a:lnTo>
                  <a:lnTo>
                    <a:pt x="262705" y="65876"/>
                  </a:lnTo>
                  <a:lnTo>
                    <a:pt x="262700" y="53364"/>
                  </a:lnTo>
                  <a:lnTo>
                    <a:pt x="201696" y="53364"/>
                  </a:lnTo>
                  <a:lnTo>
                    <a:pt x="201608" y="52556"/>
                  </a:lnTo>
                  <a:lnTo>
                    <a:pt x="201503" y="51601"/>
                  </a:lnTo>
                  <a:lnTo>
                    <a:pt x="201452" y="51134"/>
                  </a:lnTo>
                  <a:lnTo>
                    <a:pt x="201364" y="50326"/>
                  </a:lnTo>
                  <a:close/>
                </a:path>
                <a:path w="262889" h="225425">
                  <a:moveTo>
                    <a:pt x="159040" y="54787"/>
                  </a:moveTo>
                  <a:lnTo>
                    <a:pt x="137628" y="54787"/>
                  </a:lnTo>
                  <a:lnTo>
                    <a:pt x="138082" y="59121"/>
                  </a:lnTo>
                  <a:lnTo>
                    <a:pt x="138182" y="60077"/>
                  </a:lnTo>
                  <a:lnTo>
                    <a:pt x="117025" y="62307"/>
                  </a:lnTo>
                  <a:lnTo>
                    <a:pt x="167831" y="62307"/>
                  </a:lnTo>
                  <a:lnTo>
                    <a:pt x="167831" y="57847"/>
                  </a:lnTo>
                  <a:lnTo>
                    <a:pt x="159360" y="57847"/>
                  </a:lnTo>
                  <a:lnTo>
                    <a:pt x="159274" y="57017"/>
                  </a:lnTo>
                  <a:lnTo>
                    <a:pt x="159207" y="56380"/>
                  </a:lnTo>
                  <a:lnTo>
                    <a:pt x="159125" y="55594"/>
                  </a:lnTo>
                  <a:lnTo>
                    <a:pt x="159040" y="54787"/>
                  </a:lnTo>
                  <a:close/>
                </a:path>
                <a:path w="262889" h="225425">
                  <a:moveTo>
                    <a:pt x="116691" y="59121"/>
                  </a:moveTo>
                  <a:lnTo>
                    <a:pt x="88673" y="59121"/>
                  </a:lnTo>
                  <a:lnTo>
                    <a:pt x="88673" y="60077"/>
                  </a:lnTo>
                  <a:lnTo>
                    <a:pt x="87474" y="60077"/>
                  </a:lnTo>
                  <a:lnTo>
                    <a:pt x="95293" y="59249"/>
                  </a:lnTo>
                  <a:lnTo>
                    <a:pt x="116705" y="59249"/>
                  </a:lnTo>
                  <a:lnTo>
                    <a:pt x="116691" y="59121"/>
                  </a:lnTo>
                  <a:close/>
                </a:path>
                <a:path w="262889" h="225425">
                  <a:moveTo>
                    <a:pt x="167831" y="57017"/>
                  </a:moveTo>
                  <a:lnTo>
                    <a:pt x="167043" y="57017"/>
                  </a:lnTo>
                  <a:lnTo>
                    <a:pt x="159360" y="57847"/>
                  </a:lnTo>
                  <a:lnTo>
                    <a:pt x="167831" y="57847"/>
                  </a:lnTo>
                  <a:lnTo>
                    <a:pt x="167831" y="57017"/>
                  </a:lnTo>
                  <a:close/>
                </a:path>
                <a:path w="262889" h="225425">
                  <a:moveTo>
                    <a:pt x="243702" y="45864"/>
                  </a:moveTo>
                  <a:lnTo>
                    <a:pt x="222299" y="45864"/>
                  </a:lnTo>
                  <a:lnTo>
                    <a:pt x="222768" y="50326"/>
                  </a:lnTo>
                  <a:lnTo>
                    <a:pt x="222853" y="51134"/>
                  </a:lnTo>
                  <a:lnTo>
                    <a:pt x="201696" y="53364"/>
                  </a:lnTo>
                  <a:lnTo>
                    <a:pt x="262700" y="53364"/>
                  </a:lnTo>
                  <a:lnTo>
                    <a:pt x="262698" y="48902"/>
                  </a:lnTo>
                  <a:lnTo>
                    <a:pt x="244031" y="48902"/>
                  </a:lnTo>
                  <a:lnTo>
                    <a:pt x="243944" y="48096"/>
                  </a:lnTo>
                  <a:lnTo>
                    <a:pt x="243817" y="46927"/>
                  </a:lnTo>
                  <a:lnTo>
                    <a:pt x="243702" y="45864"/>
                  </a:lnTo>
                  <a:close/>
                </a:path>
                <a:path w="262889" h="225425">
                  <a:moveTo>
                    <a:pt x="243568" y="44632"/>
                  </a:moveTo>
                  <a:lnTo>
                    <a:pt x="173153" y="44632"/>
                  </a:lnTo>
                  <a:lnTo>
                    <a:pt x="173153" y="51134"/>
                  </a:lnTo>
                  <a:lnTo>
                    <a:pt x="172351" y="51134"/>
                  </a:lnTo>
                  <a:lnTo>
                    <a:pt x="179964" y="50326"/>
                  </a:lnTo>
                  <a:lnTo>
                    <a:pt x="201364" y="50326"/>
                  </a:lnTo>
                  <a:lnTo>
                    <a:pt x="201209" y="48902"/>
                  </a:lnTo>
                  <a:lnTo>
                    <a:pt x="201121" y="48096"/>
                  </a:lnTo>
                  <a:lnTo>
                    <a:pt x="222299" y="45864"/>
                  </a:lnTo>
                  <a:lnTo>
                    <a:pt x="243702" y="45864"/>
                  </a:lnTo>
                  <a:lnTo>
                    <a:pt x="243568" y="44632"/>
                  </a:lnTo>
                  <a:close/>
                </a:path>
                <a:path w="262889" h="225425">
                  <a:moveTo>
                    <a:pt x="262698" y="46927"/>
                  </a:moveTo>
                  <a:lnTo>
                    <a:pt x="244031" y="48902"/>
                  </a:lnTo>
                  <a:lnTo>
                    <a:pt x="262698" y="48902"/>
                  </a:lnTo>
                  <a:lnTo>
                    <a:pt x="262698" y="46927"/>
                  </a:lnTo>
                  <a:close/>
                </a:path>
                <a:path w="262889" h="225425">
                  <a:moveTo>
                    <a:pt x="167810" y="10006"/>
                  </a:moveTo>
                  <a:lnTo>
                    <a:pt x="88652" y="18355"/>
                  </a:lnTo>
                  <a:lnTo>
                    <a:pt x="88673" y="37877"/>
                  </a:lnTo>
                  <a:lnTo>
                    <a:pt x="262696" y="37877"/>
                  </a:lnTo>
                  <a:lnTo>
                    <a:pt x="262689" y="23389"/>
                  </a:lnTo>
                  <a:lnTo>
                    <a:pt x="167810" y="23389"/>
                  </a:lnTo>
                  <a:lnTo>
                    <a:pt x="167810" y="10006"/>
                  </a:lnTo>
                  <a:close/>
                </a:path>
                <a:path w="262889" h="225425">
                  <a:moveTo>
                    <a:pt x="262677" y="0"/>
                  </a:moveTo>
                  <a:lnTo>
                    <a:pt x="173131" y="9453"/>
                  </a:lnTo>
                  <a:lnTo>
                    <a:pt x="173131" y="23389"/>
                  </a:lnTo>
                  <a:lnTo>
                    <a:pt x="262689" y="23389"/>
                  </a:lnTo>
                  <a:lnTo>
                    <a:pt x="262677" y="0"/>
                  </a:lnTo>
                  <a:close/>
                </a:path>
              </a:pathLst>
            </a:custGeom>
            <a:solidFill>
              <a:srgbClr val="8D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5" name="object 785"/>
            <p:cNvSpPr/>
            <p:nvPr/>
          </p:nvSpPr>
          <p:spPr>
            <a:xfrm>
              <a:off x="3349550" y="7950244"/>
              <a:ext cx="267335" cy="33655"/>
            </a:xfrm>
            <a:custGeom>
              <a:avLst/>
              <a:gdLst/>
              <a:ahLst/>
              <a:cxnLst/>
              <a:rect l="l" t="t" r="r" b="b"/>
              <a:pathLst>
                <a:path w="267335" h="33654">
                  <a:moveTo>
                    <a:pt x="172152" y="10026"/>
                  </a:moveTo>
                  <a:lnTo>
                    <a:pt x="0" y="28168"/>
                  </a:lnTo>
                  <a:lnTo>
                    <a:pt x="0" y="29804"/>
                  </a:lnTo>
                  <a:lnTo>
                    <a:pt x="4342" y="33055"/>
                  </a:lnTo>
                  <a:lnTo>
                    <a:pt x="87673" y="24259"/>
                  </a:lnTo>
                  <a:lnTo>
                    <a:pt x="87673" y="21987"/>
                  </a:lnTo>
                  <a:lnTo>
                    <a:pt x="109310" y="21987"/>
                  </a:lnTo>
                  <a:lnTo>
                    <a:pt x="172152" y="15359"/>
                  </a:lnTo>
                  <a:lnTo>
                    <a:pt x="172152" y="10026"/>
                  </a:lnTo>
                  <a:close/>
                </a:path>
                <a:path w="267335" h="33654">
                  <a:moveTo>
                    <a:pt x="109310" y="21987"/>
                  </a:moveTo>
                  <a:lnTo>
                    <a:pt x="92994" y="21987"/>
                  </a:lnTo>
                  <a:lnTo>
                    <a:pt x="92994" y="23708"/>
                  </a:lnTo>
                  <a:lnTo>
                    <a:pt x="109310" y="21987"/>
                  </a:lnTo>
                  <a:close/>
                </a:path>
                <a:path w="267335" h="33654">
                  <a:moveTo>
                    <a:pt x="267020" y="0"/>
                  </a:moveTo>
                  <a:lnTo>
                    <a:pt x="177473" y="9453"/>
                  </a:lnTo>
                  <a:lnTo>
                    <a:pt x="177473" y="14785"/>
                  </a:lnTo>
                  <a:lnTo>
                    <a:pt x="267020" y="5353"/>
                  </a:lnTo>
                  <a:lnTo>
                    <a:pt x="267020" y="0"/>
                  </a:lnTo>
                  <a:close/>
                </a:path>
              </a:pathLst>
            </a:custGeom>
            <a:solidFill>
              <a:srgbClr val="809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6" name="object 786"/>
            <p:cNvSpPr/>
            <p:nvPr/>
          </p:nvSpPr>
          <p:spPr>
            <a:xfrm>
              <a:off x="3477831" y="7882801"/>
              <a:ext cx="139065" cy="52069"/>
            </a:xfrm>
            <a:custGeom>
              <a:avLst/>
              <a:gdLst/>
              <a:ahLst/>
              <a:cxnLst/>
              <a:rect l="l" t="t" r="r" b="b"/>
              <a:pathLst>
                <a:path w="139064" h="52070">
                  <a:moveTo>
                    <a:pt x="10528" y="42532"/>
                  </a:moveTo>
                  <a:lnTo>
                    <a:pt x="12" y="43637"/>
                  </a:lnTo>
                  <a:lnTo>
                    <a:pt x="10528" y="51536"/>
                  </a:lnTo>
                  <a:lnTo>
                    <a:pt x="10528" y="42532"/>
                  </a:lnTo>
                  <a:close/>
                </a:path>
                <a:path w="139064" h="52070">
                  <a:moveTo>
                    <a:pt x="138709" y="0"/>
                  </a:moveTo>
                  <a:lnTo>
                    <a:pt x="49161" y="9448"/>
                  </a:lnTo>
                  <a:lnTo>
                    <a:pt x="49161" y="11214"/>
                  </a:lnTo>
                  <a:lnTo>
                    <a:pt x="43840" y="11214"/>
                  </a:lnTo>
                  <a:lnTo>
                    <a:pt x="43840" y="10007"/>
                  </a:lnTo>
                  <a:lnTo>
                    <a:pt x="0" y="14643"/>
                  </a:lnTo>
                  <a:lnTo>
                    <a:pt x="0" y="43637"/>
                  </a:lnTo>
                  <a:lnTo>
                    <a:pt x="10528" y="42506"/>
                  </a:lnTo>
                  <a:lnTo>
                    <a:pt x="10515" y="22555"/>
                  </a:lnTo>
                  <a:lnTo>
                    <a:pt x="10553" y="51536"/>
                  </a:lnTo>
                  <a:lnTo>
                    <a:pt x="43865" y="48031"/>
                  </a:lnTo>
                  <a:lnTo>
                    <a:pt x="43840" y="32461"/>
                  </a:lnTo>
                  <a:lnTo>
                    <a:pt x="49161" y="32461"/>
                  </a:lnTo>
                  <a:lnTo>
                    <a:pt x="49161" y="47485"/>
                  </a:lnTo>
                  <a:lnTo>
                    <a:pt x="138709" y="38023"/>
                  </a:lnTo>
                  <a:lnTo>
                    <a:pt x="138709" y="9055"/>
                  </a:lnTo>
                  <a:lnTo>
                    <a:pt x="138709" y="0"/>
                  </a:lnTo>
                  <a:close/>
                </a:path>
              </a:pathLst>
            </a:custGeom>
            <a:solidFill>
              <a:srgbClr val="A7BE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7" name="object 787"/>
            <p:cNvSpPr/>
            <p:nvPr/>
          </p:nvSpPr>
          <p:spPr>
            <a:xfrm>
              <a:off x="3344016" y="7435235"/>
              <a:ext cx="278130" cy="756920"/>
            </a:xfrm>
            <a:custGeom>
              <a:avLst/>
              <a:gdLst/>
              <a:ahLst/>
              <a:cxnLst/>
              <a:rect l="l" t="t" r="r" b="b"/>
              <a:pathLst>
                <a:path w="278129" h="756920">
                  <a:moveTo>
                    <a:pt x="277959" y="753766"/>
                  </a:moveTo>
                  <a:lnTo>
                    <a:pt x="274532" y="753766"/>
                  </a:lnTo>
                  <a:lnTo>
                    <a:pt x="277986" y="756357"/>
                  </a:lnTo>
                  <a:lnTo>
                    <a:pt x="277959" y="753766"/>
                  </a:lnTo>
                  <a:close/>
                </a:path>
                <a:path w="278129" h="756920">
                  <a:moveTo>
                    <a:pt x="0" y="0"/>
                  </a:moveTo>
                  <a:lnTo>
                    <a:pt x="0" y="2570"/>
                  </a:lnTo>
                  <a:lnTo>
                    <a:pt x="3426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8" name="object 788"/>
            <p:cNvSpPr/>
            <p:nvPr/>
          </p:nvSpPr>
          <p:spPr>
            <a:xfrm>
              <a:off x="3344011" y="7442200"/>
              <a:ext cx="278130" cy="747395"/>
            </a:xfrm>
            <a:custGeom>
              <a:avLst/>
              <a:gdLst/>
              <a:ahLst/>
              <a:cxnLst/>
              <a:rect l="l" t="t" r="r" b="b"/>
              <a:pathLst>
                <a:path w="278129" h="747395">
                  <a:moveTo>
                    <a:pt x="5473" y="181610"/>
                  </a:moveTo>
                  <a:lnTo>
                    <a:pt x="5410" y="180340"/>
                  </a:lnTo>
                  <a:lnTo>
                    <a:pt x="5410" y="175260"/>
                  </a:lnTo>
                  <a:lnTo>
                    <a:pt x="5372" y="3810"/>
                  </a:lnTo>
                  <a:lnTo>
                    <a:pt x="2959" y="3810"/>
                  </a:lnTo>
                  <a:lnTo>
                    <a:pt x="2959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38" y="175260"/>
                  </a:lnTo>
                  <a:lnTo>
                    <a:pt x="2019" y="175260"/>
                  </a:lnTo>
                  <a:lnTo>
                    <a:pt x="2019" y="180340"/>
                  </a:lnTo>
                  <a:lnTo>
                    <a:pt x="1752" y="180340"/>
                  </a:lnTo>
                  <a:lnTo>
                    <a:pt x="1752" y="181610"/>
                  </a:lnTo>
                  <a:lnTo>
                    <a:pt x="152" y="181610"/>
                  </a:lnTo>
                  <a:lnTo>
                    <a:pt x="152" y="535940"/>
                  </a:lnTo>
                  <a:lnTo>
                    <a:pt x="228" y="537210"/>
                  </a:lnTo>
                  <a:lnTo>
                    <a:pt x="2184" y="537210"/>
                  </a:lnTo>
                  <a:lnTo>
                    <a:pt x="2184" y="535940"/>
                  </a:lnTo>
                  <a:lnTo>
                    <a:pt x="5473" y="535940"/>
                  </a:lnTo>
                  <a:lnTo>
                    <a:pt x="5473" y="181610"/>
                  </a:lnTo>
                  <a:close/>
                </a:path>
                <a:path w="278129" h="747395">
                  <a:moveTo>
                    <a:pt x="272656" y="745388"/>
                  </a:moveTo>
                  <a:lnTo>
                    <a:pt x="272643" y="738733"/>
                  </a:lnTo>
                  <a:lnTo>
                    <a:pt x="9880" y="541108"/>
                  </a:lnTo>
                  <a:lnTo>
                    <a:pt x="2133" y="541934"/>
                  </a:lnTo>
                  <a:lnTo>
                    <a:pt x="272656" y="745388"/>
                  </a:lnTo>
                  <a:close/>
                </a:path>
                <a:path w="278129" h="747395">
                  <a:moveTo>
                    <a:pt x="277964" y="746442"/>
                  </a:moveTo>
                  <a:lnTo>
                    <a:pt x="274662" y="746810"/>
                  </a:lnTo>
                  <a:lnTo>
                    <a:pt x="277964" y="746467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9" name="object 789"/>
            <p:cNvSpPr/>
            <p:nvPr/>
          </p:nvSpPr>
          <p:spPr>
            <a:xfrm>
              <a:off x="3616570" y="795024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0" name="object 790"/>
            <p:cNvSpPr/>
            <p:nvPr/>
          </p:nvSpPr>
          <p:spPr>
            <a:xfrm>
              <a:off x="3344250" y="7978413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5">
                  <a:moveTo>
                    <a:pt x="5299" y="0"/>
                  </a:moveTo>
                  <a:lnTo>
                    <a:pt x="0" y="574"/>
                  </a:lnTo>
                  <a:lnTo>
                    <a:pt x="0" y="4269"/>
                  </a:lnTo>
                  <a:lnTo>
                    <a:pt x="1894" y="5715"/>
                  </a:lnTo>
                  <a:lnTo>
                    <a:pt x="9641" y="4886"/>
                  </a:lnTo>
                  <a:lnTo>
                    <a:pt x="5299" y="1635"/>
                  </a:lnTo>
                  <a:lnTo>
                    <a:pt x="5299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1" name="object 791"/>
            <p:cNvSpPr/>
            <p:nvPr/>
          </p:nvSpPr>
          <p:spPr>
            <a:xfrm>
              <a:off x="3621784" y="7626661"/>
              <a:ext cx="201295" cy="323215"/>
            </a:xfrm>
            <a:custGeom>
              <a:avLst/>
              <a:gdLst/>
              <a:ahLst/>
              <a:cxnLst/>
              <a:rect l="l" t="t" r="r" b="b"/>
              <a:pathLst>
                <a:path w="201295" h="323215">
                  <a:moveTo>
                    <a:pt x="200950" y="272428"/>
                  </a:moveTo>
                  <a:lnTo>
                    <a:pt x="106" y="293608"/>
                  </a:lnTo>
                  <a:lnTo>
                    <a:pt x="106" y="323030"/>
                  </a:lnTo>
                  <a:lnTo>
                    <a:pt x="200950" y="301851"/>
                  </a:lnTo>
                  <a:lnTo>
                    <a:pt x="200950" y="272428"/>
                  </a:lnTo>
                  <a:close/>
                </a:path>
                <a:path w="201295" h="323215">
                  <a:moveTo>
                    <a:pt x="38610" y="136999"/>
                  </a:moveTo>
                  <a:lnTo>
                    <a:pt x="17219" y="136999"/>
                  </a:lnTo>
                  <a:lnTo>
                    <a:pt x="17772" y="142289"/>
                  </a:lnTo>
                  <a:lnTo>
                    <a:pt x="41" y="144158"/>
                  </a:lnTo>
                  <a:lnTo>
                    <a:pt x="81" y="214369"/>
                  </a:lnTo>
                  <a:lnTo>
                    <a:pt x="323" y="216642"/>
                  </a:lnTo>
                  <a:lnTo>
                    <a:pt x="63" y="216642"/>
                  </a:lnTo>
                  <a:lnTo>
                    <a:pt x="85" y="255582"/>
                  </a:lnTo>
                  <a:lnTo>
                    <a:pt x="200929" y="234402"/>
                  </a:lnTo>
                  <a:lnTo>
                    <a:pt x="200918" y="214369"/>
                  </a:lnTo>
                  <a:lnTo>
                    <a:pt x="21497" y="214369"/>
                  </a:lnTo>
                  <a:lnTo>
                    <a:pt x="21011" y="209908"/>
                  </a:lnTo>
                  <a:lnTo>
                    <a:pt x="20923" y="209101"/>
                  </a:lnTo>
                  <a:lnTo>
                    <a:pt x="42101" y="206870"/>
                  </a:lnTo>
                  <a:lnTo>
                    <a:pt x="63503" y="206870"/>
                  </a:lnTo>
                  <a:lnTo>
                    <a:pt x="63348" y="205447"/>
                  </a:lnTo>
                  <a:lnTo>
                    <a:pt x="63258" y="204618"/>
                  </a:lnTo>
                  <a:lnTo>
                    <a:pt x="84437" y="202388"/>
                  </a:lnTo>
                  <a:lnTo>
                    <a:pt x="105827" y="202388"/>
                  </a:lnTo>
                  <a:lnTo>
                    <a:pt x="105680" y="200986"/>
                  </a:lnTo>
                  <a:lnTo>
                    <a:pt x="105594" y="200157"/>
                  </a:lnTo>
                  <a:lnTo>
                    <a:pt x="126772" y="197926"/>
                  </a:lnTo>
                  <a:lnTo>
                    <a:pt x="148163" y="197926"/>
                  </a:lnTo>
                  <a:lnTo>
                    <a:pt x="148014" y="196503"/>
                  </a:lnTo>
                  <a:lnTo>
                    <a:pt x="147929" y="195696"/>
                  </a:lnTo>
                  <a:lnTo>
                    <a:pt x="169108" y="193465"/>
                  </a:lnTo>
                  <a:lnTo>
                    <a:pt x="190500" y="193465"/>
                  </a:lnTo>
                  <a:lnTo>
                    <a:pt x="190266" y="191235"/>
                  </a:lnTo>
                  <a:lnTo>
                    <a:pt x="200907" y="190108"/>
                  </a:lnTo>
                  <a:lnTo>
                    <a:pt x="200890" y="140059"/>
                  </a:lnTo>
                  <a:lnTo>
                    <a:pt x="38930" y="140059"/>
                  </a:lnTo>
                  <a:lnTo>
                    <a:pt x="38801" y="138827"/>
                  </a:lnTo>
                  <a:lnTo>
                    <a:pt x="38697" y="137829"/>
                  </a:lnTo>
                  <a:lnTo>
                    <a:pt x="38610" y="136999"/>
                  </a:lnTo>
                  <a:close/>
                </a:path>
                <a:path w="201295" h="323215">
                  <a:moveTo>
                    <a:pt x="63503" y="206870"/>
                  </a:moveTo>
                  <a:lnTo>
                    <a:pt x="42101" y="206870"/>
                  </a:lnTo>
                  <a:lnTo>
                    <a:pt x="42654" y="212139"/>
                  </a:lnTo>
                  <a:lnTo>
                    <a:pt x="21497" y="214369"/>
                  </a:lnTo>
                  <a:lnTo>
                    <a:pt x="200918" y="214369"/>
                  </a:lnTo>
                  <a:lnTo>
                    <a:pt x="200915" y="209908"/>
                  </a:lnTo>
                  <a:lnTo>
                    <a:pt x="63832" y="209908"/>
                  </a:lnTo>
                  <a:lnTo>
                    <a:pt x="63590" y="207678"/>
                  </a:lnTo>
                  <a:lnTo>
                    <a:pt x="63503" y="206870"/>
                  </a:lnTo>
                  <a:close/>
                </a:path>
                <a:path w="201295" h="323215">
                  <a:moveTo>
                    <a:pt x="105827" y="202388"/>
                  </a:moveTo>
                  <a:lnTo>
                    <a:pt x="84437" y="202388"/>
                  </a:lnTo>
                  <a:lnTo>
                    <a:pt x="84906" y="206870"/>
                  </a:lnTo>
                  <a:lnTo>
                    <a:pt x="84990" y="207678"/>
                  </a:lnTo>
                  <a:lnTo>
                    <a:pt x="63832" y="209908"/>
                  </a:lnTo>
                  <a:lnTo>
                    <a:pt x="200915" y="209908"/>
                  </a:lnTo>
                  <a:lnTo>
                    <a:pt x="200913" y="205447"/>
                  </a:lnTo>
                  <a:lnTo>
                    <a:pt x="106147" y="205447"/>
                  </a:lnTo>
                  <a:lnTo>
                    <a:pt x="105914" y="203216"/>
                  </a:lnTo>
                  <a:lnTo>
                    <a:pt x="105827" y="202388"/>
                  </a:lnTo>
                  <a:close/>
                </a:path>
                <a:path w="201295" h="323215">
                  <a:moveTo>
                    <a:pt x="148163" y="197926"/>
                  </a:moveTo>
                  <a:lnTo>
                    <a:pt x="126772" y="197926"/>
                  </a:lnTo>
                  <a:lnTo>
                    <a:pt x="127239" y="202388"/>
                  </a:lnTo>
                  <a:lnTo>
                    <a:pt x="127326" y="203216"/>
                  </a:lnTo>
                  <a:lnTo>
                    <a:pt x="106147" y="205447"/>
                  </a:lnTo>
                  <a:lnTo>
                    <a:pt x="200913" y="205447"/>
                  </a:lnTo>
                  <a:lnTo>
                    <a:pt x="200910" y="200986"/>
                  </a:lnTo>
                  <a:lnTo>
                    <a:pt x="148483" y="200986"/>
                  </a:lnTo>
                  <a:lnTo>
                    <a:pt x="148247" y="198734"/>
                  </a:lnTo>
                  <a:lnTo>
                    <a:pt x="148163" y="197926"/>
                  </a:lnTo>
                  <a:close/>
                </a:path>
                <a:path w="201295" h="323215">
                  <a:moveTo>
                    <a:pt x="190500" y="193465"/>
                  </a:moveTo>
                  <a:lnTo>
                    <a:pt x="169108" y="193465"/>
                  </a:lnTo>
                  <a:lnTo>
                    <a:pt x="169576" y="197926"/>
                  </a:lnTo>
                  <a:lnTo>
                    <a:pt x="169661" y="198734"/>
                  </a:lnTo>
                  <a:lnTo>
                    <a:pt x="148483" y="200986"/>
                  </a:lnTo>
                  <a:lnTo>
                    <a:pt x="200910" y="200986"/>
                  </a:lnTo>
                  <a:lnTo>
                    <a:pt x="200908" y="196503"/>
                  </a:lnTo>
                  <a:lnTo>
                    <a:pt x="190818" y="196503"/>
                  </a:lnTo>
                  <a:lnTo>
                    <a:pt x="190500" y="193465"/>
                  </a:lnTo>
                  <a:close/>
                </a:path>
                <a:path w="201295" h="323215">
                  <a:moveTo>
                    <a:pt x="200907" y="195441"/>
                  </a:moveTo>
                  <a:lnTo>
                    <a:pt x="190818" y="196503"/>
                  </a:lnTo>
                  <a:lnTo>
                    <a:pt x="200908" y="196503"/>
                  </a:lnTo>
                  <a:lnTo>
                    <a:pt x="200907" y="195441"/>
                  </a:lnTo>
                  <a:close/>
                </a:path>
                <a:path w="201295" h="323215">
                  <a:moveTo>
                    <a:pt x="80945" y="132539"/>
                  </a:moveTo>
                  <a:lnTo>
                    <a:pt x="59533" y="132539"/>
                  </a:lnTo>
                  <a:lnTo>
                    <a:pt x="60017" y="136999"/>
                  </a:lnTo>
                  <a:lnTo>
                    <a:pt x="60107" y="137829"/>
                  </a:lnTo>
                  <a:lnTo>
                    <a:pt x="38930" y="140059"/>
                  </a:lnTo>
                  <a:lnTo>
                    <a:pt x="200890" y="140059"/>
                  </a:lnTo>
                  <a:lnTo>
                    <a:pt x="200889" y="135597"/>
                  </a:lnTo>
                  <a:lnTo>
                    <a:pt x="81266" y="135597"/>
                  </a:lnTo>
                  <a:lnTo>
                    <a:pt x="81032" y="133367"/>
                  </a:lnTo>
                  <a:lnTo>
                    <a:pt x="80945" y="132539"/>
                  </a:lnTo>
                  <a:close/>
                </a:path>
                <a:path w="201295" h="323215">
                  <a:moveTo>
                    <a:pt x="200844" y="0"/>
                  </a:moveTo>
                  <a:lnTo>
                    <a:pt x="0" y="21179"/>
                  </a:lnTo>
                  <a:lnTo>
                    <a:pt x="41" y="138827"/>
                  </a:lnTo>
                  <a:lnTo>
                    <a:pt x="17219" y="136999"/>
                  </a:lnTo>
                  <a:lnTo>
                    <a:pt x="38610" y="136999"/>
                  </a:lnTo>
                  <a:lnTo>
                    <a:pt x="38463" y="135597"/>
                  </a:lnTo>
                  <a:lnTo>
                    <a:pt x="38376" y="134769"/>
                  </a:lnTo>
                  <a:lnTo>
                    <a:pt x="59533" y="132539"/>
                  </a:lnTo>
                  <a:lnTo>
                    <a:pt x="80945" y="132539"/>
                  </a:lnTo>
                  <a:lnTo>
                    <a:pt x="80799" y="131137"/>
                  </a:lnTo>
                  <a:lnTo>
                    <a:pt x="80712" y="130308"/>
                  </a:lnTo>
                  <a:lnTo>
                    <a:pt x="101869" y="128078"/>
                  </a:lnTo>
                  <a:lnTo>
                    <a:pt x="123281" y="128078"/>
                  </a:lnTo>
                  <a:lnTo>
                    <a:pt x="123132" y="126654"/>
                  </a:lnTo>
                  <a:lnTo>
                    <a:pt x="123047" y="125846"/>
                  </a:lnTo>
                  <a:lnTo>
                    <a:pt x="144204" y="123616"/>
                  </a:lnTo>
                  <a:lnTo>
                    <a:pt x="165617" y="123616"/>
                  </a:lnTo>
                  <a:lnTo>
                    <a:pt x="165383" y="121386"/>
                  </a:lnTo>
                  <a:lnTo>
                    <a:pt x="186541" y="119155"/>
                  </a:lnTo>
                  <a:lnTo>
                    <a:pt x="200883" y="119155"/>
                  </a:lnTo>
                  <a:lnTo>
                    <a:pt x="200844" y="0"/>
                  </a:lnTo>
                  <a:close/>
                </a:path>
                <a:path w="201295" h="323215">
                  <a:moveTo>
                    <a:pt x="123281" y="128078"/>
                  </a:moveTo>
                  <a:lnTo>
                    <a:pt x="101869" y="128078"/>
                  </a:lnTo>
                  <a:lnTo>
                    <a:pt x="102354" y="132539"/>
                  </a:lnTo>
                  <a:lnTo>
                    <a:pt x="102444" y="133367"/>
                  </a:lnTo>
                  <a:lnTo>
                    <a:pt x="81266" y="135597"/>
                  </a:lnTo>
                  <a:lnTo>
                    <a:pt x="200889" y="135597"/>
                  </a:lnTo>
                  <a:lnTo>
                    <a:pt x="200887" y="131137"/>
                  </a:lnTo>
                  <a:lnTo>
                    <a:pt x="123601" y="131137"/>
                  </a:lnTo>
                  <a:lnTo>
                    <a:pt x="123367" y="128906"/>
                  </a:lnTo>
                  <a:lnTo>
                    <a:pt x="123281" y="128078"/>
                  </a:lnTo>
                  <a:close/>
                </a:path>
                <a:path w="201295" h="323215">
                  <a:moveTo>
                    <a:pt x="165617" y="123616"/>
                  </a:moveTo>
                  <a:lnTo>
                    <a:pt x="144204" y="123616"/>
                  </a:lnTo>
                  <a:lnTo>
                    <a:pt x="144689" y="128078"/>
                  </a:lnTo>
                  <a:lnTo>
                    <a:pt x="144780" y="128906"/>
                  </a:lnTo>
                  <a:lnTo>
                    <a:pt x="123601" y="131137"/>
                  </a:lnTo>
                  <a:lnTo>
                    <a:pt x="200887" y="131137"/>
                  </a:lnTo>
                  <a:lnTo>
                    <a:pt x="200886" y="126654"/>
                  </a:lnTo>
                  <a:lnTo>
                    <a:pt x="165936" y="126654"/>
                  </a:lnTo>
                  <a:lnTo>
                    <a:pt x="165702" y="124424"/>
                  </a:lnTo>
                  <a:lnTo>
                    <a:pt x="165617" y="123616"/>
                  </a:lnTo>
                  <a:close/>
                </a:path>
                <a:path w="201295" h="323215">
                  <a:moveTo>
                    <a:pt x="200883" y="119155"/>
                  </a:moveTo>
                  <a:lnTo>
                    <a:pt x="186541" y="119155"/>
                  </a:lnTo>
                  <a:lnTo>
                    <a:pt x="187009" y="123616"/>
                  </a:lnTo>
                  <a:lnTo>
                    <a:pt x="187093" y="124424"/>
                  </a:lnTo>
                  <a:lnTo>
                    <a:pt x="165936" y="126654"/>
                  </a:lnTo>
                  <a:lnTo>
                    <a:pt x="200886" y="126654"/>
                  </a:lnTo>
                  <a:lnTo>
                    <a:pt x="200883" y="119155"/>
                  </a:lnTo>
                  <a:close/>
                </a:path>
              </a:pathLst>
            </a:custGeom>
            <a:solidFill>
              <a:srgbClr val="7CA3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2" name="object 792"/>
            <p:cNvSpPr/>
            <p:nvPr/>
          </p:nvSpPr>
          <p:spPr>
            <a:xfrm>
              <a:off x="3827950" y="7597940"/>
              <a:ext cx="267335" cy="532765"/>
            </a:xfrm>
            <a:custGeom>
              <a:avLst/>
              <a:gdLst/>
              <a:ahLst/>
              <a:cxnLst/>
              <a:rect l="l" t="t" r="r" b="b"/>
              <a:pathLst>
                <a:path w="267335" h="532765">
                  <a:moveTo>
                    <a:pt x="170093" y="433306"/>
                  </a:moveTo>
                  <a:lnTo>
                    <a:pt x="152910" y="433306"/>
                  </a:lnTo>
                  <a:lnTo>
                    <a:pt x="153485" y="438574"/>
                  </a:lnTo>
                  <a:lnTo>
                    <a:pt x="143694" y="439615"/>
                  </a:lnTo>
                  <a:lnTo>
                    <a:pt x="267210" y="532513"/>
                  </a:lnTo>
                  <a:lnTo>
                    <a:pt x="267173" y="436344"/>
                  </a:lnTo>
                  <a:lnTo>
                    <a:pt x="174642" y="436344"/>
                  </a:lnTo>
                  <a:lnTo>
                    <a:pt x="174580" y="435770"/>
                  </a:lnTo>
                  <a:lnTo>
                    <a:pt x="173365" y="435770"/>
                  </a:lnTo>
                  <a:lnTo>
                    <a:pt x="170093" y="433306"/>
                  </a:lnTo>
                  <a:close/>
                </a:path>
                <a:path w="267335" h="532765">
                  <a:moveTo>
                    <a:pt x="267168" y="423852"/>
                  </a:moveTo>
                  <a:lnTo>
                    <a:pt x="179900" y="423852"/>
                  </a:lnTo>
                  <a:lnTo>
                    <a:pt x="183922" y="427315"/>
                  </a:lnTo>
                  <a:lnTo>
                    <a:pt x="178763" y="433306"/>
                  </a:lnTo>
                  <a:lnTo>
                    <a:pt x="178949" y="433306"/>
                  </a:lnTo>
                  <a:lnTo>
                    <a:pt x="181964" y="435579"/>
                  </a:lnTo>
                  <a:lnTo>
                    <a:pt x="174642" y="436344"/>
                  </a:lnTo>
                  <a:lnTo>
                    <a:pt x="267173" y="436344"/>
                  </a:lnTo>
                  <a:lnTo>
                    <a:pt x="267168" y="423852"/>
                  </a:lnTo>
                  <a:close/>
                </a:path>
                <a:path w="267335" h="532765">
                  <a:moveTo>
                    <a:pt x="174429" y="434367"/>
                  </a:moveTo>
                  <a:lnTo>
                    <a:pt x="173365" y="435770"/>
                  </a:lnTo>
                  <a:lnTo>
                    <a:pt x="174580" y="435770"/>
                  </a:lnTo>
                  <a:lnTo>
                    <a:pt x="174489" y="434920"/>
                  </a:lnTo>
                  <a:lnTo>
                    <a:pt x="174429" y="434367"/>
                  </a:lnTo>
                  <a:close/>
                </a:path>
                <a:path w="267335" h="532765">
                  <a:moveTo>
                    <a:pt x="87778" y="291335"/>
                  </a:moveTo>
                  <a:lnTo>
                    <a:pt x="106" y="300575"/>
                  </a:lnTo>
                  <a:lnTo>
                    <a:pt x="128" y="331740"/>
                  </a:lnTo>
                  <a:lnTo>
                    <a:pt x="270" y="331740"/>
                  </a:lnTo>
                  <a:lnTo>
                    <a:pt x="137458" y="434920"/>
                  </a:lnTo>
                  <a:lnTo>
                    <a:pt x="152910" y="433306"/>
                  </a:lnTo>
                  <a:lnTo>
                    <a:pt x="170093" y="433306"/>
                  </a:lnTo>
                  <a:lnTo>
                    <a:pt x="153847" y="421069"/>
                  </a:lnTo>
                  <a:lnTo>
                    <a:pt x="157040" y="416821"/>
                  </a:lnTo>
                  <a:lnTo>
                    <a:pt x="267165" y="416821"/>
                  </a:lnTo>
                  <a:lnTo>
                    <a:pt x="267165" y="415546"/>
                  </a:lnTo>
                  <a:lnTo>
                    <a:pt x="172300" y="415546"/>
                  </a:lnTo>
                  <a:lnTo>
                    <a:pt x="172296" y="410554"/>
                  </a:lnTo>
                  <a:lnTo>
                    <a:pt x="139863" y="410554"/>
                  </a:lnTo>
                  <a:lnTo>
                    <a:pt x="119834" y="395491"/>
                  </a:lnTo>
                  <a:lnTo>
                    <a:pt x="123047" y="391265"/>
                  </a:lnTo>
                  <a:lnTo>
                    <a:pt x="267156" y="391265"/>
                  </a:lnTo>
                  <a:lnTo>
                    <a:pt x="267153" y="384997"/>
                  </a:lnTo>
                  <a:lnTo>
                    <a:pt x="105871" y="384997"/>
                  </a:lnTo>
                  <a:lnTo>
                    <a:pt x="92990" y="375311"/>
                  </a:lnTo>
                  <a:lnTo>
                    <a:pt x="66302" y="375311"/>
                  </a:lnTo>
                  <a:lnTo>
                    <a:pt x="65749" y="370020"/>
                  </a:lnTo>
                  <a:lnTo>
                    <a:pt x="86906" y="367790"/>
                  </a:lnTo>
                  <a:lnTo>
                    <a:pt x="87800" y="367790"/>
                  </a:lnTo>
                  <a:lnTo>
                    <a:pt x="87800" y="366303"/>
                  </a:lnTo>
                  <a:lnTo>
                    <a:pt x="90589" y="366303"/>
                  </a:lnTo>
                  <a:lnTo>
                    <a:pt x="96335" y="360823"/>
                  </a:lnTo>
                  <a:lnTo>
                    <a:pt x="172280" y="360823"/>
                  </a:lnTo>
                  <a:lnTo>
                    <a:pt x="172280" y="351815"/>
                  </a:lnTo>
                  <a:lnTo>
                    <a:pt x="267140" y="351815"/>
                  </a:lnTo>
                  <a:lnTo>
                    <a:pt x="267140" y="350137"/>
                  </a:lnTo>
                  <a:lnTo>
                    <a:pt x="115322" y="350137"/>
                  </a:lnTo>
                  <a:lnTo>
                    <a:pt x="111639" y="346292"/>
                  </a:lnTo>
                  <a:lnTo>
                    <a:pt x="112934" y="345060"/>
                  </a:lnTo>
                  <a:lnTo>
                    <a:pt x="87800" y="345060"/>
                  </a:lnTo>
                  <a:lnTo>
                    <a:pt x="87778" y="323816"/>
                  </a:lnTo>
                  <a:lnTo>
                    <a:pt x="172258" y="323816"/>
                  </a:lnTo>
                  <a:lnTo>
                    <a:pt x="172258" y="321033"/>
                  </a:lnTo>
                  <a:lnTo>
                    <a:pt x="145929" y="321033"/>
                  </a:lnTo>
                  <a:lnTo>
                    <a:pt x="142247" y="317188"/>
                  </a:lnTo>
                  <a:lnTo>
                    <a:pt x="157551" y="302637"/>
                  </a:lnTo>
                  <a:lnTo>
                    <a:pt x="87778" y="302637"/>
                  </a:lnTo>
                  <a:lnTo>
                    <a:pt x="87778" y="291335"/>
                  </a:lnTo>
                  <a:close/>
                </a:path>
                <a:path w="267335" h="532765">
                  <a:moveTo>
                    <a:pt x="267165" y="416821"/>
                  </a:moveTo>
                  <a:lnTo>
                    <a:pt x="157040" y="416821"/>
                  </a:lnTo>
                  <a:lnTo>
                    <a:pt x="174579" y="430013"/>
                  </a:lnTo>
                  <a:lnTo>
                    <a:pt x="179900" y="423852"/>
                  </a:lnTo>
                  <a:lnTo>
                    <a:pt x="267168" y="423852"/>
                  </a:lnTo>
                  <a:lnTo>
                    <a:pt x="267165" y="416821"/>
                  </a:lnTo>
                  <a:close/>
                </a:path>
                <a:path w="267335" h="532765">
                  <a:moveTo>
                    <a:pt x="205310" y="394303"/>
                  </a:moveTo>
                  <a:lnTo>
                    <a:pt x="177601" y="394303"/>
                  </a:lnTo>
                  <a:lnTo>
                    <a:pt x="177622" y="415546"/>
                  </a:lnTo>
                  <a:lnTo>
                    <a:pt x="267165" y="415546"/>
                  </a:lnTo>
                  <a:lnTo>
                    <a:pt x="267163" y="411488"/>
                  </a:lnTo>
                  <a:lnTo>
                    <a:pt x="197545" y="411488"/>
                  </a:lnTo>
                  <a:lnTo>
                    <a:pt x="193501" y="408026"/>
                  </a:lnTo>
                  <a:lnTo>
                    <a:pt x="205310" y="394303"/>
                  </a:lnTo>
                  <a:close/>
                </a:path>
                <a:path w="267335" h="532765">
                  <a:moveTo>
                    <a:pt x="267156" y="392220"/>
                  </a:moveTo>
                  <a:lnTo>
                    <a:pt x="207102" y="392220"/>
                  </a:lnTo>
                  <a:lnTo>
                    <a:pt x="211146" y="395683"/>
                  </a:lnTo>
                  <a:lnTo>
                    <a:pt x="197545" y="411488"/>
                  </a:lnTo>
                  <a:lnTo>
                    <a:pt x="267163" y="411488"/>
                  </a:lnTo>
                  <a:lnTo>
                    <a:pt x="267156" y="392220"/>
                  </a:lnTo>
                  <a:close/>
                </a:path>
                <a:path w="267335" h="532765">
                  <a:moveTo>
                    <a:pt x="267156" y="391265"/>
                  </a:moveTo>
                  <a:lnTo>
                    <a:pt x="123047" y="391265"/>
                  </a:lnTo>
                  <a:lnTo>
                    <a:pt x="143076" y="406326"/>
                  </a:lnTo>
                  <a:lnTo>
                    <a:pt x="139863" y="410554"/>
                  </a:lnTo>
                  <a:lnTo>
                    <a:pt x="172296" y="410554"/>
                  </a:lnTo>
                  <a:lnTo>
                    <a:pt x="172280" y="394303"/>
                  </a:lnTo>
                  <a:lnTo>
                    <a:pt x="205310" y="394303"/>
                  </a:lnTo>
                  <a:lnTo>
                    <a:pt x="207102" y="392220"/>
                  </a:lnTo>
                  <a:lnTo>
                    <a:pt x="267156" y="392220"/>
                  </a:lnTo>
                  <a:lnTo>
                    <a:pt x="267156" y="391265"/>
                  </a:lnTo>
                  <a:close/>
                </a:path>
                <a:path w="267335" h="532765">
                  <a:moveTo>
                    <a:pt x="172280" y="360823"/>
                  </a:moveTo>
                  <a:lnTo>
                    <a:pt x="96335" y="360823"/>
                  </a:lnTo>
                  <a:lnTo>
                    <a:pt x="100017" y="364667"/>
                  </a:lnTo>
                  <a:lnTo>
                    <a:pt x="94590" y="369851"/>
                  </a:lnTo>
                  <a:lnTo>
                    <a:pt x="109063" y="380749"/>
                  </a:lnTo>
                  <a:lnTo>
                    <a:pt x="105871" y="384997"/>
                  </a:lnTo>
                  <a:lnTo>
                    <a:pt x="267153" y="384997"/>
                  </a:lnTo>
                  <a:lnTo>
                    <a:pt x="267151" y="379878"/>
                  </a:lnTo>
                  <a:lnTo>
                    <a:pt x="224748" y="379878"/>
                  </a:lnTo>
                  <a:lnTo>
                    <a:pt x="220703" y="376415"/>
                  </a:lnTo>
                  <a:lnTo>
                    <a:pt x="223577" y="373080"/>
                  </a:lnTo>
                  <a:lnTo>
                    <a:pt x="172280" y="373080"/>
                  </a:lnTo>
                  <a:lnTo>
                    <a:pt x="172280" y="360823"/>
                  </a:lnTo>
                  <a:close/>
                </a:path>
                <a:path w="267335" h="532765">
                  <a:moveTo>
                    <a:pt x="267144" y="360610"/>
                  </a:moveTo>
                  <a:lnTo>
                    <a:pt x="234325" y="360610"/>
                  </a:lnTo>
                  <a:lnTo>
                    <a:pt x="238348" y="364073"/>
                  </a:lnTo>
                  <a:lnTo>
                    <a:pt x="224748" y="379878"/>
                  </a:lnTo>
                  <a:lnTo>
                    <a:pt x="267151" y="379878"/>
                  </a:lnTo>
                  <a:lnTo>
                    <a:pt x="267144" y="360610"/>
                  </a:lnTo>
                  <a:close/>
                </a:path>
                <a:path w="267335" h="532765">
                  <a:moveTo>
                    <a:pt x="87800" y="367790"/>
                  </a:moveTo>
                  <a:lnTo>
                    <a:pt x="86906" y="367790"/>
                  </a:lnTo>
                  <a:lnTo>
                    <a:pt x="87298" y="371402"/>
                  </a:lnTo>
                  <a:lnTo>
                    <a:pt x="87386" y="372209"/>
                  </a:lnTo>
                  <a:lnTo>
                    <a:pt x="87481" y="373080"/>
                  </a:lnTo>
                  <a:lnTo>
                    <a:pt x="66302" y="375311"/>
                  </a:lnTo>
                  <a:lnTo>
                    <a:pt x="92990" y="375311"/>
                  </a:lnTo>
                  <a:lnTo>
                    <a:pt x="87800" y="371402"/>
                  </a:lnTo>
                  <a:lnTo>
                    <a:pt x="87800" y="367790"/>
                  </a:lnTo>
                  <a:close/>
                </a:path>
                <a:path w="267335" h="532765">
                  <a:moveTo>
                    <a:pt x="267140" y="351815"/>
                  </a:moveTo>
                  <a:lnTo>
                    <a:pt x="177601" y="351815"/>
                  </a:lnTo>
                  <a:lnTo>
                    <a:pt x="177601" y="373080"/>
                  </a:lnTo>
                  <a:lnTo>
                    <a:pt x="223577" y="373080"/>
                  </a:lnTo>
                  <a:lnTo>
                    <a:pt x="234325" y="360610"/>
                  </a:lnTo>
                  <a:lnTo>
                    <a:pt x="267144" y="360610"/>
                  </a:lnTo>
                  <a:lnTo>
                    <a:pt x="267140" y="351815"/>
                  </a:lnTo>
                  <a:close/>
                </a:path>
                <a:path w="267335" h="532765">
                  <a:moveTo>
                    <a:pt x="259168" y="331740"/>
                  </a:moveTo>
                  <a:lnTo>
                    <a:pt x="126942" y="331740"/>
                  </a:lnTo>
                  <a:lnTo>
                    <a:pt x="130625" y="335586"/>
                  </a:lnTo>
                  <a:lnTo>
                    <a:pt x="115322" y="350137"/>
                  </a:lnTo>
                  <a:lnTo>
                    <a:pt x="267140" y="350137"/>
                  </a:lnTo>
                  <a:lnTo>
                    <a:pt x="267139" y="348268"/>
                  </a:lnTo>
                  <a:lnTo>
                    <a:pt x="251950" y="348268"/>
                  </a:lnTo>
                  <a:lnTo>
                    <a:pt x="247926" y="344804"/>
                  </a:lnTo>
                  <a:lnTo>
                    <a:pt x="259168" y="331740"/>
                  </a:lnTo>
                  <a:close/>
                </a:path>
                <a:path w="267335" h="532765">
                  <a:moveTo>
                    <a:pt x="267132" y="328999"/>
                  </a:moveTo>
                  <a:lnTo>
                    <a:pt x="261527" y="328999"/>
                  </a:lnTo>
                  <a:lnTo>
                    <a:pt x="265572" y="332441"/>
                  </a:lnTo>
                  <a:lnTo>
                    <a:pt x="251950" y="348268"/>
                  </a:lnTo>
                  <a:lnTo>
                    <a:pt x="267139" y="348268"/>
                  </a:lnTo>
                  <a:lnTo>
                    <a:pt x="267132" y="328999"/>
                  </a:lnTo>
                  <a:close/>
                </a:path>
                <a:path w="267335" h="532765">
                  <a:moveTo>
                    <a:pt x="172258" y="323816"/>
                  </a:moveTo>
                  <a:lnTo>
                    <a:pt x="93099" y="323816"/>
                  </a:lnTo>
                  <a:lnTo>
                    <a:pt x="93121" y="345060"/>
                  </a:lnTo>
                  <a:lnTo>
                    <a:pt x="112934" y="345060"/>
                  </a:lnTo>
                  <a:lnTo>
                    <a:pt x="126942" y="331740"/>
                  </a:lnTo>
                  <a:lnTo>
                    <a:pt x="259168" y="331740"/>
                  </a:lnTo>
                  <a:lnTo>
                    <a:pt x="260174" y="330572"/>
                  </a:lnTo>
                  <a:lnTo>
                    <a:pt x="172258" y="330572"/>
                  </a:lnTo>
                  <a:lnTo>
                    <a:pt x="172258" y="323816"/>
                  </a:lnTo>
                  <a:close/>
                </a:path>
                <a:path w="267335" h="532765">
                  <a:moveTo>
                    <a:pt x="267124" y="309328"/>
                  </a:moveTo>
                  <a:lnTo>
                    <a:pt x="177580" y="309328"/>
                  </a:lnTo>
                  <a:lnTo>
                    <a:pt x="177580" y="330572"/>
                  </a:lnTo>
                  <a:lnTo>
                    <a:pt x="260174" y="330572"/>
                  </a:lnTo>
                  <a:lnTo>
                    <a:pt x="261527" y="328999"/>
                  </a:lnTo>
                  <a:lnTo>
                    <a:pt x="267132" y="328999"/>
                  </a:lnTo>
                  <a:lnTo>
                    <a:pt x="267124" y="309328"/>
                  </a:lnTo>
                  <a:close/>
                </a:path>
                <a:path w="267335" h="532765">
                  <a:moveTo>
                    <a:pt x="213977" y="249017"/>
                  </a:moveTo>
                  <a:lnTo>
                    <a:pt x="128390" y="249017"/>
                  </a:lnTo>
                  <a:lnTo>
                    <a:pt x="138926" y="256941"/>
                  </a:lnTo>
                  <a:lnTo>
                    <a:pt x="138948" y="285939"/>
                  </a:lnTo>
                  <a:lnTo>
                    <a:pt x="93099" y="290761"/>
                  </a:lnTo>
                  <a:lnTo>
                    <a:pt x="93099" y="302637"/>
                  </a:lnTo>
                  <a:lnTo>
                    <a:pt x="157551" y="302637"/>
                  </a:lnTo>
                  <a:lnTo>
                    <a:pt x="161232" y="306481"/>
                  </a:lnTo>
                  <a:lnTo>
                    <a:pt x="145929" y="321033"/>
                  </a:lnTo>
                  <a:lnTo>
                    <a:pt x="172258" y="321033"/>
                  </a:lnTo>
                  <a:lnTo>
                    <a:pt x="172258" y="309328"/>
                  </a:lnTo>
                  <a:lnTo>
                    <a:pt x="267124" y="309328"/>
                  </a:lnTo>
                  <a:lnTo>
                    <a:pt x="267117" y="291929"/>
                  </a:lnTo>
                  <a:lnTo>
                    <a:pt x="176537" y="291929"/>
                  </a:lnTo>
                  <a:lnTo>
                    <a:pt x="172876" y="288084"/>
                  </a:lnTo>
                  <a:lnTo>
                    <a:pt x="172258" y="288084"/>
                  </a:lnTo>
                  <a:lnTo>
                    <a:pt x="172237" y="266840"/>
                  </a:lnTo>
                  <a:lnTo>
                    <a:pt x="267108" y="266840"/>
                  </a:lnTo>
                  <a:lnTo>
                    <a:pt x="267106" y="262826"/>
                  </a:lnTo>
                  <a:lnTo>
                    <a:pt x="207144" y="262826"/>
                  </a:lnTo>
                  <a:lnTo>
                    <a:pt x="203484" y="258980"/>
                  </a:lnTo>
                  <a:lnTo>
                    <a:pt x="213977" y="249017"/>
                  </a:lnTo>
                  <a:close/>
                </a:path>
                <a:path w="267335" h="532765">
                  <a:moveTo>
                    <a:pt x="267110" y="273532"/>
                  </a:moveTo>
                  <a:lnTo>
                    <a:pt x="188159" y="273532"/>
                  </a:lnTo>
                  <a:lnTo>
                    <a:pt x="191841" y="277378"/>
                  </a:lnTo>
                  <a:lnTo>
                    <a:pt x="176537" y="291929"/>
                  </a:lnTo>
                  <a:lnTo>
                    <a:pt x="267117" y="291929"/>
                  </a:lnTo>
                  <a:lnTo>
                    <a:pt x="267110" y="273532"/>
                  </a:lnTo>
                  <a:close/>
                </a:path>
                <a:path w="267335" h="532765">
                  <a:moveTo>
                    <a:pt x="267108" y="266840"/>
                  </a:moveTo>
                  <a:lnTo>
                    <a:pt x="177558" y="266840"/>
                  </a:lnTo>
                  <a:lnTo>
                    <a:pt x="177580" y="283624"/>
                  </a:lnTo>
                  <a:lnTo>
                    <a:pt x="188159" y="273532"/>
                  </a:lnTo>
                  <a:lnTo>
                    <a:pt x="267110" y="273532"/>
                  </a:lnTo>
                  <a:lnTo>
                    <a:pt x="267108" y="266840"/>
                  </a:lnTo>
                  <a:close/>
                </a:path>
                <a:path w="267335" h="532765">
                  <a:moveTo>
                    <a:pt x="267099" y="244450"/>
                  </a:moveTo>
                  <a:lnTo>
                    <a:pt x="218787" y="244450"/>
                  </a:lnTo>
                  <a:lnTo>
                    <a:pt x="222449" y="248273"/>
                  </a:lnTo>
                  <a:lnTo>
                    <a:pt x="207144" y="262826"/>
                  </a:lnTo>
                  <a:lnTo>
                    <a:pt x="267106" y="262826"/>
                  </a:lnTo>
                  <a:lnTo>
                    <a:pt x="267099" y="244450"/>
                  </a:lnTo>
                  <a:close/>
                </a:path>
                <a:path w="267335" h="532765">
                  <a:moveTo>
                    <a:pt x="26670" y="217726"/>
                  </a:moveTo>
                  <a:lnTo>
                    <a:pt x="5257" y="217726"/>
                  </a:lnTo>
                  <a:lnTo>
                    <a:pt x="5831" y="222994"/>
                  </a:lnTo>
                  <a:lnTo>
                    <a:pt x="85" y="223610"/>
                  </a:lnTo>
                  <a:lnTo>
                    <a:pt x="85" y="262549"/>
                  </a:lnTo>
                  <a:lnTo>
                    <a:pt x="87758" y="253309"/>
                  </a:lnTo>
                  <a:lnTo>
                    <a:pt x="87758" y="238842"/>
                  </a:lnTo>
                  <a:lnTo>
                    <a:pt x="172237" y="238842"/>
                  </a:lnTo>
                  <a:lnTo>
                    <a:pt x="172237" y="224354"/>
                  </a:lnTo>
                  <a:lnTo>
                    <a:pt x="239921" y="224354"/>
                  </a:lnTo>
                  <a:lnTo>
                    <a:pt x="243697" y="220764"/>
                  </a:lnTo>
                  <a:lnTo>
                    <a:pt x="26988" y="220764"/>
                  </a:lnTo>
                  <a:lnTo>
                    <a:pt x="26823" y="219191"/>
                  </a:lnTo>
                  <a:lnTo>
                    <a:pt x="26725" y="218257"/>
                  </a:lnTo>
                  <a:lnTo>
                    <a:pt x="26670" y="217726"/>
                  </a:lnTo>
                  <a:close/>
                </a:path>
                <a:path w="267335" h="532765">
                  <a:moveTo>
                    <a:pt x="172237" y="238842"/>
                  </a:moveTo>
                  <a:lnTo>
                    <a:pt x="93079" y="238842"/>
                  </a:lnTo>
                  <a:lnTo>
                    <a:pt x="93079" y="252735"/>
                  </a:lnTo>
                  <a:lnTo>
                    <a:pt x="128390" y="249017"/>
                  </a:lnTo>
                  <a:lnTo>
                    <a:pt x="213977" y="249017"/>
                  </a:lnTo>
                  <a:lnTo>
                    <a:pt x="217580" y="245597"/>
                  </a:lnTo>
                  <a:lnTo>
                    <a:pt x="172237" y="245597"/>
                  </a:lnTo>
                  <a:lnTo>
                    <a:pt x="172237" y="238842"/>
                  </a:lnTo>
                  <a:close/>
                </a:path>
                <a:path w="267335" h="532765">
                  <a:moveTo>
                    <a:pt x="239921" y="224354"/>
                  </a:moveTo>
                  <a:lnTo>
                    <a:pt x="177558" y="224354"/>
                  </a:lnTo>
                  <a:lnTo>
                    <a:pt x="177558" y="245597"/>
                  </a:lnTo>
                  <a:lnTo>
                    <a:pt x="217580" y="245597"/>
                  </a:lnTo>
                  <a:lnTo>
                    <a:pt x="218787" y="244450"/>
                  </a:lnTo>
                  <a:lnTo>
                    <a:pt x="267099" y="244450"/>
                  </a:lnTo>
                  <a:lnTo>
                    <a:pt x="267095" y="233743"/>
                  </a:lnTo>
                  <a:lnTo>
                    <a:pt x="237752" y="233743"/>
                  </a:lnTo>
                  <a:lnTo>
                    <a:pt x="234091" y="229897"/>
                  </a:lnTo>
                  <a:lnTo>
                    <a:pt x="239921" y="224354"/>
                  </a:lnTo>
                  <a:close/>
                </a:path>
                <a:path w="267335" h="532765">
                  <a:moveTo>
                    <a:pt x="267088" y="215346"/>
                  </a:moveTo>
                  <a:lnTo>
                    <a:pt x="249394" y="215346"/>
                  </a:lnTo>
                  <a:lnTo>
                    <a:pt x="253056" y="219191"/>
                  </a:lnTo>
                  <a:lnTo>
                    <a:pt x="237752" y="233743"/>
                  </a:lnTo>
                  <a:lnTo>
                    <a:pt x="267095" y="233743"/>
                  </a:lnTo>
                  <a:lnTo>
                    <a:pt x="267088" y="215346"/>
                  </a:lnTo>
                  <a:close/>
                </a:path>
                <a:path w="267335" h="532765">
                  <a:moveTo>
                    <a:pt x="69007" y="213264"/>
                  </a:moveTo>
                  <a:lnTo>
                    <a:pt x="47593" y="213264"/>
                  </a:lnTo>
                  <a:lnTo>
                    <a:pt x="48065" y="217597"/>
                  </a:lnTo>
                  <a:lnTo>
                    <a:pt x="48167" y="218532"/>
                  </a:lnTo>
                  <a:lnTo>
                    <a:pt x="26988" y="220764"/>
                  </a:lnTo>
                  <a:lnTo>
                    <a:pt x="243697" y="220764"/>
                  </a:lnTo>
                  <a:lnTo>
                    <a:pt x="247026" y="217597"/>
                  </a:lnTo>
                  <a:lnTo>
                    <a:pt x="87758" y="217597"/>
                  </a:lnTo>
                  <a:lnTo>
                    <a:pt x="87749" y="216302"/>
                  </a:lnTo>
                  <a:lnTo>
                    <a:pt x="69325" y="216302"/>
                  </a:lnTo>
                  <a:lnTo>
                    <a:pt x="69225" y="215346"/>
                  </a:lnTo>
                  <a:lnTo>
                    <a:pt x="69123" y="214369"/>
                  </a:lnTo>
                  <a:lnTo>
                    <a:pt x="69007" y="213264"/>
                  </a:lnTo>
                  <a:close/>
                </a:path>
                <a:path w="267335" h="532765">
                  <a:moveTo>
                    <a:pt x="267018" y="0"/>
                  </a:moveTo>
                  <a:lnTo>
                    <a:pt x="0" y="28168"/>
                  </a:lnTo>
                  <a:lnTo>
                    <a:pt x="63" y="218257"/>
                  </a:lnTo>
                  <a:lnTo>
                    <a:pt x="5257" y="217726"/>
                  </a:lnTo>
                  <a:lnTo>
                    <a:pt x="26670" y="217726"/>
                  </a:lnTo>
                  <a:lnTo>
                    <a:pt x="26521" y="216302"/>
                  </a:lnTo>
                  <a:lnTo>
                    <a:pt x="26436" y="215494"/>
                  </a:lnTo>
                  <a:lnTo>
                    <a:pt x="47593" y="213264"/>
                  </a:lnTo>
                  <a:lnTo>
                    <a:pt x="69007" y="213264"/>
                  </a:lnTo>
                  <a:lnTo>
                    <a:pt x="68858" y="211841"/>
                  </a:lnTo>
                  <a:lnTo>
                    <a:pt x="68771" y="211013"/>
                  </a:lnTo>
                  <a:lnTo>
                    <a:pt x="87736" y="209015"/>
                  </a:lnTo>
                  <a:lnTo>
                    <a:pt x="87736" y="196354"/>
                  </a:lnTo>
                  <a:lnTo>
                    <a:pt x="162288" y="196354"/>
                  </a:lnTo>
                  <a:lnTo>
                    <a:pt x="153656" y="189853"/>
                  </a:lnTo>
                  <a:lnTo>
                    <a:pt x="156848" y="185605"/>
                  </a:lnTo>
                  <a:lnTo>
                    <a:pt x="267079" y="185605"/>
                  </a:lnTo>
                  <a:lnTo>
                    <a:pt x="267079" y="184458"/>
                  </a:lnTo>
                  <a:lnTo>
                    <a:pt x="200994" y="184458"/>
                  </a:lnTo>
                  <a:lnTo>
                    <a:pt x="197609" y="180357"/>
                  </a:lnTo>
                  <a:lnTo>
                    <a:pt x="198747" y="179423"/>
                  </a:lnTo>
                  <a:lnTo>
                    <a:pt x="139778" y="179423"/>
                  </a:lnTo>
                  <a:lnTo>
                    <a:pt x="134128" y="175174"/>
                  </a:lnTo>
                  <a:lnTo>
                    <a:pt x="87736" y="175174"/>
                  </a:lnTo>
                  <a:lnTo>
                    <a:pt x="87715" y="153866"/>
                  </a:lnTo>
                  <a:lnTo>
                    <a:pt x="105812" y="153866"/>
                  </a:lnTo>
                  <a:lnTo>
                    <a:pt x="101882" y="150914"/>
                  </a:lnTo>
                  <a:lnTo>
                    <a:pt x="2106" y="150914"/>
                  </a:lnTo>
                  <a:lnTo>
                    <a:pt x="1639" y="146453"/>
                  </a:lnTo>
                  <a:lnTo>
                    <a:pt x="1554" y="145646"/>
                  </a:lnTo>
                  <a:lnTo>
                    <a:pt x="22711" y="143394"/>
                  </a:lnTo>
                  <a:lnTo>
                    <a:pt x="44122" y="143394"/>
                  </a:lnTo>
                  <a:lnTo>
                    <a:pt x="43976" y="141992"/>
                  </a:lnTo>
                  <a:lnTo>
                    <a:pt x="43889" y="141164"/>
                  </a:lnTo>
                  <a:lnTo>
                    <a:pt x="65046" y="138932"/>
                  </a:lnTo>
                  <a:lnTo>
                    <a:pt x="86446" y="138932"/>
                  </a:lnTo>
                  <a:lnTo>
                    <a:pt x="86203" y="136702"/>
                  </a:lnTo>
                  <a:lnTo>
                    <a:pt x="89481" y="136362"/>
                  </a:lnTo>
                  <a:lnTo>
                    <a:pt x="97847" y="130945"/>
                  </a:lnTo>
                  <a:lnTo>
                    <a:pt x="265691" y="130945"/>
                  </a:lnTo>
                  <a:lnTo>
                    <a:pt x="262464" y="127036"/>
                  </a:lnTo>
                  <a:lnTo>
                    <a:pt x="266260" y="123913"/>
                  </a:lnTo>
                  <a:lnTo>
                    <a:pt x="118428" y="123913"/>
                  </a:lnTo>
                  <a:lnTo>
                    <a:pt x="115534" y="119452"/>
                  </a:lnTo>
                  <a:lnTo>
                    <a:pt x="133201" y="108002"/>
                  </a:lnTo>
                  <a:lnTo>
                    <a:pt x="267055" y="108002"/>
                  </a:lnTo>
                  <a:lnTo>
                    <a:pt x="267051" y="100991"/>
                  </a:lnTo>
                  <a:lnTo>
                    <a:pt x="153762" y="100991"/>
                  </a:lnTo>
                  <a:lnTo>
                    <a:pt x="150867" y="96551"/>
                  </a:lnTo>
                  <a:lnTo>
                    <a:pt x="168534" y="85081"/>
                  </a:lnTo>
                  <a:lnTo>
                    <a:pt x="267044" y="85081"/>
                  </a:lnTo>
                  <a:lnTo>
                    <a:pt x="267041" y="78070"/>
                  </a:lnTo>
                  <a:lnTo>
                    <a:pt x="189116" y="78070"/>
                  </a:lnTo>
                  <a:lnTo>
                    <a:pt x="186201" y="73630"/>
                  </a:lnTo>
                  <a:lnTo>
                    <a:pt x="203866" y="62158"/>
                  </a:lnTo>
                  <a:lnTo>
                    <a:pt x="267034" y="62158"/>
                  </a:lnTo>
                  <a:lnTo>
                    <a:pt x="267031" y="55148"/>
                  </a:lnTo>
                  <a:lnTo>
                    <a:pt x="224449" y="55148"/>
                  </a:lnTo>
                  <a:lnTo>
                    <a:pt x="221555" y="50708"/>
                  </a:lnTo>
                  <a:lnTo>
                    <a:pt x="239221" y="39236"/>
                  </a:lnTo>
                  <a:lnTo>
                    <a:pt x="267024" y="39236"/>
                  </a:lnTo>
                  <a:lnTo>
                    <a:pt x="267020" y="32247"/>
                  </a:lnTo>
                  <a:lnTo>
                    <a:pt x="259782" y="32247"/>
                  </a:lnTo>
                  <a:lnTo>
                    <a:pt x="256887" y="27786"/>
                  </a:lnTo>
                  <a:lnTo>
                    <a:pt x="267018" y="21221"/>
                  </a:lnTo>
                  <a:lnTo>
                    <a:pt x="267018" y="0"/>
                  </a:lnTo>
                  <a:close/>
                </a:path>
                <a:path w="267335" h="532765">
                  <a:moveTo>
                    <a:pt x="162288" y="196354"/>
                  </a:moveTo>
                  <a:lnTo>
                    <a:pt x="93057" y="196354"/>
                  </a:lnTo>
                  <a:lnTo>
                    <a:pt x="93079" y="217597"/>
                  </a:lnTo>
                  <a:lnTo>
                    <a:pt x="247026" y="217597"/>
                  </a:lnTo>
                  <a:lnTo>
                    <a:pt x="249394" y="215346"/>
                  </a:lnTo>
                  <a:lnTo>
                    <a:pt x="267088" y="215346"/>
                  </a:lnTo>
                  <a:lnTo>
                    <a:pt x="267086" y="211841"/>
                  </a:lnTo>
                  <a:lnTo>
                    <a:pt x="111660" y="211841"/>
                  </a:lnTo>
                  <a:lnTo>
                    <a:pt x="111193" y="207379"/>
                  </a:lnTo>
                  <a:lnTo>
                    <a:pt x="111107" y="206551"/>
                  </a:lnTo>
                  <a:lnTo>
                    <a:pt x="132264" y="204321"/>
                  </a:lnTo>
                  <a:lnTo>
                    <a:pt x="153676" y="204321"/>
                  </a:lnTo>
                  <a:lnTo>
                    <a:pt x="153549" y="203109"/>
                  </a:lnTo>
                  <a:lnTo>
                    <a:pt x="153442" y="202090"/>
                  </a:lnTo>
                  <a:lnTo>
                    <a:pt x="167873" y="200560"/>
                  </a:lnTo>
                  <a:lnTo>
                    <a:pt x="162288" y="196354"/>
                  </a:lnTo>
                  <a:close/>
                </a:path>
                <a:path w="267335" h="532765">
                  <a:moveTo>
                    <a:pt x="87736" y="214369"/>
                  </a:moveTo>
                  <a:lnTo>
                    <a:pt x="69325" y="216302"/>
                  </a:lnTo>
                  <a:lnTo>
                    <a:pt x="87749" y="216302"/>
                  </a:lnTo>
                  <a:lnTo>
                    <a:pt x="87736" y="214369"/>
                  </a:lnTo>
                  <a:close/>
                </a:path>
                <a:path w="267335" h="532765">
                  <a:moveTo>
                    <a:pt x="153676" y="204321"/>
                  </a:moveTo>
                  <a:lnTo>
                    <a:pt x="132264" y="204321"/>
                  </a:lnTo>
                  <a:lnTo>
                    <a:pt x="132755" y="209015"/>
                  </a:lnTo>
                  <a:lnTo>
                    <a:pt x="132817" y="209610"/>
                  </a:lnTo>
                  <a:lnTo>
                    <a:pt x="111660" y="211841"/>
                  </a:lnTo>
                  <a:lnTo>
                    <a:pt x="267086" y="211841"/>
                  </a:lnTo>
                  <a:lnTo>
                    <a:pt x="267085" y="207379"/>
                  </a:lnTo>
                  <a:lnTo>
                    <a:pt x="153996" y="207379"/>
                  </a:lnTo>
                  <a:lnTo>
                    <a:pt x="153760" y="205127"/>
                  </a:lnTo>
                  <a:lnTo>
                    <a:pt x="153676" y="204321"/>
                  </a:lnTo>
                  <a:close/>
                </a:path>
                <a:path w="267335" h="532765">
                  <a:moveTo>
                    <a:pt x="175388" y="203109"/>
                  </a:moveTo>
                  <a:lnTo>
                    <a:pt x="174941" y="203109"/>
                  </a:lnTo>
                  <a:lnTo>
                    <a:pt x="174961" y="203301"/>
                  </a:lnTo>
                  <a:lnTo>
                    <a:pt x="175068" y="204321"/>
                  </a:lnTo>
                  <a:lnTo>
                    <a:pt x="175153" y="205127"/>
                  </a:lnTo>
                  <a:lnTo>
                    <a:pt x="153996" y="207379"/>
                  </a:lnTo>
                  <a:lnTo>
                    <a:pt x="267085" y="207379"/>
                  </a:lnTo>
                  <a:lnTo>
                    <a:pt x="267084" y="204555"/>
                  </a:lnTo>
                  <a:lnTo>
                    <a:pt x="176579" y="204555"/>
                  </a:lnTo>
                  <a:lnTo>
                    <a:pt x="175388" y="203109"/>
                  </a:lnTo>
                  <a:close/>
                </a:path>
                <a:path w="267335" h="532765">
                  <a:moveTo>
                    <a:pt x="267082" y="193699"/>
                  </a:moveTo>
                  <a:lnTo>
                    <a:pt x="181411" y="193699"/>
                  </a:lnTo>
                  <a:lnTo>
                    <a:pt x="184795" y="197798"/>
                  </a:lnTo>
                  <a:lnTo>
                    <a:pt x="176579" y="204555"/>
                  </a:lnTo>
                  <a:lnTo>
                    <a:pt x="267084" y="204555"/>
                  </a:lnTo>
                  <a:lnTo>
                    <a:pt x="267083" y="203301"/>
                  </a:lnTo>
                  <a:lnTo>
                    <a:pt x="264699" y="200794"/>
                  </a:lnTo>
                  <a:lnTo>
                    <a:pt x="267083" y="198521"/>
                  </a:lnTo>
                  <a:lnTo>
                    <a:pt x="267082" y="193699"/>
                  </a:lnTo>
                  <a:close/>
                </a:path>
                <a:path w="267335" h="532765">
                  <a:moveTo>
                    <a:pt x="267079" y="185605"/>
                  </a:moveTo>
                  <a:lnTo>
                    <a:pt x="156848" y="185605"/>
                  </a:lnTo>
                  <a:lnTo>
                    <a:pt x="174812" y="199116"/>
                  </a:lnTo>
                  <a:lnTo>
                    <a:pt x="181411" y="193699"/>
                  </a:lnTo>
                  <a:lnTo>
                    <a:pt x="267082" y="193699"/>
                  </a:lnTo>
                  <a:lnTo>
                    <a:pt x="267079" y="185605"/>
                  </a:lnTo>
                  <a:close/>
                </a:path>
                <a:path w="267335" h="532765">
                  <a:moveTo>
                    <a:pt x="267073" y="167038"/>
                  </a:moveTo>
                  <a:lnTo>
                    <a:pt x="213828" y="167038"/>
                  </a:lnTo>
                  <a:lnTo>
                    <a:pt x="217213" y="171138"/>
                  </a:lnTo>
                  <a:lnTo>
                    <a:pt x="200994" y="184458"/>
                  </a:lnTo>
                  <a:lnTo>
                    <a:pt x="267079" y="184458"/>
                  </a:lnTo>
                  <a:lnTo>
                    <a:pt x="267073" y="167038"/>
                  </a:lnTo>
                  <a:close/>
                </a:path>
                <a:path w="267335" h="532765">
                  <a:moveTo>
                    <a:pt x="267071" y="160027"/>
                  </a:moveTo>
                  <a:lnTo>
                    <a:pt x="122857" y="160027"/>
                  </a:lnTo>
                  <a:lnTo>
                    <a:pt x="142970" y="175174"/>
                  </a:lnTo>
                  <a:lnTo>
                    <a:pt x="139778" y="179423"/>
                  </a:lnTo>
                  <a:lnTo>
                    <a:pt x="198747" y="179423"/>
                  </a:lnTo>
                  <a:lnTo>
                    <a:pt x="213828" y="167038"/>
                  </a:lnTo>
                  <a:lnTo>
                    <a:pt x="267073" y="167038"/>
                  </a:lnTo>
                  <a:lnTo>
                    <a:pt x="267071" y="160027"/>
                  </a:lnTo>
                  <a:close/>
                </a:path>
                <a:path w="267335" h="532765">
                  <a:moveTo>
                    <a:pt x="265691" y="130945"/>
                  </a:moveTo>
                  <a:lnTo>
                    <a:pt x="97847" y="130945"/>
                  </a:lnTo>
                  <a:lnTo>
                    <a:pt x="100741" y="135385"/>
                  </a:lnTo>
                  <a:lnTo>
                    <a:pt x="95016" y="139103"/>
                  </a:lnTo>
                  <a:lnTo>
                    <a:pt x="108978" y="149597"/>
                  </a:lnTo>
                  <a:lnTo>
                    <a:pt x="105897" y="153697"/>
                  </a:lnTo>
                  <a:lnTo>
                    <a:pt x="105770" y="153866"/>
                  </a:lnTo>
                  <a:lnTo>
                    <a:pt x="93036" y="153866"/>
                  </a:lnTo>
                  <a:lnTo>
                    <a:pt x="93058" y="175174"/>
                  </a:lnTo>
                  <a:lnTo>
                    <a:pt x="134128" y="175174"/>
                  </a:lnTo>
                  <a:lnTo>
                    <a:pt x="119664" y="164277"/>
                  </a:lnTo>
                  <a:lnTo>
                    <a:pt x="122857" y="160027"/>
                  </a:lnTo>
                  <a:lnTo>
                    <a:pt x="267071" y="160027"/>
                  </a:lnTo>
                  <a:lnTo>
                    <a:pt x="267070" y="157797"/>
                  </a:lnTo>
                  <a:lnTo>
                    <a:pt x="233432" y="157797"/>
                  </a:lnTo>
                  <a:lnTo>
                    <a:pt x="230047" y="153697"/>
                  </a:lnTo>
                  <a:lnTo>
                    <a:pt x="246245" y="140356"/>
                  </a:lnTo>
                  <a:lnTo>
                    <a:pt x="267065" y="140356"/>
                  </a:lnTo>
                  <a:lnTo>
                    <a:pt x="267062" y="131136"/>
                  </a:lnTo>
                  <a:lnTo>
                    <a:pt x="265849" y="131136"/>
                  </a:lnTo>
                  <a:lnTo>
                    <a:pt x="265691" y="130945"/>
                  </a:lnTo>
                  <a:close/>
                </a:path>
                <a:path w="267335" h="532765">
                  <a:moveTo>
                    <a:pt x="267065" y="140356"/>
                  </a:moveTo>
                  <a:lnTo>
                    <a:pt x="246245" y="140356"/>
                  </a:lnTo>
                  <a:lnTo>
                    <a:pt x="249629" y="144456"/>
                  </a:lnTo>
                  <a:lnTo>
                    <a:pt x="233432" y="157797"/>
                  </a:lnTo>
                  <a:lnTo>
                    <a:pt x="267070" y="157797"/>
                  </a:lnTo>
                  <a:lnTo>
                    <a:pt x="267065" y="140356"/>
                  </a:lnTo>
                  <a:close/>
                </a:path>
                <a:path w="267335" h="532765">
                  <a:moveTo>
                    <a:pt x="44122" y="143394"/>
                  </a:moveTo>
                  <a:lnTo>
                    <a:pt x="22711" y="143394"/>
                  </a:lnTo>
                  <a:lnTo>
                    <a:pt x="23265" y="148683"/>
                  </a:lnTo>
                  <a:lnTo>
                    <a:pt x="2106" y="150914"/>
                  </a:lnTo>
                  <a:lnTo>
                    <a:pt x="101882" y="150914"/>
                  </a:lnTo>
                  <a:lnTo>
                    <a:pt x="95944" y="146453"/>
                  </a:lnTo>
                  <a:lnTo>
                    <a:pt x="44442" y="146453"/>
                  </a:lnTo>
                  <a:lnTo>
                    <a:pt x="44358" y="145646"/>
                  </a:lnTo>
                  <a:lnTo>
                    <a:pt x="44233" y="144456"/>
                  </a:lnTo>
                  <a:lnTo>
                    <a:pt x="44122" y="143394"/>
                  </a:lnTo>
                  <a:close/>
                </a:path>
                <a:path w="267335" h="532765">
                  <a:moveTo>
                    <a:pt x="86446" y="138932"/>
                  </a:moveTo>
                  <a:lnTo>
                    <a:pt x="65046" y="138932"/>
                  </a:lnTo>
                  <a:lnTo>
                    <a:pt x="65513" y="143394"/>
                  </a:lnTo>
                  <a:lnTo>
                    <a:pt x="65600" y="144222"/>
                  </a:lnTo>
                  <a:lnTo>
                    <a:pt x="44442" y="146453"/>
                  </a:lnTo>
                  <a:lnTo>
                    <a:pt x="95944" y="146453"/>
                  </a:lnTo>
                  <a:lnTo>
                    <a:pt x="90005" y="141992"/>
                  </a:lnTo>
                  <a:lnTo>
                    <a:pt x="86779" y="141992"/>
                  </a:lnTo>
                  <a:lnTo>
                    <a:pt x="86464" y="139103"/>
                  </a:lnTo>
                  <a:lnTo>
                    <a:pt x="86446" y="138932"/>
                  </a:lnTo>
                  <a:close/>
                </a:path>
                <a:path w="267335" h="532765">
                  <a:moveTo>
                    <a:pt x="89609" y="141695"/>
                  </a:moveTo>
                  <a:lnTo>
                    <a:pt x="86779" y="141992"/>
                  </a:lnTo>
                  <a:lnTo>
                    <a:pt x="90005" y="141992"/>
                  </a:lnTo>
                  <a:lnTo>
                    <a:pt x="89609" y="141695"/>
                  </a:lnTo>
                  <a:close/>
                </a:path>
                <a:path w="267335" h="532765">
                  <a:moveTo>
                    <a:pt x="267061" y="130138"/>
                  </a:moveTo>
                  <a:lnTo>
                    <a:pt x="265849" y="131136"/>
                  </a:lnTo>
                  <a:lnTo>
                    <a:pt x="267062" y="131136"/>
                  </a:lnTo>
                  <a:lnTo>
                    <a:pt x="267061" y="130138"/>
                  </a:lnTo>
                  <a:close/>
                </a:path>
                <a:path w="267335" h="532765">
                  <a:moveTo>
                    <a:pt x="267055" y="108002"/>
                  </a:moveTo>
                  <a:lnTo>
                    <a:pt x="133201" y="108002"/>
                  </a:lnTo>
                  <a:lnTo>
                    <a:pt x="136095" y="112463"/>
                  </a:lnTo>
                  <a:lnTo>
                    <a:pt x="118428" y="123913"/>
                  </a:lnTo>
                  <a:lnTo>
                    <a:pt x="266260" y="123913"/>
                  </a:lnTo>
                  <a:lnTo>
                    <a:pt x="267061" y="123254"/>
                  </a:lnTo>
                  <a:lnTo>
                    <a:pt x="267055" y="108002"/>
                  </a:lnTo>
                  <a:close/>
                </a:path>
                <a:path w="267335" h="532765">
                  <a:moveTo>
                    <a:pt x="267044" y="85081"/>
                  </a:moveTo>
                  <a:lnTo>
                    <a:pt x="168534" y="85081"/>
                  </a:lnTo>
                  <a:lnTo>
                    <a:pt x="171428" y="89541"/>
                  </a:lnTo>
                  <a:lnTo>
                    <a:pt x="153762" y="100991"/>
                  </a:lnTo>
                  <a:lnTo>
                    <a:pt x="267051" y="100991"/>
                  </a:lnTo>
                  <a:lnTo>
                    <a:pt x="267044" y="85081"/>
                  </a:lnTo>
                  <a:close/>
                </a:path>
                <a:path w="267335" h="532765">
                  <a:moveTo>
                    <a:pt x="267034" y="62158"/>
                  </a:moveTo>
                  <a:lnTo>
                    <a:pt x="203866" y="62158"/>
                  </a:lnTo>
                  <a:lnTo>
                    <a:pt x="206782" y="66620"/>
                  </a:lnTo>
                  <a:lnTo>
                    <a:pt x="189116" y="78070"/>
                  </a:lnTo>
                  <a:lnTo>
                    <a:pt x="267041" y="78070"/>
                  </a:lnTo>
                  <a:lnTo>
                    <a:pt x="267034" y="62158"/>
                  </a:lnTo>
                  <a:close/>
                </a:path>
                <a:path w="267335" h="532765">
                  <a:moveTo>
                    <a:pt x="267024" y="39236"/>
                  </a:moveTo>
                  <a:lnTo>
                    <a:pt x="239221" y="39236"/>
                  </a:lnTo>
                  <a:lnTo>
                    <a:pt x="242116" y="43698"/>
                  </a:lnTo>
                  <a:lnTo>
                    <a:pt x="224449" y="55148"/>
                  </a:lnTo>
                  <a:lnTo>
                    <a:pt x="267031" y="55148"/>
                  </a:lnTo>
                  <a:lnTo>
                    <a:pt x="267024" y="39236"/>
                  </a:lnTo>
                  <a:close/>
                </a:path>
                <a:path w="267335" h="532765">
                  <a:moveTo>
                    <a:pt x="267018" y="27552"/>
                  </a:moveTo>
                  <a:lnTo>
                    <a:pt x="259782" y="32247"/>
                  </a:lnTo>
                  <a:lnTo>
                    <a:pt x="267020" y="32247"/>
                  </a:lnTo>
                  <a:lnTo>
                    <a:pt x="267018" y="27552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3" name="object 79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917431" y="7619161"/>
              <a:ext cx="177601" cy="411999"/>
            </a:xfrm>
            <a:prstGeom prst="rect">
              <a:avLst/>
            </a:prstGeom>
          </p:spPr>
        </p:pic>
        <p:sp>
          <p:nvSpPr>
            <p:cNvPr id="794" name="object 794"/>
            <p:cNvSpPr/>
            <p:nvPr/>
          </p:nvSpPr>
          <p:spPr>
            <a:xfrm>
              <a:off x="3827950" y="7626108"/>
              <a:ext cx="635" cy="60960"/>
            </a:xfrm>
            <a:custGeom>
              <a:avLst/>
              <a:gdLst/>
              <a:ahLst/>
              <a:cxnLst/>
              <a:rect l="l" t="t" r="r" b="b"/>
              <a:pathLst>
                <a:path w="635" h="60959">
                  <a:moveTo>
                    <a:pt x="0" y="0"/>
                  </a:moveTo>
                  <a:lnTo>
                    <a:pt x="21" y="604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5" name="object 795"/>
            <p:cNvSpPr/>
            <p:nvPr/>
          </p:nvSpPr>
          <p:spPr>
            <a:xfrm>
              <a:off x="3822623" y="7626108"/>
              <a:ext cx="5715" cy="303530"/>
            </a:xfrm>
            <a:custGeom>
              <a:avLst/>
              <a:gdLst/>
              <a:ahLst/>
              <a:cxnLst/>
              <a:rect l="l" t="t" r="r" b="b"/>
              <a:pathLst>
                <a:path w="5714" h="303529">
                  <a:moveTo>
                    <a:pt x="5384" y="190093"/>
                  </a:moveTo>
                  <a:lnTo>
                    <a:pt x="5321" y="0"/>
                  </a:lnTo>
                  <a:lnTo>
                    <a:pt x="0" y="558"/>
                  </a:lnTo>
                  <a:lnTo>
                    <a:pt x="63" y="190665"/>
                  </a:lnTo>
                  <a:lnTo>
                    <a:pt x="5384" y="190093"/>
                  </a:lnTo>
                  <a:close/>
                </a:path>
                <a:path w="5714" h="303529">
                  <a:moveTo>
                    <a:pt x="5410" y="234391"/>
                  </a:moveTo>
                  <a:lnTo>
                    <a:pt x="5384" y="195453"/>
                  </a:lnTo>
                  <a:lnTo>
                    <a:pt x="63" y="195999"/>
                  </a:lnTo>
                  <a:lnTo>
                    <a:pt x="88" y="234962"/>
                  </a:lnTo>
                  <a:lnTo>
                    <a:pt x="5410" y="234391"/>
                  </a:lnTo>
                  <a:close/>
                </a:path>
                <a:path w="5714" h="303529">
                  <a:moveTo>
                    <a:pt x="5422" y="272021"/>
                  </a:moveTo>
                  <a:lnTo>
                    <a:pt x="3124" y="272021"/>
                  </a:lnTo>
                  <a:lnTo>
                    <a:pt x="3124" y="273291"/>
                  </a:lnTo>
                  <a:lnTo>
                    <a:pt x="101" y="273291"/>
                  </a:lnTo>
                  <a:lnTo>
                    <a:pt x="101" y="302501"/>
                  </a:lnTo>
                  <a:lnTo>
                    <a:pt x="4127" y="302501"/>
                  </a:lnTo>
                  <a:lnTo>
                    <a:pt x="5422" y="303466"/>
                  </a:lnTo>
                  <a:lnTo>
                    <a:pt x="5422" y="302501"/>
                  </a:lnTo>
                  <a:lnTo>
                    <a:pt x="5422" y="302044"/>
                  </a:lnTo>
                  <a:lnTo>
                    <a:pt x="5422" y="273291"/>
                  </a:lnTo>
                  <a:lnTo>
                    <a:pt x="5422" y="272021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6" name="object 796"/>
            <p:cNvSpPr/>
            <p:nvPr/>
          </p:nvSpPr>
          <p:spPr>
            <a:xfrm>
              <a:off x="3621891" y="7933653"/>
              <a:ext cx="469265" cy="250190"/>
            </a:xfrm>
            <a:custGeom>
              <a:avLst/>
              <a:gdLst/>
              <a:ahLst/>
              <a:cxnLst/>
              <a:rect l="l" t="t" r="r" b="b"/>
              <a:pathLst>
                <a:path w="469264" h="250190">
                  <a:moveTo>
                    <a:pt x="41705" y="133304"/>
                  </a:moveTo>
                  <a:lnTo>
                    <a:pt x="20306" y="133304"/>
                  </a:lnTo>
                  <a:lnTo>
                    <a:pt x="20858" y="138593"/>
                  </a:lnTo>
                  <a:lnTo>
                    <a:pt x="41" y="140782"/>
                  </a:lnTo>
                  <a:lnTo>
                    <a:pt x="85" y="249655"/>
                  </a:lnTo>
                  <a:lnTo>
                    <a:pt x="468927" y="200200"/>
                  </a:lnTo>
                  <a:lnTo>
                    <a:pt x="384062" y="136362"/>
                  </a:lnTo>
                  <a:lnTo>
                    <a:pt x="42036" y="136362"/>
                  </a:lnTo>
                  <a:lnTo>
                    <a:pt x="41794" y="134132"/>
                  </a:lnTo>
                  <a:lnTo>
                    <a:pt x="41705" y="133304"/>
                  </a:lnTo>
                  <a:close/>
                </a:path>
                <a:path w="469264" h="250190">
                  <a:moveTo>
                    <a:pt x="84031" y="128842"/>
                  </a:moveTo>
                  <a:lnTo>
                    <a:pt x="62641" y="128842"/>
                  </a:lnTo>
                  <a:lnTo>
                    <a:pt x="63107" y="133304"/>
                  </a:lnTo>
                  <a:lnTo>
                    <a:pt x="63193" y="134132"/>
                  </a:lnTo>
                  <a:lnTo>
                    <a:pt x="42036" y="136362"/>
                  </a:lnTo>
                  <a:lnTo>
                    <a:pt x="384062" y="136362"/>
                  </a:lnTo>
                  <a:lnTo>
                    <a:pt x="378132" y="131902"/>
                  </a:lnTo>
                  <a:lnTo>
                    <a:pt x="84352" y="131902"/>
                  </a:lnTo>
                  <a:lnTo>
                    <a:pt x="84118" y="129670"/>
                  </a:lnTo>
                  <a:lnTo>
                    <a:pt x="84031" y="128842"/>
                  </a:lnTo>
                  <a:close/>
                </a:path>
                <a:path w="469264" h="250190">
                  <a:moveTo>
                    <a:pt x="202759" y="0"/>
                  </a:moveTo>
                  <a:lnTo>
                    <a:pt x="0" y="21391"/>
                  </a:lnTo>
                  <a:lnTo>
                    <a:pt x="41" y="135449"/>
                  </a:lnTo>
                  <a:lnTo>
                    <a:pt x="20306" y="133304"/>
                  </a:lnTo>
                  <a:lnTo>
                    <a:pt x="41705" y="133304"/>
                  </a:lnTo>
                  <a:lnTo>
                    <a:pt x="41552" y="131902"/>
                  </a:lnTo>
                  <a:lnTo>
                    <a:pt x="41462" y="131072"/>
                  </a:lnTo>
                  <a:lnTo>
                    <a:pt x="62641" y="128842"/>
                  </a:lnTo>
                  <a:lnTo>
                    <a:pt x="84031" y="128842"/>
                  </a:lnTo>
                  <a:lnTo>
                    <a:pt x="83885" y="127440"/>
                  </a:lnTo>
                  <a:lnTo>
                    <a:pt x="83798" y="126611"/>
                  </a:lnTo>
                  <a:lnTo>
                    <a:pt x="104976" y="124381"/>
                  </a:lnTo>
                  <a:lnTo>
                    <a:pt x="126367" y="124381"/>
                  </a:lnTo>
                  <a:lnTo>
                    <a:pt x="126218" y="122957"/>
                  </a:lnTo>
                  <a:lnTo>
                    <a:pt x="126133" y="122151"/>
                  </a:lnTo>
                  <a:lnTo>
                    <a:pt x="147312" y="119919"/>
                  </a:lnTo>
                  <a:lnTo>
                    <a:pt x="168703" y="119919"/>
                  </a:lnTo>
                  <a:lnTo>
                    <a:pt x="168554" y="118497"/>
                  </a:lnTo>
                  <a:lnTo>
                    <a:pt x="168469" y="117689"/>
                  </a:lnTo>
                  <a:lnTo>
                    <a:pt x="189627" y="115459"/>
                  </a:lnTo>
                  <a:lnTo>
                    <a:pt x="211041" y="115459"/>
                  </a:lnTo>
                  <a:lnTo>
                    <a:pt x="210892" y="114035"/>
                  </a:lnTo>
                  <a:lnTo>
                    <a:pt x="210806" y="113207"/>
                  </a:lnTo>
                  <a:lnTo>
                    <a:pt x="231962" y="110976"/>
                  </a:lnTo>
                  <a:lnTo>
                    <a:pt x="253374" y="110976"/>
                  </a:lnTo>
                  <a:lnTo>
                    <a:pt x="253227" y="109574"/>
                  </a:lnTo>
                  <a:lnTo>
                    <a:pt x="253141" y="108746"/>
                  </a:lnTo>
                  <a:lnTo>
                    <a:pt x="274298" y="106514"/>
                  </a:lnTo>
                  <a:lnTo>
                    <a:pt x="295710" y="106514"/>
                  </a:lnTo>
                  <a:lnTo>
                    <a:pt x="295561" y="105092"/>
                  </a:lnTo>
                  <a:lnTo>
                    <a:pt x="295476" y="104284"/>
                  </a:lnTo>
                  <a:lnTo>
                    <a:pt x="316633" y="102054"/>
                  </a:lnTo>
                  <a:lnTo>
                    <a:pt x="338040" y="102054"/>
                  </a:lnTo>
                  <a:lnTo>
                    <a:pt x="338004" y="101714"/>
                  </a:lnTo>
                  <a:lnTo>
                    <a:pt x="291030" y="66386"/>
                  </a:lnTo>
                  <a:lnTo>
                    <a:pt x="18368" y="66386"/>
                  </a:lnTo>
                  <a:lnTo>
                    <a:pt x="17883" y="61925"/>
                  </a:lnTo>
                  <a:lnTo>
                    <a:pt x="17793" y="61097"/>
                  </a:lnTo>
                  <a:lnTo>
                    <a:pt x="38972" y="58865"/>
                  </a:lnTo>
                  <a:lnTo>
                    <a:pt x="60371" y="58865"/>
                  </a:lnTo>
                  <a:lnTo>
                    <a:pt x="60217" y="57442"/>
                  </a:lnTo>
                  <a:lnTo>
                    <a:pt x="60129" y="56635"/>
                  </a:lnTo>
                  <a:lnTo>
                    <a:pt x="81307" y="54404"/>
                  </a:lnTo>
                  <a:lnTo>
                    <a:pt x="102708" y="54404"/>
                  </a:lnTo>
                  <a:lnTo>
                    <a:pt x="102553" y="52981"/>
                  </a:lnTo>
                  <a:lnTo>
                    <a:pt x="102464" y="52174"/>
                  </a:lnTo>
                  <a:lnTo>
                    <a:pt x="123643" y="49944"/>
                  </a:lnTo>
                  <a:lnTo>
                    <a:pt x="145034" y="49944"/>
                  </a:lnTo>
                  <a:lnTo>
                    <a:pt x="144885" y="48520"/>
                  </a:lnTo>
                  <a:lnTo>
                    <a:pt x="144800" y="47712"/>
                  </a:lnTo>
                  <a:lnTo>
                    <a:pt x="165978" y="45482"/>
                  </a:lnTo>
                  <a:lnTo>
                    <a:pt x="187372" y="45482"/>
                  </a:lnTo>
                  <a:lnTo>
                    <a:pt x="187223" y="44058"/>
                  </a:lnTo>
                  <a:lnTo>
                    <a:pt x="187137" y="43230"/>
                  </a:lnTo>
                  <a:lnTo>
                    <a:pt x="208315" y="41000"/>
                  </a:lnTo>
                  <a:lnTo>
                    <a:pt x="229706" y="41000"/>
                  </a:lnTo>
                  <a:lnTo>
                    <a:pt x="229472" y="38769"/>
                  </a:lnTo>
                  <a:lnTo>
                    <a:pt x="250629" y="36539"/>
                  </a:lnTo>
                  <a:lnTo>
                    <a:pt x="251343" y="36539"/>
                  </a:lnTo>
                  <a:lnTo>
                    <a:pt x="202759" y="0"/>
                  </a:lnTo>
                  <a:close/>
                </a:path>
                <a:path w="469264" h="250190">
                  <a:moveTo>
                    <a:pt x="126367" y="124381"/>
                  </a:moveTo>
                  <a:lnTo>
                    <a:pt x="104976" y="124381"/>
                  </a:lnTo>
                  <a:lnTo>
                    <a:pt x="105443" y="128842"/>
                  </a:lnTo>
                  <a:lnTo>
                    <a:pt x="105530" y="129670"/>
                  </a:lnTo>
                  <a:lnTo>
                    <a:pt x="84352" y="131902"/>
                  </a:lnTo>
                  <a:lnTo>
                    <a:pt x="378132" y="131902"/>
                  </a:lnTo>
                  <a:lnTo>
                    <a:pt x="372201" y="127440"/>
                  </a:lnTo>
                  <a:lnTo>
                    <a:pt x="126687" y="127440"/>
                  </a:lnTo>
                  <a:lnTo>
                    <a:pt x="126451" y="125188"/>
                  </a:lnTo>
                  <a:lnTo>
                    <a:pt x="126367" y="124381"/>
                  </a:lnTo>
                  <a:close/>
                </a:path>
                <a:path w="469264" h="250190">
                  <a:moveTo>
                    <a:pt x="168703" y="119919"/>
                  </a:moveTo>
                  <a:lnTo>
                    <a:pt x="147312" y="119919"/>
                  </a:lnTo>
                  <a:lnTo>
                    <a:pt x="147781" y="124381"/>
                  </a:lnTo>
                  <a:lnTo>
                    <a:pt x="147866" y="125188"/>
                  </a:lnTo>
                  <a:lnTo>
                    <a:pt x="126687" y="127440"/>
                  </a:lnTo>
                  <a:lnTo>
                    <a:pt x="372201" y="127440"/>
                  </a:lnTo>
                  <a:lnTo>
                    <a:pt x="366242" y="122957"/>
                  </a:lnTo>
                  <a:lnTo>
                    <a:pt x="169023" y="122957"/>
                  </a:lnTo>
                  <a:lnTo>
                    <a:pt x="168788" y="120727"/>
                  </a:lnTo>
                  <a:lnTo>
                    <a:pt x="168703" y="119919"/>
                  </a:lnTo>
                  <a:close/>
                </a:path>
                <a:path w="469264" h="250190">
                  <a:moveTo>
                    <a:pt x="211041" y="115459"/>
                  </a:moveTo>
                  <a:lnTo>
                    <a:pt x="189627" y="115459"/>
                  </a:lnTo>
                  <a:lnTo>
                    <a:pt x="190113" y="119919"/>
                  </a:lnTo>
                  <a:lnTo>
                    <a:pt x="190201" y="120727"/>
                  </a:lnTo>
                  <a:lnTo>
                    <a:pt x="169023" y="122957"/>
                  </a:lnTo>
                  <a:lnTo>
                    <a:pt x="366242" y="122957"/>
                  </a:lnTo>
                  <a:lnTo>
                    <a:pt x="360312" y="118497"/>
                  </a:lnTo>
                  <a:lnTo>
                    <a:pt x="211358" y="118497"/>
                  </a:lnTo>
                  <a:lnTo>
                    <a:pt x="211125" y="116265"/>
                  </a:lnTo>
                  <a:lnTo>
                    <a:pt x="211041" y="115459"/>
                  </a:lnTo>
                  <a:close/>
                </a:path>
                <a:path w="469264" h="250190">
                  <a:moveTo>
                    <a:pt x="253374" y="110976"/>
                  </a:moveTo>
                  <a:lnTo>
                    <a:pt x="231962" y="110976"/>
                  </a:lnTo>
                  <a:lnTo>
                    <a:pt x="232449" y="115459"/>
                  </a:lnTo>
                  <a:lnTo>
                    <a:pt x="232536" y="116265"/>
                  </a:lnTo>
                  <a:lnTo>
                    <a:pt x="211358" y="118497"/>
                  </a:lnTo>
                  <a:lnTo>
                    <a:pt x="360312" y="118497"/>
                  </a:lnTo>
                  <a:lnTo>
                    <a:pt x="354381" y="114035"/>
                  </a:lnTo>
                  <a:lnTo>
                    <a:pt x="253693" y="114035"/>
                  </a:lnTo>
                  <a:lnTo>
                    <a:pt x="253461" y="111805"/>
                  </a:lnTo>
                  <a:lnTo>
                    <a:pt x="253374" y="110976"/>
                  </a:lnTo>
                  <a:close/>
                </a:path>
                <a:path w="469264" h="250190">
                  <a:moveTo>
                    <a:pt x="295710" y="106514"/>
                  </a:moveTo>
                  <a:lnTo>
                    <a:pt x="274298" y="106514"/>
                  </a:lnTo>
                  <a:lnTo>
                    <a:pt x="274782" y="110976"/>
                  </a:lnTo>
                  <a:lnTo>
                    <a:pt x="274872" y="111805"/>
                  </a:lnTo>
                  <a:lnTo>
                    <a:pt x="253693" y="114035"/>
                  </a:lnTo>
                  <a:lnTo>
                    <a:pt x="354381" y="114035"/>
                  </a:lnTo>
                  <a:lnTo>
                    <a:pt x="348450" y="109574"/>
                  </a:lnTo>
                  <a:lnTo>
                    <a:pt x="296030" y="109574"/>
                  </a:lnTo>
                  <a:lnTo>
                    <a:pt x="295797" y="107344"/>
                  </a:lnTo>
                  <a:lnTo>
                    <a:pt x="295710" y="106514"/>
                  </a:lnTo>
                  <a:close/>
                </a:path>
                <a:path w="469264" h="250190">
                  <a:moveTo>
                    <a:pt x="338040" y="102054"/>
                  </a:moveTo>
                  <a:lnTo>
                    <a:pt x="316633" y="102054"/>
                  </a:lnTo>
                  <a:lnTo>
                    <a:pt x="317118" y="106514"/>
                  </a:lnTo>
                  <a:lnTo>
                    <a:pt x="317209" y="107344"/>
                  </a:lnTo>
                  <a:lnTo>
                    <a:pt x="296030" y="109574"/>
                  </a:lnTo>
                  <a:lnTo>
                    <a:pt x="348450" y="109574"/>
                  </a:lnTo>
                  <a:lnTo>
                    <a:pt x="342492" y="105092"/>
                  </a:lnTo>
                  <a:lnTo>
                    <a:pt x="338366" y="105092"/>
                  </a:lnTo>
                  <a:lnTo>
                    <a:pt x="338040" y="102054"/>
                  </a:lnTo>
                  <a:close/>
                </a:path>
                <a:path w="469264" h="250190">
                  <a:moveTo>
                    <a:pt x="341984" y="104710"/>
                  </a:moveTo>
                  <a:lnTo>
                    <a:pt x="338366" y="105092"/>
                  </a:lnTo>
                  <a:lnTo>
                    <a:pt x="342492" y="105092"/>
                  </a:lnTo>
                  <a:lnTo>
                    <a:pt x="341984" y="104710"/>
                  </a:lnTo>
                  <a:close/>
                </a:path>
                <a:path w="469264" h="250190">
                  <a:moveTo>
                    <a:pt x="60371" y="58865"/>
                  </a:moveTo>
                  <a:lnTo>
                    <a:pt x="38972" y="58865"/>
                  </a:lnTo>
                  <a:lnTo>
                    <a:pt x="39526" y="64155"/>
                  </a:lnTo>
                  <a:lnTo>
                    <a:pt x="18368" y="66386"/>
                  </a:lnTo>
                  <a:lnTo>
                    <a:pt x="291030" y="66386"/>
                  </a:lnTo>
                  <a:lnTo>
                    <a:pt x="285098" y="61925"/>
                  </a:lnTo>
                  <a:lnTo>
                    <a:pt x="60704" y="61925"/>
                  </a:lnTo>
                  <a:lnTo>
                    <a:pt x="60459" y="59673"/>
                  </a:lnTo>
                  <a:lnTo>
                    <a:pt x="60371" y="58865"/>
                  </a:lnTo>
                  <a:close/>
                </a:path>
                <a:path w="469264" h="250190">
                  <a:moveTo>
                    <a:pt x="102708" y="54404"/>
                  </a:moveTo>
                  <a:lnTo>
                    <a:pt x="81307" y="54404"/>
                  </a:lnTo>
                  <a:lnTo>
                    <a:pt x="81776" y="58865"/>
                  </a:lnTo>
                  <a:lnTo>
                    <a:pt x="81861" y="59673"/>
                  </a:lnTo>
                  <a:lnTo>
                    <a:pt x="60704" y="61925"/>
                  </a:lnTo>
                  <a:lnTo>
                    <a:pt x="285098" y="61925"/>
                  </a:lnTo>
                  <a:lnTo>
                    <a:pt x="279137" y="57442"/>
                  </a:lnTo>
                  <a:lnTo>
                    <a:pt x="103040" y="57442"/>
                  </a:lnTo>
                  <a:lnTo>
                    <a:pt x="102796" y="55211"/>
                  </a:lnTo>
                  <a:lnTo>
                    <a:pt x="102708" y="54404"/>
                  </a:lnTo>
                  <a:close/>
                </a:path>
                <a:path w="469264" h="250190">
                  <a:moveTo>
                    <a:pt x="145034" y="49944"/>
                  </a:moveTo>
                  <a:lnTo>
                    <a:pt x="123643" y="49944"/>
                  </a:lnTo>
                  <a:lnTo>
                    <a:pt x="124112" y="54404"/>
                  </a:lnTo>
                  <a:lnTo>
                    <a:pt x="124197" y="55211"/>
                  </a:lnTo>
                  <a:lnTo>
                    <a:pt x="103040" y="57442"/>
                  </a:lnTo>
                  <a:lnTo>
                    <a:pt x="279137" y="57442"/>
                  </a:lnTo>
                  <a:lnTo>
                    <a:pt x="273206" y="52981"/>
                  </a:lnTo>
                  <a:lnTo>
                    <a:pt x="145354" y="52981"/>
                  </a:lnTo>
                  <a:lnTo>
                    <a:pt x="145119" y="50750"/>
                  </a:lnTo>
                  <a:lnTo>
                    <a:pt x="145034" y="49944"/>
                  </a:lnTo>
                  <a:close/>
                </a:path>
                <a:path w="469264" h="250190">
                  <a:moveTo>
                    <a:pt x="187372" y="45482"/>
                  </a:moveTo>
                  <a:lnTo>
                    <a:pt x="165978" y="45482"/>
                  </a:lnTo>
                  <a:lnTo>
                    <a:pt x="166447" y="49944"/>
                  </a:lnTo>
                  <a:lnTo>
                    <a:pt x="166532" y="50750"/>
                  </a:lnTo>
                  <a:lnTo>
                    <a:pt x="145354" y="52981"/>
                  </a:lnTo>
                  <a:lnTo>
                    <a:pt x="273206" y="52981"/>
                  </a:lnTo>
                  <a:lnTo>
                    <a:pt x="267274" y="48520"/>
                  </a:lnTo>
                  <a:lnTo>
                    <a:pt x="187689" y="48520"/>
                  </a:lnTo>
                  <a:lnTo>
                    <a:pt x="187456" y="46290"/>
                  </a:lnTo>
                  <a:lnTo>
                    <a:pt x="187372" y="45482"/>
                  </a:lnTo>
                  <a:close/>
                </a:path>
                <a:path w="469264" h="250190">
                  <a:moveTo>
                    <a:pt x="229706" y="41000"/>
                  </a:moveTo>
                  <a:lnTo>
                    <a:pt x="208315" y="41000"/>
                  </a:lnTo>
                  <a:lnTo>
                    <a:pt x="208783" y="45482"/>
                  </a:lnTo>
                  <a:lnTo>
                    <a:pt x="208868" y="46290"/>
                  </a:lnTo>
                  <a:lnTo>
                    <a:pt x="187689" y="48520"/>
                  </a:lnTo>
                  <a:lnTo>
                    <a:pt x="267274" y="48520"/>
                  </a:lnTo>
                  <a:lnTo>
                    <a:pt x="261342" y="44058"/>
                  </a:lnTo>
                  <a:lnTo>
                    <a:pt x="230026" y="44058"/>
                  </a:lnTo>
                  <a:lnTo>
                    <a:pt x="229792" y="41828"/>
                  </a:lnTo>
                  <a:lnTo>
                    <a:pt x="229706" y="41000"/>
                  </a:lnTo>
                  <a:close/>
                </a:path>
                <a:path w="469264" h="250190">
                  <a:moveTo>
                    <a:pt x="251343" y="36539"/>
                  </a:moveTo>
                  <a:lnTo>
                    <a:pt x="250629" y="36539"/>
                  </a:lnTo>
                  <a:lnTo>
                    <a:pt x="251114" y="41000"/>
                  </a:lnTo>
                  <a:lnTo>
                    <a:pt x="251204" y="41828"/>
                  </a:lnTo>
                  <a:lnTo>
                    <a:pt x="230026" y="44058"/>
                  </a:lnTo>
                  <a:lnTo>
                    <a:pt x="261342" y="44058"/>
                  </a:lnTo>
                  <a:lnTo>
                    <a:pt x="251343" y="36539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7" name="object 797"/>
            <p:cNvSpPr/>
            <p:nvPr/>
          </p:nvSpPr>
          <p:spPr>
            <a:xfrm>
              <a:off x="3621891" y="7933653"/>
              <a:ext cx="203200" cy="21590"/>
            </a:xfrm>
            <a:custGeom>
              <a:avLst/>
              <a:gdLst/>
              <a:ahLst/>
              <a:cxnLst/>
              <a:rect l="l" t="t" r="r" b="b"/>
              <a:pathLst>
                <a:path w="203200" h="21590">
                  <a:moveTo>
                    <a:pt x="202759" y="0"/>
                  </a:moveTo>
                  <a:lnTo>
                    <a:pt x="0" y="21391"/>
                  </a:lnTo>
                  <a:lnTo>
                    <a:pt x="202759" y="0"/>
                  </a:lnTo>
                  <a:close/>
                </a:path>
              </a:pathLst>
            </a:custGeom>
            <a:solidFill>
              <a:srgbClr val="6F92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8" name="object 798"/>
            <p:cNvSpPr/>
            <p:nvPr/>
          </p:nvSpPr>
          <p:spPr>
            <a:xfrm>
              <a:off x="3824630" y="7933653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20" y="0"/>
                  </a:moveTo>
                  <a:lnTo>
                    <a:pt x="0" y="0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618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9" name="object 799"/>
            <p:cNvSpPr/>
            <p:nvPr/>
          </p:nvSpPr>
          <p:spPr>
            <a:xfrm>
              <a:off x="3621891" y="7928512"/>
              <a:ext cx="201295" cy="21590"/>
            </a:xfrm>
            <a:custGeom>
              <a:avLst/>
              <a:gdLst/>
              <a:ahLst/>
              <a:cxnLst/>
              <a:rect l="l" t="t" r="r" b="b"/>
              <a:pathLst>
                <a:path w="201295" h="21590">
                  <a:moveTo>
                    <a:pt x="200844" y="0"/>
                  </a:moveTo>
                  <a:lnTo>
                    <a:pt x="0" y="21179"/>
                  </a:lnTo>
                  <a:lnTo>
                    <a:pt x="200844" y="0"/>
                  </a:lnTo>
                  <a:close/>
                </a:path>
              </a:pathLst>
            </a:custGeom>
            <a:solidFill>
              <a:srgbClr val="6D89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0" name="object 800"/>
            <p:cNvSpPr/>
            <p:nvPr/>
          </p:nvSpPr>
          <p:spPr>
            <a:xfrm>
              <a:off x="3621891" y="7928512"/>
              <a:ext cx="203200" cy="26670"/>
            </a:xfrm>
            <a:custGeom>
              <a:avLst/>
              <a:gdLst/>
              <a:ahLst/>
              <a:cxnLst/>
              <a:rect l="l" t="t" r="r" b="b"/>
              <a:pathLst>
                <a:path w="203200" h="26670">
                  <a:moveTo>
                    <a:pt x="200844" y="0"/>
                  </a:moveTo>
                  <a:lnTo>
                    <a:pt x="0" y="21179"/>
                  </a:lnTo>
                  <a:lnTo>
                    <a:pt x="0" y="26512"/>
                  </a:lnTo>
                  <a:lnTo>
                    <a:pt x="202738" y="5140"/>
                  </a:lnTo>
                  <a:lnTo>
                    <a:pt x="200844" y="3717"/>
                  </a:lnTo>
                  <a:lnTo>
                    <a:pt x="200844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1" name="object 801"/>
            <p:cNvSpPr/>
            <p:nvPr/>
          </p:nvSpPr>
          <p:spPr>
            <a:xfrm>
              <a:off x="3828056" y="7929574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solidFill>
              <a:srgbClr val="647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2" name="object 802"/>
            <p:cNvSpPr/>
            <p:nvPr/>
          </p:nvSpPr>
          <p:spPr>
            <a:xfrm>
              <a:off x="3824650" y="7929574"/>
              <a:ext cx="270510" cy="204470"/>
            </a:xfrm>
            <a:custGeom>
              <a:avLst/>
              <a:gdLst/>
              <a:ahLst/>
              <a:cxnLst/>
              <a:rect l="l" t="t" r="r" b="b"/>
              <a:pathLst>
                <a:path w="270510" h="204470">
                  <a:moveTo>
                    <a:pt x="146993" y="107981"/>
                  </a:moveTo>
                  <a:lnTo>
                    <a:pt x="139246" y="108789"/>
                  </a:lnTo>
                  <a:lnTo>
                    <a:pt x="266189" y="204279"/>
                  </a:lnTo>
                  <a:lnTo>
                    <a:pt x="270510" y="203812"/>
                  </a:lnTo>
                  <a:lnTo>
                    <a:pt x="270510" y="200879"/>
                  </a:lnTo>
                  <a:lnTo>
                    <a:pt x="146993" y="107981"/>
                  </a:lnTo>
                  <a:close/>
                </a:path>
                <a:path w="270510" h="204470">
                  <a:moveTo>
                    <a:pt x="3427" y="0"/>
                  </a:moveTo>
                  <a:lnTo>
                    <a:pt x="3427" y="3718"/>
                  </a:lnTo>
                  <a:lnTo>
                    <a:pt x="0" y="4079"/>
                  </a:lnTo>
                  <a:lnTo>
                    <a:pt x="135244" y="105793"/>
                  </a:lnTo>
                  <a:lnTo>
                    <a:pt x="135053" y="103902"/>
                  </a:lnTo>
                  <a:lnTo>
                    <a:pt x="140757" y="103308"/>
                  </a:lnTo>
                  <a:lnTo>
                    <a:pt x="3427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3" name="object 803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621869" y="7846979"/>
              <a:ext cx="345006" cy="86673"/>
            </a:xfrm>
            <a:prstGeom prst="rect">
              <a:avLst/>
            </a:prstGeom>
          </p:spPr>
        </p:pic>
        <p:sp>
          <p:nvSpPr>
            <p:cNvPr id="804" name="object 804"/>
            <p:cNvSpPr/>
            <p:nvPr/>
          </p:nvSpPr>
          <p:spPr>
            <a:xfrm>
              <a:off x="3616676" y="7592225"/>
              <a:ext cx="483870" cy="596900"/>
            </a:xfrm>
            <a:custGeom>
              <a:avLst/>
              <a:gdLst/>
              <a:ahLst/>
              <a:cxnLst/>
              <a:rect l="l" t="t" r="r" b="b"/>
              <a:pathLst>
                <a:path w="483870" h="596900">
                  <a:moveTo>
                    <a:pt x="0" y="595353"/>
                  </a:moveTo>
                  <a:lnTo>
                    <a:pt x="17" y="596776"/>
                  </a:lnTo>
                  <a:lnTo>
                    <a:pt x="1871" y="596776"/>
                  </a:lnTo>
                  <a:lnTo>
                    <a:pt x="0" y="595353"/>
                  </a:lnTo>
                  <a:close/>
                </a:path>
                <a:path w="483870" h="596900">
                  <a:moveTo>
                    <a:pt x="483593" y="0"/>
                  </a:moveTo>
                  <a:lnTo>
                    <a:pt x="481698" y="0"/>
                  </a:lnTo>
                  <a:lnTo>
                    <a:pt x="483593" y="1445"/>
                  </a:lnTo>
                  <a:lnTo>
                    <a:pt x="483593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5" name="object 805"/>
            <p:cNvSpPr/>
            <p:nvPr/>
          </p:nvSpPr>
          <p:spPr>
            <a:xfrm>
              <a:off x="4094962" y="7597368"/>
              <a:ext cx="5715" cy="537210"/>
            </a:xfrm>
            <a:custGeom>
              <a:avLst/>
              <a:gdLst/>
              <a:ahLst/>
              <a:cxnLst/>
              <a:rect l="l" t="t" r="r" b="b"/>
              <a:pathLst>
                <a:path w="5714" h="537209">
                  <a:moveTo>
                    <a:pt x="5321" y="18338"/>
                  </a:moveTo>
                  <a:lnTo>
                    <a:pt x="5295" y="0"/>
                  </a:lnTo>
                  <a:lnTo>
                    <a:pt x="0" y="571"/>
                  </a:lnTo>
                  <a:lnTo>
                    <a:pt x="0" y="21793"/>
                  </a:lnTo>
                  <a:lnTo>
                    <a:pt x="5321" y="18338"/>
                  </a:lnTo>
                  <a:close/>
                </a:path>
                <a:path w="5714" h="537209">
                  <a:moveTo>
                    <a:pt x="5359" y="119456"/>
                  </a:moveTo>
                  <a:lnTo>
                    <a:pt x="5321" y="24663"/>
                  </a:lnTo>
                  <a:lnTo>
                    <a:pt x="0" y="28130"/>
                  </a:lnTo>
                  <a:lnTo>
                    <a:pt x="38" y="123837"/>
                  </a:lnTo>
                  <a:lnTo>
                    <a:pt x="5359" y="119456"/>
                  </a:lnTo>
                  <a:close/>
                </a:path>
                <a:path w="5714" h="537209">
                  <a:moveTo>
                    <a:pt x="5384" y="201371"/>
                  </a:moveTo>
                  <a:lnTo>
                    <a:pt x="1346" y="205219"/>
                  </a:lnTo>
                  <a:lnTo>
                    <a:pt x="5384" y="205219"/>
                  </a:lnTo>
                  <a:lnTo>
                    <a:pt x="5384" y="201371"/>
                  </a:lnTo>
                  <a:close/>
                </a:path>
                <a:path w="5714" h="537209">
                  <a:moveTo>
                    <a:pt x="5384" y="194043"/>
                  </a:moveTo>
                  <a:lnTo>
                    <a:pt x="5359" y="126339"/>
                  </a:lnTo>
                  <a:lnTo>
                    <a:pt x="38" y="130721"/>
                  </a:lnTo>
                  <a:lnTo>
                    <a:pt x="63" y="199097"/>
                  </a:lnTo>
                  <a:lnTo>
                    <a:pt x="5384" y="194043"/>
                  </a:lnTo>
                  <a:close/>
                </a:path>
                <a:path w="5714" h="537209">
                  <a:moveTo>
                    <a:pt x="5511" y="533171"/>
                  </a:moveTo>
                  <a:lnTo>
                    <a:pt x="5448" y="205511"/>
                  </a:lnTo>
                  <a:lnTo>
                    <a:pt x="1016" y="205511"/>
                  </a:lnTo>
                  <a:lnTo>
                    <a:pt x="1016" y="204241"/>
                  </a:lnTo>
                  <a:lnTo>
                    <a:pt x="63" y="204241"/>
                  </a:lnTo>
                  <a:lnTo>
                    <a:pt x="63" y="205511"/>
                  </a:lnTo>
                  <a:lnTo>
                    <a:pt x="127" y="533171"/>
                  </a:lnTo>
                  <a:lnTo>
                    <a:pt x="2832" y="533171"/>
                  </a:lnTo>
                  <a:lnTo>
                    <a:pt x="2832" y="536981"/>
                  </a:lnTo>
                  <a:lnTo>
                    <a:pt x="5511" y="536981"/>
                  </a:lnTo>
                  <a:lnTo>
                    <a:pt x="5511" y="533171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6" name="object 806"/>
            <p:cNvSpPr/>
            <p:nvPr/>
          </p:nvSpPr>
          <p:spPr>
            <a:xfrm>
              <a:off x="4094962" y="7615707"/>
              <a:ext cx="5715" cy="187325"/>
            </a:xfrm>
            <a:custGeom>
              <a:avLst/>
              <a:gdLst/>
              <a:ahLst/>
              <a:cxnLst/>
              <a:rect l="l" t="t" r="r" b="b"/>
              <a:pathLst>
                <a:path w="5714" h="187325">
                  <a:moveTo>
                    <a:pt x="5321" y="0"/>
                  </a:moveTo>
                  <a:lnTo>
                    <a:pt x="0" y="3454"/>
                  </a:lnTo>
                  <a:lnTo>
                    <a:pt x="0" y="9791"/>
                  </a:lnTo>
                  <a:lnTo>
                    <a:pt x="5321" y="6324"/>
                  </a:lnTo>
                  <a:lnTo>
                    <a:pt x="5321" y="0"/>
                  </a:lnTo>
                  <a:close/>
                </a:path>
                <a:path w="5714" h="187325">
                  <a:moveTo>
                    <a:pt x="5359" y="101117"/>
                  </a:moveTo>
                  <a:lnTo>
                    <a:pt x="38" y="105498"/>
                  </a:lnTo>
                  <a:lnTo>
                    <a:pt x="38" y="112382"/>
                  </a:lnTo>
                  <a:lnTo>
                    <a:pt x="5359" y="108000"/>
                  </a:lnTo>
                  <a:lnTo>
                    <a:pt x="5359" y="101117"/>
                  </a:lnTo>
                  <a:close/>
                </a:path>
                <a:path w="5714" h="187325">
                  <a:moveTo>
                    <a:pt x="5384" y="175704"/>
                  </a:moveTo>
                  <a:lnTo>
                    <a:pt x="63" y="180759"/>
                  </a:lnTo>
                  <a:lnTo>
                    <a:pt x="63" y="185534"/>
                  </a:lnTo>
                  <a:lnTo>
                    <a:pt x="1346" y="186880"/>
                  </a:lnTo>
                  <a:lnTo>
                    <a:pt x="5384" y="183032"/>
                  </a:lnTo>
                  <a:lnTo>
                    <a:pt x="5384" y="175704"/>
                  </a:lnTo>
                  <a:close/>
                </a:path>
              </a:pathLst>
            </a:custGeom>
            <a:solidFill>
              <a:srgbClr val="9072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7" name="object 807"/>
            <p:cNvSpPr/>
            <p:nvPr/>
          </p:nvSpPr>
          <p:spPr>
            <a:xfrm>
              <a:off x="3621976" y="8133853"/>
              <a:ext cx="475615" cy="55244"/>
            </a:xfrm>
            <a:custGeom>
              <a:avLst/>
              <a:gdLst/>
              <a:ahLst/>
              <a:cxnLst/>
              <a:rect l="l" t="t" r="r" b="b"/>
              <a:pathLst>
                <a:path w="475614" h="55245">
                  <a:moveTo>
                    <a:pt x="468863" y="0"/>
                  </a:moveTo>
                  <a:lnTo>
                    <a:pt x="0" y="49455"/>
                  </a:lnTo>
                  <a:lnTo>
                    <a:pt x="0" y="54786"/>
                  </a:lnTo>
                  <a:lnTo>
                    <a:pt x="475079" y="4673"/>
                  </a:lnTo>
                  <a:lnTo>
                    <a:pt x="468863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8" name="object 808"/>
            <p:cNvSpPr/>
            <p:nvPr/>
          </p:nvSpPr>
          <p:spPr>
            <a:xfrm>
              <a:off x="3621891" y="794969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9" name="object 809"/>
            <p:cNvSpPr/>
            <p:nvPr/>
          </p:nvSpPr>
          <p:spPr>
            <a:xfrm>
              <a:off x="3621891" y="7949692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0" name="object 810"/>
            <p:cNvSpPr/>
            <p:nvPr/>
          </p:nvSpPr>
          <p:spPr>
            <a:xfrm>
              <a:off x="4095160" y="813045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1" name="object 811"/>
            <p:cNvSpPr/>
            <p:nvPr/>
          </p:nvSpPr>
          <p:spPr>
            <a:xfrm>
              <a:off x="4090840" y="8130453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4320" y="0"/>
                  </a:moveTo>
                  <a:lnTo>
                    <a:pt x="4320" y="2932"/>
                  </a:lnTo>
                  <a:lnTo>
                    <a:pt x="0" y="3399"/>
                  </a:lnTo>
                  <a:lnTo>
                    <a:pt x="6215" y="8073"/>
                  </a:lnTo>
                  <a:lnTo>
                    <a:pt x="9663" y="7711"/>
                  </a:lnTo>
                  <a:lnTo>
                    <a:pt x="9641" y="4015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2" name="object 812"/>
            <p:cNvSpPr/>
            <p:nvPr/>
          </p:nvSpPr>
          <p:spPr>
            <a:xfrm>
              <a:off x="3616441" y="7646779"/>
              <a:ext cx="5715" cy="303530"/>
            </a:xfrm>
            <a:custGeom>
              <a:avLst/>
              <a:gdLst/>
              <a:ahLst/>
              <a:cxnLst/>
              <a:rect l="l" t="t" r="r" b="b"/>
              <a:pathLst>
                <a:path w="5714" h="303529">
                  <a:moveTo>
                    <a:pt x="5427" y="273490"/>
                  </a:moveTo>
                  <a:lnTo>
                    <a:pt x="128" y="274043"/>
                  </a:lnTo>
                  <a:lnTo>
                    <a:pt x="128" y="303465"/>
                  </a:lnTo>
                  <a:lnTo>
                    <a:pt x="5449" y="302912"/>
                  </a:lnTo>
                  <a:lnTo>
                    <a:pt x="5427" y="273490"/>
                  </a:lnTo>
                  <a:close/>
                </a:path>
                <a:path w="5714" h="303529">
                  <a:moveTo>
                    <a:pt x="5406" y="196524"/>
                  </a:moveTo>
                  <a:lnTo>
                    <a:pt x="85" y="197077"/>
                  </a:lnTo>
                  <a:lnTo>
                    <a:pt x="106" y="236016"/>
                  </a:lnTo>
                  <a:lnTo>
                    <a:pt x="5427" y="235464"/>
                  </a:lnTo>
                  <a:lnTo>
                    <a:pt x="5406" y="196524"/>
                  </a:lnTo>
                  <a:close/>
                </a:path>
                <a:path w="5714" h="303529">
                  <a:moveTo>
                    <a:pt x="5405" y="191213"/>
                  </a:moveTo>
                  <a:lnTo>
                    <a:pt x="5109" y="191213"/>
                  </a:lnTo>
                  <a:lnTo>
                    <a:pt x="5406" y="194059"/>
                  </a:lnTo>
                  <a:lnTo>
                    <a:pt x="5405" y="191213"/>
                  </a:lnTo>
                  <a:close/>
                </a:path>
                <a:path w="5714" h="303529">
                  <a:moveTo>
                    <a:pt x="0" y="0"/>
                  </a:moveTo>
                  <a:lnTo>
                    <a:pt x="85" y="191744"/>
                  </a:lnTo>
                  <a:lnTo>
                    <a:pt x="5109" y="191213"/>
                  </a:lnTo>
                  <a:lnTo>
                    <a:pt x="5405" y="191213"/>
                  </a:lnTo>
                  <a:lnTo>
                    <a:pt x="5384" y="124402"/>
                  </a:lnTo>
                  <a:lnTo>
                    <a:pt x="1936" y="124402"/>
                  </a:lnTo>
                  <a:lnTo>
                    <a:pt x="1384" y="119133"/>
                  </a:lnTo>
                  <a:lnTo>
                    <a:pt x="5384" y="118709"/>
                  </a:lnTo>
                  <a:lnTo>
                    <a:pt x="5321" y="1423"/>
                  </a:lnTo>
                  <a:lnTo>
                    <a:pt x="1894" y="1423"/>
                  </a:lnTo>
                  <a:lnTo>
                    <a:pt x="0" y="0"/>
                  </a:lnTo>
                  <a:close/>
                </a:path>
                <a:path w="5714" h="303529">
                  <a:moveTo>
                    <a:pt x="5384" y="124040"/>
                  </a:moveTo>
                  <a:lnTo>
                    <a:pt x="1936" y="124402"/>
                  </a:lnTo>
                  <a:lnTo>
                    <a:pt x="5384" y="124402"/>
                  </a:lnTo>
                  <a:lnTo>
                    <a:pt x="5384" y="124040"/>
                  </a:lnTo>
                  <a:close/>
                </a:path>
                <a:path w="5714" h="303529">
                  <a:moveTo>
                    <a:pt x="5321" y="1061"/>
                  </a:moveTo>
                  <a:lnTo>
                    <a:pt x="1894" y="1423"/>
                  </a:lnTo>
                  <a:lnTo>
                    <a:pt x="5321" y="1423"/>
                  </a:lnTo>
                  <a:lnTo>
                    <a:pt x="5321" y="1061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3" name="object 813"/>
            <p:cNvSpPr/>
            <p:nvPr/>
          </p:nvSpPr>
          <p:spPr>
            <a:xfrm>
              <a:off x="3616570" y="7955045"/>
              <a:ext cx="5715" cy="228600"/>
            </a:xfrm>
            <a:custGeom>
              <a:avLst/>
              <a:gdLst/>
              <a:ahLst/>
              <a:cxnLst/>
              <a:rect l="l" t="t" r="r" b="b"/>
              <a:pathLst>
                <a:path w="5714" h="228600">
                  <a:moveTo>
                    <a:pt x="5321" y="0"/>
                  </a:moveTo>
                  <a:lnTo>
                    <a:pt x="0" y="552"/>
                  </a:lnTo>
                  <a:lnTo>
                    <a:pt x="20" y="42147"/>
                  </a:lnTo>
                  <a:lnTo>
                    <a:pt x="1958" y="41935"/>
                  </a:lnTo>
                  <a:lnTo>
                    <a:pt x="2510" y="47224"/>
                  </a:lnTo>
                  <a:lnTo>
                    <a:pt x="20" y="47480"/>
                  </a:lnTo>
                  <a:lnTo>
                    <a:pt x="85" y="225883"/>
                  </a:lnTo>
                  <a:lnTo>
                    <a:pt x="3511" y="228475"/>
                  </a:lnTo>
                  <a:lnTo>
                    <a:pt x="5406" y="228263"/>
                  </a:lnTo>
                  <a:lnTo>
                    <a:pt x="5363" y="119390"/>
                  </a:lnTo>
                  <a:lnTo>
                    <a:pt x="5022" y="119432"/>
                  </a:lnTo>
                  <a:lnTo>
                    <a:pt x="4448" y="114164"/>
                  </a:lnTo>
                  <a:lnTo>
                    <a:pt x="5363" y="114057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4" name="object 814"/>
            <p:cNvSpPr/>
            <p:nvPr/>
          </p:nvSpPr>
          <p:spPr>
            <a:xfrm>
              <a:off x="3616570" y="7955024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4" h="634">
                  <a:moveTo>
                    <a:pt x="5321" y="0"/>
                  </a:moveTo>
                  <a:lnTo>
                    <a:pt x="0" y="572"/>
                  </a:lnTo>
                  <a:lnTo>
                    <a:pt x="5321" y="20"/>
                  </a:lnTo>
                  <a:close/>
                </a:path>
              </a:pathLst>
            </a:custGeom>
            <a:solidFill>
              <a:srgbClr val="6870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5" name="object 815"/>
            <p:cNvSpPr/>
            <p:nvPr/>
          </p:nvSpPr>
          <p:spPr>
            <a:xfrm>
              <a:off x="3616655" y="8180928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0" y="0"/>
                  </a:moveTo>
                  <a:lnTo>
                    <a:pt x="21" y="6649"/>
                  </a:lnTo>
                  <a:lnTo>
                    <a:pt x="1893" y="8073"/>
                  </a:lnTo>
                  <a:lnTo>
                    <a:pt x="5321" y="7711"/>
                  </a:lnTo>
                  <a:lnTo>
                    <a:pt x="5321" y="2379"/>
                  </a:lnTo>
                  <a:lnTo>
                    <a:pt x="3426" y="25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6" name="object 816"/>
            <p:cNvSpPr/>
            <p:nvPr/>
          </p:nvSpPr>
          <p:spPr>
            <a:xfrm>
              <a:off x="3616570" y="7949692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4" h="634">
                  <a:moveTo>
                    <a:pt x="5321" y="0"/>
                  </a:moveTo>
                  <a:lnTo>
                    <a:pt x="0" y="55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6267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7" name="object 817"/>
            <p:cNvSpPr/>
            <p:nvPr/>
          </p:nvSpPr>
          <p:spPr>
            <a:xfrm>
              <a:off x="3616570" y="7949692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5321" y="0"/>
                  </a:moveTo>
                  <a:lnTo>
                    <a:pt x="0" y="552"/>
                  </a:lnTo>
                  <a:lnTo>
                    <a:pt x="0" y="5905"/>
                  </a:lnTo>
                  <a:lnTo>
                    <a:pt x="5321" y="533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8" name="object 818"/>
            <p:cNvSpPr/>
            <p:nvPr/>
          </p:nvSpPr>
          <p:spPr>
            <a:xfrm>
              <a:off x="3616541" y="7882255"/>
              <a:ext cx="5715" cy="38735"/>
            </a:xfrm>
            <a:custGeom>
              <a:avLst/>
              <a:gdLst/>
              <a:ahLst/>
              <a:cxnLst/>
              <a:rect l="l" t="t" r="r" b="b"/>
              <a:pathLst>
                <a:path w="5714" h="38734">
                  <a:moveTo>
                    <a:pt x="5321" y="0"/>
                  </a:moveTo>
                  <a:lnTo>
                    <a:pt x="0" y="546"/>
                  </a:lnTo>
                  <a:lnTo>
                    <a:pt x="0" y="9601"/>
                  </a:lnTo>
                  <a:lnTo>
                    <a:pt x="25" y="38569"/>
                  </a:lnTo>
                  <a:lnTo>
                    <a:pt x="5321" y="38023"/>
                  </a:lnTo>
                  <a:lnTo>
                    <a:pt x="5321" y="9017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8183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9" name="object 819"/>
            <p:cNvSpPr/>
            <p:nvPr/>
          </p:nvSpPr>
          <p:spPr>
            <a:xfrm>
              <a:off x="3353680" y="7393044"/>
              <a:ext cx="469265" cy="250190"/>
            </a:xfrm>
            <a:custGeom>
              <a:avLst/>
              <a:gdLst/>
              <a:ahLst/>
              <a:cxnLst/>
              <a:rect l="l" t="t" r="r" b="b"/>
              <a:pathLst>
                <a:path w="469264" h="250190">
                  <a:moveTo>
                    <a:pt x="468863" y="0"/>
                  </a:moveTo>
                  <a:lnTo>
                    <a:pt x="0" y="49455"/>
                  </a:lnTo>
                  <a:lnTo>
                    <a:pt x="266189" y="249655"/>
                  </a:lnTo>
                  <a:lnTo>
                    <a:pt x="468948" y="228285"/>
                  </a:lnTo>
                  <a:lnTo>
                    <a:pt x="468863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0" name="object 820"/>
            <p:cNvSpPr/>
            <p:nvPr/>
          </p:nvSpPr>
          <p:spPr>
            <a:xfrm>
              <a:off x="3353680" y="7393044"/>
              <a:ext cx="469265" cy="49530"/>
            </a:xfrm>
            <a:custGeom>
              <a:avLst/>
              <a:gdLst/>
              <a:ahLst/>
              <a:cxnLst/>
              <a:rect l="l" t="t" r="r" b="b"/>
              <a:pathLst>
                <a:path w="469264" h="49529">
                  <a:moveTo>
                    <a:pt x="468863" y="0"/>
                  </a:moveTo>
                  <a:lnTo>
                    <a:pt x="0" y="49455"/>
                  </a:lnTo>
                  <a:lnTo>
                    <a:pt x="468863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1" name="object 821"/>
            <p:cNvSpPr/>
            <p:nvPr/>
          </p:nvSpPr>
          <p:spPr>
            <a:xfrm>
              <a:off x="3827865" y="7395424"/>
              <a:ext cx="262890" cy="225425"/>
            </a:xfrm>
            <a:custGeom>
              <a:avLst/>
              <a:gdLst/>
              <a:ahLst/>
              <a:cxnLst/>
              <a:rect l="l" t="t" r="r" b="b"/>
              <a:pathLst>
                <a:path w="262889" h="225425">
                  <a:moveTo>
                    <a:pt x="0" y="0"/>
                  </a:moveTo>
                  <a:lnTo>
                    <a:pt x="85" y="225331"/>
                  </a:lnTo>
                  <a:lnTo>
                    <a:pt x="262761" y="197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B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2" name="object 822"/>
            <p:cNvSpPr/>
            <p:nvPr/>
          </p:nvSpPr>
          <p:spPr>
            <a:xfrm>
              <a:off x="3822543" y="7393044"/>
              <a:ext cx="635" cy="228600"/>
            </a:xfrm>
            <a:custGeom>
              <a:avLst/>
              <a:gdLst/>
              <a:ahLst/>
              <a:cxnLst/>
              <a:rect l="l" t="t" r="r" b="b"/>
              <a:pathLst>
                <a:path w="635" h="228600">
                  <a:moveTo>
                    <a:pt x="0" y="0"/>
                  </a:moveTo>
                  <a:lnTo>
                    <a:pt x="85" y="2282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3" name="object 823"/>
            <p:cNvSpPr/>
            <p:nvPr/>
          </p:nvSpPr>
          <p:spPr>
            <a:xfrm>
              <a:off x="3822535" y="7392670"/>
              <a:ext cx="5715" cy="228600"/>
            </a:xfrm>
            <a:custGeom>
              <a:avLst/>
              <a:gdLst/>
              <a:ahLst/>
              <a:cxnLst/>
              <a:rect l="l" t="t" r="r" b="b"/>
              <a:pathLst>
                <a:path w="5714" h="228600">
                  <a:moveTo>
                    <a:pt x="5372" y="2540"/>
                  </a:moveTo>
                  <a:lnTo>
                    <a:pt x="3352" y="2540"/>
                  </a:lnTo>
                  <a:lnTo>
                    <a:pt x="3352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50" y="228600"/>
                  </a:lnTo>
                  <a:lnTo>
                    <a:pt x="5372" y="228600"/>
                  </a:lnTo>
                  <a:lnTo>
                    <a:pt x="5372" y="254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4" name="object 824"/>
            <p:cNvSpPr/>
            <p:nvPr/>
          </p:nvSpPr>
          <p:spPr>
            <a:xfrm>
              <a:off x="3873563" y="7593054"/>
              <a:ext cx="217170" cy="23495"/>
            </a:xfrm>
            <a:custGeom>
              <a:avLst/>
              <a:gdLst/>
              <a:ahLst/>
              <a:cxnLst/>
              <a:rect l="l" t="t" r="r" b="b"/>
              <a:pathLst>
                <a:path w="217170" h="23495">
                  <a:moveTo>
                    <a:pt x="217063" y="0"/>
                  </a:moveTo>
                  <a:lnTo>
                    <a:pt x="0" y="22900"/>
                  </a:lnTo>
                  <a:lnTo>
                    <a:pt x="217063" y="0"/>
                  </a:lnTo>
                  <a:close/>
                </a:path>
              </a:pathLst>
            </a:custGeom>
            <a:solidFill>
              <a:srgbClr val="7C9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5" name="object 825"/>
            <p:cNvSpPr/>
            <p:nvPr/>
          </p:nvSpPr>
          <p:spPr>
            <a:xfrm>
              <a:off x="4090626" y="75930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6" name="object 826"/>
            <p:cNvSpPr/>
            <p:nvPr/>
          </p:nvSpPr>
          <p:spPr>
            <a:xfrm>
              <a:off x="4100290" y="7593670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09">
                  <a:moveTo>
                    <a:pt x="0" y="0"/>
                  </a:moveTo>
                  <a:lnTo>
                    <a:pt x="0" y="3695"/>
                  </a:lnTo>
                  <a:lnTo>
                    <a:pt x="4321" y="3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7" name="object 827"/>
            <p:cNvSpPr/>
            <p:nvPr/>
          </p:nvSpPr>
          <p:spPr>
            <a:xfrm>
              <a:off x="4100269" y="7593670"/>
              <a:ext cx="635" cy="3810"/>
            </a:xfrm>
            <a:custGeom>
              <a:avLst/>
              <a:gdLst/>
              <a:ahLst/>
              <a:cxnLst/>
              <a:rect l="l" t="t" r="r" b="b"/>
              <a:pathLst>
                <a:path w="635" h="3809">
                  <a:moveTo>
                    <a:pt x="0" y="0"/>
                  </a:moveTo>
                  <a:lnTo>
                    <a:pt x="0" y="369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8" name="object 828"/>
            <p:cNvSpPr/>
            <p:nvPr/>
          </p:nvSpPr>
          <p:spPr>
            <a:xfrm>
              <a:off x="3339696" y="7438166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09">
                  <a:moveTo>
                    <a:pt x="4320" y="0"/>
                  </a:moveTo>
                  <a:lnTo>
                    <a:pt x="0" y="467"/>
                  </a:lnTo>
                  <a:lnTo>
                    <a:pt x="4320" y="3717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9" name="object 829"/>
            <p:cNvSpPr/>
            <p:nvPr/>
          </p:nvSpPr>
          <p:spPr>
            <a:xfrm>
              <a:off x="3344016" y="7437805"/>
              <a:ext cx="3810" cy="4445"/>
            </a:xfrm>
            <a:custGeom>
              <a:avLst/>
              <a:gdLst/>
              <a:ahLst/>
              <a:cxnLst/>
              <a:rect l="l" t="t" r="r" b="b"/>
              <a:pathLst>
                <a:path w="3810" h="4445">
                  <a:moveTo>
                    <a:pt x="0" y="4077"/>
                  </a:moveTo>
                  <a:lnTo>
                    <a:pt x="0" y="360"/>
                  </a:lnTo>
                  <a:lnTo>
                    <a:pt x="3426" y="0"/>
                  </a:lnTo>
                  <a:lnTo>
                    <a:pt x="0" y="382"/>
                  </a:lnTo>
                  <a:lnTo>
                    <a:pt x="0" y="4077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0" name="object 830"/>
            <p:cNvSpPr/>
            <p:nvPr/>
          </p:nvSpPr>
          <p:spPr>
            <a:xfrm>
              <a:off x="3349359" y="7442499"/>
              <a:ext cx="270510" cy="204470"/>
            </a:xfrm>
            <a:custGeom>
              <a:avLst/>
              <a:gdLst/>
              <a:ahLst/>
              <a:cxnLst/>
              <a:rect l="l" t="t" r="r" b="b"/>
              <a:pathLst>
                <a:path w="270510" h="204470">
                  <a:moveTo>
                    <a:pt x="4320" y="0"/>
                  </a:moveTo>
                  <a:lnTo>
                    <a:pt x="0" y="467"/>
                  </a:lnTo>
                  <a:lnTo>
                    <a:pt x="0" y="3399"/>
                  </a:lnTo>
                  <a:lnTo>
                    <a:pt x="267082" y="204279"/>
                  </a:lnTo>
                  <a:lnTo>
                    <a:pt x="267082" y="200562"/>
                  </a:lnTo>
                  <a:lnTo>
                    <a:pt x="270510" y="200200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1" name="object 831"/>
            <p:cNvSpPr/>
            <p:nvPr/>
          </p:nvSpPr>
          <p:spPr>
            <a:xfrm>
              <a:off x="3344016" y="7437826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3426" y="0"/>
                  </a:moveTo>
                  <a:lnTo>
                    <a:pt x="0" y="361"/>
                  </a:lnTo>
                  <a:lnTo>
                    <a:pt x="0" y="4057"/>
                  </a:lnTo>
                  <a:lnTo>
                    <a:pt x="5342" y="8073"/>
                  </a:lnTo>
                  <a:lnTo>
                    <a:pt x="5342" y="5140"/>
                  </a:lnTo>
                  <a:lnTo>
                    <a:pt x="9663" y="467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2" name="object 832"/>
            <p:cNvSpPr/>
            <p:nvPr/>
          </p:nvSpPr>
          <p:spPr>
            <a:xfrm>
              <a:off x="3621784" y="7626661"/>
              <a:ext cx="201295" cy="21590"/>
            </a:xfrm>
            <a:custGeom>
              <a:avLst/>
              <a:gdLst/>
              <a:ahLst/>
              <a:cxnLst/>
              <a:rect l="l" t="t" r="r" b="b"/>
              <a:pathLst>
                <a:path w="201295" h="21590">
                  <a:moveTo>
                    <a:pt x="200844" y="0"/>
                  </a:moveTo>
                  <a:lnTo>
                    <a:pt x="0" y="21179"/>
                  </a:lnTo>
                  <a:lnTo>
                    <a:pt x="200844" y="0"/>
                  </a:lnTo>
                  <a:close/>
                </a:path>
              </a:pathLst>
            </a:custGeom>
            <a:solidFill>
              <a:srgbClr val="708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3" name="object 833"/>
            <p:cNvSpPr/>
            <p:nvPr/>
          </p:nvSpPr>
          <p:spPr>
            <a:xfrm>
              <a:off x="3827950" y="7597940"/>
              <a:ext cx="267335" cy="28575"/>
            </a:xfrm>
            <a:custGeom>
              <a:avLst/>
              <a:gdLst/>
              <a:ahLst/>
              <a:cxnLst/>
              <a:rect l="l" t="t" r="r" b="b"/>
              <a:pathLst>
                <a:path w="267335" h="28575">
                  <a:moveTo>
                    <a:pt x="267018" y="0"/>
                  </a:moveTo>
                  <a:lnTo>
                    <a:pt x="0" y="28168"/>
                  </a:lnTo>
                  <a:lnTo>
                    <a:pt x="267018" y="0"/>
                  </a:lnTo>
                  <a:close/>
                </a:path>
              </a:pathLst>
            </a:custGeom>
            <a:solidFill>
              <a:srgbClr val="778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4" name="object 834"/>
            <p:cNvSpPr/>
            <p:nvPr/>
          </p:nvSpPr>
          <p:spPr>
            <a:xfrm>
              <a:off x="3827950" y="762610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37F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5" name="object 835"/>
            <p:cNvSpPr/>
            <p:nvPr/>
          </p:nvSpPr>
          <p:spPr>
            <a:xfrm>
              <a:off x="3822628" y="76266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272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6" name="object 836"/>
            <p:cNvSpPr/>
            <p:nvPr/>
          </p:nvSpPr>
          <p:spPr>
            <a:xfrm>
              <a:off x="3822628" y="7626108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4" h="634">
                  <a:moveTo>
                    <a:pt x="5321" y="0"/>
                  </a:moveTo>
                  <a:lnTo>
                    <a:pt x="0" y="55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636D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7" name="object 837"/>
            <p:cNvSpPr/>
            <p:nvPr/>
          </p:nvSpPr>
          <p:spPr>
            <a:xfrm>
              <a:off x="3619869" y="7621329"/>
              <a:ext cx="203200" cy="26670"/>
            </a:xfrm>
            <a:custGeom>
              <a:avLst/>
              <a:gdLst/>
              <a:ahLst/>
              <a:cxnLst/>
              <a:rect l="l" t="t" r="r" b="b"/>
              <a:pathLst>
                <a:path w="203200" h="26670">
                  <a:moveTo>
                    <a:pt x="202759" y="0"/>
                  </a:moveTo>
                  <a:lnTo>
                    <a:pt x="0" y="21370"/>
                  </a:lnTo>
                  <a:lnTo>
                    <a:pt x="1893" y="22815"/>
                  </a:lnTo>
                  <a:lnTo>
                    <a:pt x="1893" y="26511"/>
                  </a:lnTo>
                  <a:lnTo>
                    <a:pt x="202759" y="5331"/>
                  </a:lnTo>
                  <a:lnTo>
                    <a:pt x="202759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8" name="object 838"/>
            <p:cNvSpPr/>
            <p:nvPr/>
          </p:nvSpPr>
          <p:spPr>
            <a:xfrm>
              <a:off x="3827950" y="7593054"/>
              <a:ext cx="267335" cy="33655"/>
            </a:xfrm>
            <a:custGeom>
              <a:avLst/>
              <a:gdLst/>
              <a:ahLst/>
              <a:cxnLst/>
              <a:rect l="l" t="t" r="r" b="b"/>
              <a:pathLst>
                <a:path w="267335" h="33654">
                  <a:moveTo>
                    <a:pt x="262676" y="0"/>
                  </a:moveTo>
                  <a:lnTo>
                    <a:pt x="0" y="27701"/>
                  </a:lnTo>
                  <a:lnTo>
                    <a:pt x="0" y="33054"/>
                  </a:lnTo>
                  <a:lnTo>
                    <a:pt x="267018" y="4885"/>
                  </a:lnTo>
                  <a:lnTo>
                    <a:pt x="267018" y="3271"/>
                  </a:lnTo>
                  <a:lnTo>
                    <a:pt x="262676" y="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9" name="object 839"/>
            <p:cNvSpPr/>
            <p:nvPr/>
          </p:nvSpPr>
          <p:spPr>
            <a:xfrm>
              <a:off x="4090626" y="7592225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5">
                  <a:moveTo>
                    <a:pt x="7748" y="0"/>
                  </a:moveTo>
                  <a:lnTo>
                    <a:pt x="0" y="829"/>
                  </a:lnTo>
                  <a:lnTo>
                    <a:pt x="4342" y="4100"/>
                  </a:lnTo>
                  <a:lnTo>
                    <a:pt x="4342" y="5715"/>
                  </a:lnTo>
                  <a:lnTo>
                    <a:pt x="9643" y="5140"/>
                  </a:lnTo>
                  <a:lnTo>
                    <a:pt x="9656" y="2762"/>
                  </a:lnTo>
                  <a:lnTo>
                    <a:pt x="6982" y="2762"/>
                  </a:lnTo>
                  <a:lnTo>
                    <a:pt x="8578" y="637"/>
                  </a:lnTo>
                  <a:lnTo>
                    <a:pt x="7748" y="0"/>
                  </a:lnTo>
                  <a:close/>
                </a:path>
                <a:path w="10160" h="5715">
                  <a:moveTo>
                    <a:pt x="8578" y="637"/>
                  </a:moveTo>
                  <a:lnTo>
                    <a:pt x="6982" y="2762"/>
                  </a:lnTo>
                  <a:lnTo>
                    <a:pt x="9656" y="2762"/>
                  </a:lnTo>
                  <a:lnTo>
                    <a:pt x="9663" y="1445"/>
                  </a:lnTo>
                  <a:lnTo>
                    <a:pt x="8578" y="637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0" name="object 840"/>
            <p:cNvSpPr/>
            <p:nvPr/>
          </p:nvSpPr>
          <p:spPr>
            <a:xfrm>
              <a:off x="3822628" y="7621329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67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1" name="object 841"/>
            <p:cNvSpPr/>
            <p:nvPr/>
          </p:nvSpPr>
          <p:spPr>
            <a:xfrm>
              <a:off x="3822628" y="7620755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5321" y="0"/>
                  </a:moveTo>
                  <a:lnTo>
                    <a:pt x="0" y="574"/>
                  </a:lnTo>
                  <a:lnTo>
                    <a:pt x="0" y="5905"/>
                  </a:lnTo>
                  <a:lnTo>
                    <a:pt x="5321" y="5353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2" name="object 842"/>
            <p:cNvSpPr/>
            <p:nvPr/>
          </p:nvSpPr>
          <p:spPr>
            <a:xfrm>
              <a:off x="3616441" y="764270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5">
                  <a:moveTo>
                    <a:pt x="3427" y="0"/>
                  </a:moveTo>
                  <a:lnTo>
                    <a:pt x="0" y="361"/>
                  </a:lnTo>
                  <a:lnTo>
                    <a:pt x="0" y="4079"/>
                  </a:lnTo>
                  <a:lnTo>
                    <a:pt x="1894" y="5502"/>
                  </a:lnTo>
                  <a:lnTo>
                    <a:pt x="5321" y="5140"/>
                  </a:lnTo>
                  <a:lnTo>
                    <a:pt x="5321" y="1445"/>
                  </a:lnTo>
                  <a:lnTo>
                    <a:pt x="3427" y="0"/>
                  </a:lnTo>
                  <a:close/>
                </a:path>
              </a:pathLst>
            </a:custGeom>
            <a:solidFill>
              <a:srgbClr val="6267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3" name="object 843"/>
            <p:cNvSpPr/>
            <p:nvPr/>
          </p:nvSpPr>
          <p:spPr>
            <a:xfrm>
              <a:off x="3347440" y="7387717"/>
              <a:ext cx="751205" cy="205740"/>
            </a:xfrm>
            <a:custGeom>
              <a:avLst/>
              <a:gdLst/>
              <a:ahLst/>
              <a:cxnLst/>
              <a:rect l="l" t="t" r="r" b="b"/>
              <a:pathLst>
                <a:path w="751204" h="205740">
                  <a:moveTo>
                    <a:pt x="475094" y="5334"/>
                  </a:moveTo>
                  <a:lnTo>
                    <a:pt x="475081" y="0"/>
                  </a:lnTo>
                  <a:lnTo>
                    <a:pt x="0" y="50114"/>
                  </a:lnTo>
                  <a:lnTo>
                    <a:pt x="6235" y="54787"/>
                  </a:lnTo>
                  <a:lnTo>
                    <a:pt x="475094" y="5334"/>
                  </a:lnTo>
                  <a:close/>
                </a:path>
                <a:path w="751204" h="205740">
                  <a:moveTo>
                    <a:pt x="750925" y="204508"/>
                  </a:moveTo>
                  <a:lnTo>
                    <a:pt x="480402" y="1066"/>
                  </a:lnTo>
                  <a:lnTo>
                    <a:pt x="480415" y="7708"/>
                  </a:lnTo>
                  <a:lnTo>
                    <a:pt x="743178" y="205346"/>
                  </a:lnTo>
                  <a:lnTo>
                    <a:pt x="750925" y="204508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4" name="object 844"/>
            <p:cNvSpPr/>
            <p:nvPr/>
          </p:nvSpPr>
          <p:spPr>
            <a:xfrm>
              <a:off x="3822628" y="762132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5" name="object 845"/>
            <p:cNvSpPr/>
            <p:nvPr/>
          </p:nvSpPr>
          <p:spPr>
            <a:xfrm>
              <a:off x="3822522" y="7387457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5334" y="5374"/>
                  </a:moveTo>
                  <a:lnTo>
                    <a:pt x="1894" y="5374"/>
                  </a:lnTo>
                  <a:lnTo>
                    <a:pt x="5342" y="7966"/>
                  </a:lnTo>
                  <a:lnTo>
                    <a:pt x="5334" y="5374"/>
                  </a:lnTo>
                  <a:close/>
                </a:path>
                <a:path w="5714" h="8254">
                  <a:moveTo>
                    <a:pt x="3909" y="255"/>
                  </a:moveTo>
                  <a:lnTo>
                    <a:pt x="0" y="255"/>
                  </a:lnTo>
                  <a:lnTo>
                    <a:pt x="21" y="5586"/>
                  </a:lnTo>
                  <a:lnTo>
                    <a:pt x="2176" y="5586"/>
                  </a:lnTo>
                  <a:lnTo>
                    <a:pt x="1894" y="5374"/>
                  </a:lnTo>
                  <a:lnTo>
                    <a:pt x="5334" y="5374"/>
                  </a:lnTo>
                  <a:lnTo>
                    <a:pt x="5321" y="1316"/>
                  </a:lnTo>
                  <a:lnTo>
                    <a:pt x="3909" y="255"/>
                  </a:lnTo>
                  <a:close/>
                </a:path>
                <a:path w="5714" h="8254">
                  <a:moveTo>
                    <a:pt x="3909" y="255"/>
                  </a:moveTo>
                  <a:lnTo>
                    <a:pt x="3569" y="0"/>
                  </a:lnTo>
                  <a:lnTo>
                    <a:pt x="5321" y="1316"/>
                  </a:lnTo>
                  <a:lnTo>
                    <a:pt x="3909" y="255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6" name="object 846"/>
            <p:cNvSpPr/>
            <p:nvPr/>
          </p:nvSpPr>
          <p:spPr>
            <a:xfrm>
              <a:off x="3477835" y="7897432"/>
              <a:ext cx="10795" cy="37465"/>
            </a:xfrm>
            <a:custGeom>
              <a:avLst/>
              <a:gdLst/>
              <a:ahLst/>
              <a:cxnLst/>
              <a:rect l="l" t="t" r="r" b="b"/>
              <a:pathLst>
                <a:path w="10795" h="37465">
                  <a:moveTo>
                    <a:pt x="0" y="0"/>
                  </a:moveTo>
                  <a:lnTo>
                    <a:pt x="20" y="28976"/>
                  </a:lnTo>
                  <a:lnTo>
                    <a:pt x="10535" y="36899"/>
                  </a:lnTo>
                  <a:lnTo>
                    <a:pt x="10535" y="79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7" name="object 847"/>
            <p:cNvSpPr/>
            <p:nvPr/>
          </p:nvSpPr>
          <p:spPr>
            <a:xfrm>
              <a:off x="3002280" y="7556792"/>
              <a:ext cx="448309" cy="231140"/>
            </a:xfrm>
            <a:custGeom>
              <a:avLst/>
              <a:gdLst/>
              <a:ahLst/>
              <a:cxnLst/>
              <a:rect l="l" t="t" r="r" b="b"/>
              <a:pathLst>
                <a:path w="448310" h="231140">
                  <a:moveTo>
                    <a:pt x="21818" y="179514"/>
                  </a:moveTo>
                  <a:lnTo>
                    <a:pt x="19812" y="174586"/>
                  </a:lnTo>
                  <a:lnTo>
                    <a:pt x="0" y="182702"/>
                  </a:lnTo>
                  <a:lnTo>
                    <a:pt x="2019" y="187604"/>
                  </a:lnTo>
                  <a:lnTo>
                    <a:pt x="21818" y="179514"/>
                  </a:lnTo>
                  <a:close/>
                </a:path>
                <a:path w="448310" h="231140">
                  <a:moveTo>
                    <a:pt x="25285" y="24345"/>
                  </a:moveTo>
                  <a:lnTo>
                    <a:pt x="25095" y="20015"/>
                  </a:lnTo>
                  <a:lnTo>
                    <a:pt x="25057" y="19037"/>
                  </a:lnTo>
                  <a:lnTo>
                    <a:pt x="3429" y="20015"/>
                  </a:lnTo>
                  <a:lnTo>
                    <a:pt x="3619" y="24345"/>
                  </a:lnTo>
                  <a:lnTo>
                    <a:pt x="3657" y="25323"/>
                  </a:lnTo>
                  <a:lnTo>
                    <a:pt x="25285" y="24345"/>
                  </a:lnTo>
                  <a:close/>
                </a:path>
                <a:path w="448310" h="231140">
                  <a:moveTo>
                    <a:pt x="61455" y="163283"/>
                  </a:moveTo>
                  <a:lnTo>
                    <a:pt x="59423" y="158356"/>
                  </a:lnTo>
                  <a:lnTo>
                    <a:pt x="39611" y="166471"/>
                  </a:lnTo>
                  <a:lnTo>
                    <a:pt x="41630" y="171399"/>
                  </a:lnTo>
                  <a:lnTo>
                    <a:pt x="61455" y="163283"/>
                  </a:lnTo>
                  <a:close/>
                </a:path>
                <a:path w="448310" h="231140">
                  <a:moveTo>
                    <a:pt x="68541" y="22390"/>
                  </a:moveTo>
                  <a:lnTo>
                    <a:pt x="68351" y="18059"/>
                  </a:lnTo>
                  <a:lnTo>
                    <a:pt x="68300" y="17081"/>
                  </a:lnTo>
                  <a:lnTo>
                    <a:pt x="46685" y="18059"/>
                  </a:lnTo>
                  <a:lnTo>
                    <a:pt x="46875" y="22390"/>
                  </a:lnTo>
                  <a:lnTo>
                    <a:pt x="46913" y="23368"/>
                  </a:lnTo>
                  <a:lnTo>
                    <a:pt x="68541" y="22390"/>
                  </a:lnTo>
                  <a:close/>
                </a:path>
                <a:path w="448310" h="231140">
                  <a:moveTo>
                    <a:pt x="82740" y="219811"/>
                  </a:moveTo>
                  <a:lnTo>
                    <a:pt x="80035" y="215239"/>
                  </a:lnTo>
                  <a:lnTo>
                    <a:pt x="61277" y="226275"/>
                  </a:lnTo>
                  <a:lnTo>
                    <a:pt x="63982" y="230835"/>
                  </a:lnTo>
                  <a:lnTo>
                    <a:pt x="82740" y="219811"/>
                  </a:lnTo>
                  <a:close/>
                </a:path>
                <a:path w="448310" h="231140">
                  <a:moveTo>
                    <a:pt x="86741" y="65747"/>
                  </a:moveTo>
                  <a:lnTo>
                    <a:pt x="85864" y="60502"/>
                  </a:lnTo>
                  <a:lnTo>
                    <a:pt x="65303" y="63969"/>
                  </a:lnTo>
                  <a:lnTo>
                    <a:pt x="66179" y="69189"/>
                  </a:lnTo>
                  <a:lnTo>
                    <a:pt x="86741" y="65747"/>
                  </a:lnTo>
                  <a:close/>
                </a:path>
                <a:path w="448310" h="231140">
                  <a:moveTo>
                    <a:pt x="101066" y="147053"/>
                  </a:moveTo>
                  <a:lnTo>
                    <a:pt x="99034" y="142125"/>
                  </a:lnTo>
                  <a:lnTo>
                    <a:pt x="79222" y="150241"/>
                  </a:lnTo>
                  <a:lnTo>
                    <a:pt x="81241" y="155168"/>
                  </a:lnTo>
                  <a:lnTo>
                    <a:pt x="101066" y="147053"/>
                  </a:lnTo>
                  <a:close/>
                </a:path>
                <a:path w="448310" h="231140">
                  <a:moveTo>
                    <a:pt x="111785" y="20447"/>
                  </a:moveTo>
                  <a:lnTo>
                    <a:pt x="111582" y="16103"/>
                  </a:lnTo>
                  <a:lnTo>
                    <a:pt x="111531" y="15125"/>
                  </a:lnTo>
                  <a:lnTo>
                    <a:pt x="89903" y="16103"/>
                  </a:lnTo>
                  <a:lnTo>
                    <a:pt x="90119" y="20447"/>
                  </a:lnTo>
                  <a:lnTo>
                    <a:pt x="90170" y="21412"/>
                  </a:lnTo>
                  <a:lnTo>
                    <a:pt x="111785" y="20447"/>
                  </a:lnTo>
                  <a:close/>
                </a:path>
                <a:path w="448310" h="231140">
                  <a:moveTo>
                    <a:pt x="120218" y="197764"/>
                  </a:moveTo>
                  <a:lnTo>
                    <a:pt x="117513" y="193192"/>
                  </a:lnTo>
                  <a:lnTo>
                    <a:pt x="98767" y="204216"/>
                  </a:lnTo>
                  <a:lnTo>
                    <a:pt x="101460" y="208788"/>
                  </a:lnTo>
                  <a:lnTo>
                    <a:pt x="120218" y="197764"/>
                  </a:lnTo>
                  <a:close/>
                </a:path>
                <a:path w="448310" h="231140">
                  <a:moveTo>
                    <a:pt x="127876" y="58851"/>
                  </a:moveTo>
                  <a:lnTo>
                    <a:pt x="127012" y="53606"/>
                  </a:lnTo>
                  <a:lnTo>
                    <a:pt x="106426" y="57061"/>
                  </a:lnTo>
                  <a:lnTo>
                    <a:pt x="107315" y="62293"/>
                  </a:lnTo>
                  <a:lnTo>
                    <a:pt x="127876" y="58851"/>
                  </a:lnTo>
                  <a:close/>
                </a:path>
                <a:path w="448310" h="231140">
                  <a:moveTo>
                    <a:pt x="140677" y="130822"/>
                  </a:moveTo>
                  <a:lnTo>
                    <a:pt x="138671" y="125920"/>
                  </a:lnTo>
                  <a:lnTo>
                    <a:pt x="118859" y="134035"/>
                  </a:lnTo>
                  <a:lnTo>
                    <a:pt x="120878" y="138938"/>
                  </a:lnTo>
                  <a:lnTo>
                    <a:pt x="140677" y="130822"/>
                  </a:lnTo>
                  <a:close/>
                </a:path>
                <a:path w="448310" h="231140">
                  <a:moveTo>
                    <a:pt x="155041" y="18491"/>
                  </a:moveTo>
                  <a:lnTo>
                    <a:pt x="154825" y="14147"/>
                  </a:lnTo>
                  <a:lnTo>
                    <a:pt x="154787" y="13195"/>
                  </a:lnTo>
                  <a:lnTo>
                    <a:pt x="133159" y="14147"/>
                  </a:lnTo>
                  <a:lnTo>
                    <a:pt x="133362" y="18491"/>
                  </a:lnTo>
                  <a:lnTo>
                    <a:pt x="133413" y="19469"/>
                  </a:lnTo>
                  <a:lnTo>
                    <a:pt x="155041" y="18491"/>
                  </a:lnTo>
                  <a:close/>
                </a:path>
                <a:path w="448310" h="231140">
                  <a:moveTo>
                    <a:pt x="157683" y="175704"/>
                  </a:moveTo>
                  <a:lnTo>
                    <a:pt x="154978" y="171145"/>
                  </a:lnTo>
                  <a:lnTo>
                    <a:pt x="136245" y="182168"/>
                  </a:lnTo>
                  <a:lnTo>
                    <a:pt x="138950" y="186740"/>
                  </a:lnTo>
                  <a:lnTo>
                    <a:pt x="157683" y="175704"/>
                  </a:lnTo>
                  <a:close/>
                </a:path>
                <a:path w="448310" h="231140">
                  <a:moveTo>
                    <a:pt x="169024" y="51943"/>
                  </a:moveTo>
                  <a:lnTo>
                    <a:pt x="168148" y="46697"/>
                  </a:lnTo>
                  <a:lnTo>
                    <a:pt x="147574" y="50165"/>
                  </a:lnTo>
                  <a:lnTo>
                    <a:pt x="148463" y="55384"/>
                  </a:lnTo>
                  <a:lnTo>
                    <a:pt x="169024" y="51943"/>
                  </a:lnTo>
                  <a:close/>
                </a:path>
                <a:path w="448310" h="231140">
                  <a:moveTo>
                    <a:pt x="180301" y="114592"/>
                  </a:moveTo>
                  <a:lnTo>
                    <a:pt x="178282" y="109689"/>
                  </a:lnTo>
                  <a:lnTo>
                    <a:pt x="158470" y="117805"/>
                  </a:lnTo>
                  <a:lnTo>
                    <a:pt x="160489" y="122707"/>
                  </a:lnTo>
                  <a:lnTo>
                    <a:pt x="180301" y="114592"/>
                  </a:lnTo>
                  <a:close/>
                </a:path>
                <a:path w="448310" h="231140">
                  <a:moveTo>
                    <a:pt x="195160" y="153657"/>
                  </a:moveTo>
                  <a:lnTo>
                    <a:pt x="192455" y="149072"/>
                  </a:lnTo>
                  <a:lnTo>
                    <a:pt x="173723" y="160096"/>
                  </a:lnTo>
                  <a:lnTo>
                    <a:pt x="176428" y="164680"/>
                  </a:lnTo>
                  <a:lnTo>
                    <a:pt x="195160" y="153657"/>
                  </a:lnTo>
                  <a:close/>
                </a:path>
                <a:path w="448310" h="231140">
                  <a:moveTo>
                    <a:pt x="198297" y="16535"/>
                  </a:moveTo>
                  <a:lnTo>
                    <a:pt x="198081" y="12217"/>
                  </a:lnTo>
                  <a:lnTo>
                    <a:pt x="198031" y="11239"/>
                  </a:lnTo>
                  <a:lnTo>
                    <a:pt x="176415" y="12217"/>
                  </a:lnTo>
                  <a:lnTo>
                    <a:pt x="176618" y="16535"/>
                  </a:lnTo>
                  <a:lnTo>
                    <a:pt x="176669" y="17513"/>
                  </a:lnTo>
                  <a:lnTo>
                    <a:pt x="198297" y="16535"/>
                  </a:lnTo>
                  <a:close/>
                </a:path>
                <a:path w="448310" h="231140">
                  <a:moveTo>
                    <a:pt x="210172" y="45021"/>
                  </a:moveTo>
                  <a:lnTo>
                    <a:pt x="209296" y="39789"/>
                  </a:lnTo>
                  <a:lnTo>
                    <a:pt x="188709" y="43230"/>
                  </a:lnTo>
                  <a:lnTo>
                    <a:pt x="189611" y="48488"/>
                  </a:lnTo>
                  <a:lnTo>
                    <a:pt x="210172" y="45021"/>
                  </a:lnTo>
                  <a:close/>
                </a:path>
                <a:path w="448310" h="231140">
                  <a:moveTo>
                    <a:pt x="219913" y="98361"/>
                  </a:moveTo>
                  <a:lnTo>
                    <a:pt x="217893" y="93459"/>
                  </a:lnTo>
                  <a:lnTo>
                    <a:pt x="198094" y="101574"/>
                  </a:lnTo>
                  <a:lnTo>
                    <a:pt x="200101" y="106476"/>
                  </a:lnTo>
                  <a:lnTo>
                    <a:pt x="219913" y="98361"/>
                  </a:lnTo>
                  <a:close/>
                </a:path>
                <a:path w="448310" h="231140">
                  <a:moveTo>
                    <a:pt x="232651" y="131610"/>
                  </a:moveTo>
                  <a:lnTo>
                    <a:pt x="229946" y="127025"/>
                  </a:lnTo>
                  <a:lnTo>
                    <a:pt x="211213" y="138061"/>
                  </a:lnTo>
                  <a:lnTo>
                    <a:pt x="213918" y="142633"/>
                  </a:lnTo>
                  <a:lnTo>
                    <a:pt x="232651" y="131610"/>
                  </a:lnTo>
                  <a:close/>
                </a:path>
                <a:path w="448310" h="231140">
                  <a:moveTo>
                    <a:pt x="241515" y="14579"/>
                  </a:moveTo>
                  <a:lnTo>
                    <a:pt x="241325" y="10261"/>
                  </a:lnTo>
                  <a:lnTo>
                    <a:pt x="241287" y="9283"/>
                  </a:lnTo>
                  <a:lnTo>
                    <a:pt x="219659" y="10261"/>
                  </a:lnTo>
                  <a:lnTo>
                    <a:pt x="219875" y="14579"/>
                  </a:lnTo>
                  <a:lnTo>
                    <a:pt x="219913" y="15557"/>
                  </a:lnTo>
                  <a:lnTo>
                    <a:pt x="241515" y="14579"/>
                  </a:lnTo>
                  <a:close/>
                </a:path>
                <a:path w="448310" h="231140">
                  <a:moveTo>
                    <a:pt x="251307" y="38112"/>
                  </a:moveTo>
                  <a:lnTo>
                    <a:pt x="250418" y="32893"/>
                  </a:lnTo>
                  <a:lnTo>
                    <a:pt x="229857" y="36334"/>
                  </a:lnTo>
                  <a:lnTo>
                    <a:pt x="230733" y="41579"/>
                  </a:lnTo>
                  <a:lnTo>
                    <a:pt x="251307" y="38112"/>
                  </a:lnTo>
                  <a:close/>
                </a:path>
                <a:path w="448310" h="231140">
                  <a:moveTo>
                    <a:pt x="259549" y="82130"/>
                  </a:moveTo>
                  <a:lnTo>
                    <a:pt x="257530" y="77228"/>
                  </a:lnTo>
                  <a:lnTo>
                    <a:pt x="237705" y="85344"/>
                  </a:lnTo>
                  <a:lnTo>
                    <a:pt x="239737" y="90246"/>
                  </a:lnTo>
                  <a:lnTo>
                    <a:pt x="259549" y="82130"/>
                  </a:lnTo>
                  <a:close/>
                </a:path>
                <a:path w="448310" h="231140">
                  <a:moveTo>
                    <a:pt x="270129" y="109562"/>
                  </a:moveTo>
                  <a:lnTo>
                    <a:pt x="267423" y="104965"/>
                  </a:lnTo>
                  <a:lnTo>
                    <a:pt x="248678" y="115989"/>
                  </a:lnTo>
                  <a:lnTo>
                    <a:pt x="251371" y="120586"/>
                  </a:lnTo>
                  <a:lnTo>
                    <a:pt x="270129" y="109562"/>
                  </a:lnTo>
                  <a:close/>
                </a:path>
                <a:path w="448310" h="231140">
                  <a:moveTo>
                    <a:pt x="284772" y="12649"/>
                  </a:moveTo>
                  <a:lnTo>
                    <a:pt x="284581" y="8305"/>
                  </a:lnTo>
                  <a:lnTo>
                    <a:pt x="284543" y="7327"/>
                  </a:lnTo>
                  <a:lnTo>
                    <a:pt x="262915" y="8305"/>
                  </a:lnTo>
                  <a:lnTo>
                    <a:pt x="263105" y="12649"/>
                  </a:lnTo>
                  <a:lnTo>
                    <a:pt x="263144" y="13601"/>
                  </a:lnTo>
                  <a:lnTo>
                    <a:pt x="284772" y="12649"/>
                  </a:lnTo>
                  <a:close/>
                </a:path>
                <a:path w="448310" h="231140">
                  <a:moveTo>
                    <a:pt x="292455" y="31216"/>
                  </a:moveTo>
                  <a:lnTo>
                    <a:pt x="291566" y="25984"/>
                  </a:lnTo>
                  <a:lnTo>
                    <a:pt x="271005" y="29425"/>
                  </a:lnTo>
                  <a:lnTo>
                    <a:pt x="271868" y="34671"/>
                  </a:lnTo>
                  <a:lnTo>
                    <a:pt x="292455" y="31216"/>
                  </a:lnTo>
                  <a:close/>
                </a:path>
                <a:path w="448310" h="231140">
                  <a:moveTo>
                    <a:pt x="299161" y="65900"/>
                  </a:moveTo>
                  <a:lnTo>
                    <a:pt x="297141" y="60998"/>
                  </a:lnTo>
                  <a:lnTo>
                    <a:pt x="277317" y="69113"/>
                  </a:lnTo>
                  <a:lnTo>
                    <a:pt x="279349" y="74015"/>
                  </a:lnTo>
                  <a:lnTo>
                    <a:pt x="299161" y="65900"/>
                  </a:lnTo>
                  <a:close/>
                </a:path>
                <a:path w="448310" h="231140">
                  <a:moveTo>
                    <a:pt x="307606" y="87503"/>
                  </a:moveTo>
                  <a:lnTo>
                    <a:pt x="304888" y="82918"/>
                  </a:lnTo>
                  <a:lnTo>
                    <a:pt x="286156" y="93941"/>
                  </a:lnTo>
                  <a:lnTo>
                    <a:pt x="288861" y="98526"/>
                  </a:lnTo>
                  <a:lnTo>
                    <a:pt x="307606" y="87503"/>
                  </a:lnTo>
                  <a:close/>
                </a:path>
                <a:path w="448310" h="231140">
                  <a:moveTo>
                    <a:pt x="328028" y="10693"/>
                  </a:moveTo>
                  <a:lnTo>
                    <a:pt x="327837" y="6362"/>
                  </a:lnTo>
                  <a:lnTo>
                    <a:pt x="327787" y="5384"/>
                  </a:lnTo>
                  <a:lnTo>
                    <a:pt x="306158" y="6362"/>
                  </a:lnTo>
                  <a:lnTo>
                    <a:pt x="306349" y="10693"/>
                  </a:lnTo>
                  <a:lnTo>
                    <a:pt x="306400" y="11671"/>
                  </a:lnTo>
                  <a:lnTo>
                    <a:pt x="328028" y="10693"/>
                  </a:lnTo>
                  <a:close/>
                </a:path>
                <a:path w="448310" h="231140">
                  <a:moveTo>
                    <a:pt x="333603" y="24307"/>
                  </a:moveTo>
                  <a:lnTo>
                    <a:pt x="332701" y="19075"/>
                  </a:lnTo>
                  <a:lnTo>
                    <a:pt x="312140" y="22517"/>
                  </a:lnTo>
                  <a:lnTo>
                    <a:pt x="313016" y="27774"/>
                  </a:lnTo>
                  <a:lnTo>
                    <a:pt x="333603" y="24307"/>
                  </a:lnTo>
                  <a:close/>
                </a:path>
                <a:path w="448310" h="231140">
                  <a:moveTo>
                    <a:pt x="338772" y="49669"/>
                  </a:moveTo>
                  <a:lnTo>
                    <a:pt x="336753" y="44767"/>
                  </a:lnTo>
                  <a:lnTo>
                    <a:pt x="316953" y="52882"/>
                  </a:lnTo>
                  <a:lnTo>
                    <a:pt x="318973" y="57785"/>
                  </a:lnTo>
                  <a:lnTo>
                    <a:pt x="338772" y="49669"/>
                  </a:lnTo>
                  <a:close/>
                </a:path>
                <a:path w="448310" h="231140">
                  <a:moveTo>
                    <a:pt x="345071" y="65455"/>
                  </a:moveTo>
                  <a:lnTo>
                    <a:pt x="342366" y="60871"/>
                  </a:lnTo>
                  <a:lnTo>
                    <a:pt x="323634" y="71894"/>
                  </a:lnTo>
                  <a:lnTo>
                    <a:pt x="326339" y="76479"/>
                  </a:lnTo>
                  <a:lnTo>
                    <a:pt x="345071" y="65455"/>
                  </a:lnTo>
                  <a:close/>
                </a:path>
                <a:path w="448310" h="231140">
                  <a:moveTo>
                    <a:pt x="371271" y="8737"/>
                  </a:moveTo>
                  <a:lnTo>
                    <a:pt x="371081" y="4406"/>
                  </a:lnTo>
                  <a:lnTo>
                    <a:pt x="371043" y="3429"/>
                  </a:lnTo>
                  <a:lnTo>
                    <a:pt x="349415" y="4406"/>
                  </a:lnTo>
                  <a:lnTo>
                    <a:pt x="349605" y="8737"/>
                  </a:lnTo>
                  <a:lnTo>
                    <a:pt x="349643" y="9715"/>
                  </a:lnTo>
                  <a:lnTo>
                    <a:pt x="371271" y="8737"/>
                  </a:lnTo>
                  <a:close/>
                </a:path>
                <a:path w="448310" h="231140">
                  <a:moveTo>
                    <a:pt x="374726" y="17399"/>
                  </a:moveTo>
                  <a:lnTo>
                    <a:pt x="373849" y="12179"/>
                  </a:lnTo>
                  <a:lnTo>
                    <a:pt x="353288" y="15621"/>
                  </a:lnTo>
                  <a:lnTo>
                    <a:pt x="354164" y="20866"/>
                  </a:lnTo>
                  <a:lnTo>
                    <a:pt x="374726" y="17399"/>
                  </a:lnTo>
                  <a:close/>
                </a:path>
                <a:path w="448310" h="231140">
                  <a:moveTo>
                    <a:pt x="378383" y="33464"/>
                  </a:moveTo>
                  <a:lnTo>
                    <a:pt x="376377" y="28536"/>
                  </a:lnTo>
                  <a:lnTo>
                    <a:pt x="356565" y="36652"/>
                  </a:lnTo>
                  <a:lnTo>
                    <a:pt x="358584" y="41554"/>
                  </a:lnTo>
                  <a:lnTo>
                    <a:pt x="378383" y="33464"/>
                  </a:lnTo>
                  <a:close/>
                </a:path>
                <a:path w="448310" h="231140">
                  <a:moveTo>
                    <a:pt x="382549" y="43408"/>
                  </a:moveTo>
                  <a:lnTo>
                    <a:pt x="379857" y="38811"/>
                  </a:lnTo>
                  <a:lnTo>
                    <a:pt x="361124" y="49847"/>
                  </a:lnTo>
                  <a:lnTo>
                    <a:pt x="363829" y="54432"/>
                  </a:lnTo>
                  <a:lnTo>
                    <a:pt x="382549" y="43408"/>
                  </a:lnTo>
                  <a:close/>
                </a:path>
                <a:path w="448310" h="231140">
                  <a:moveTo>
                    <a:pt x="415861" y="10502"/>
                  </a:moveTo>
                  <a:lnTo>
                    <a:pt x="414997" y="5270"/>
                  </a:lnTo>
                  <a:lnTo>
                    <a:pt x="414464" y="5372"/>
                  </a:lnTo>
                  <a:lnTo>
                    <a:pt x="414337" y="2451"/>
                  </a:lnTo>
                  <a:lnTo>
                    <a:pt x="414286" y="1473"/>
                  </a:lnTo>
                  <a:lnTo>
                    <a:pt x="392671" y="2451"/>
                  </a:lnTo>
                  <a:lnTo>
                    <a:pt x="392861" y="6781"/>
                  </a:lnTo>
                  <a:lnTo>
                    <a:pt x="392899" y="7759"/>
                  </a:lnTo>
                  <a:lnTo>
                    <a:pt x="402780" y="7315"/>
                  </a:lnTo>
                  <a:lnTo>
                    <a:pt x="394411" y="8712"/>
                  </a:lnTo>
                  <a:lnTo>
                    <a:pt x="395300" y="13957"/>
                  </a:lnTo>
                  <a:lnTo>
                    <a:pt x="415861" y="10502"/>
                  </a:lnTo>
                  <a:close/>
                </a:path>
                <a:path w="448310" h="231140">
                  <a:moveTo>
                    <a:pt x="420039" y="21336"/>
                  </a:moveTo>
                  <a:lnTo>
                    <a:pt x="417690" y="17373"/>
                  </a:lnTo>
                  <a:lnTo>
                    <a:pt x="418020" y="17233"/>
                  </a:lnTo>
                  <a:lnTo>
                    <a:pt x="415988" y="12306"/>
                  </a:lnTo>
                  <a:lnTo>
                    <a:pt x="396176" y="20421"/>
                  </a:lnTo>
                  <a:lnTo>
                    <a:pt x="398195" y="25349"/>
                  </a:lnTo>
                  <a:lnTo>
                    <a:pt x="413118" y="19240"/>
                  </a:lnTo>
                  <a:lnTo>
                    <a:pt x="398576" y="27787"/>
                  </a:lnTo>
                  <a:lnTo>
                    <a:pt x="401281" y="32385"/>
                  </a:lnTo>
                  <a:lnTo>
                    <a:pt x="420039" y="21336"/>
                  </a:lnTo>
                  <a:close/>
                </a:path>
                <a:path w="448310" h="231140">
                  <a:moveTo>
                    <a:pt x="447916" y="4953"/>
                  </a:moveTo>
                  <a:lnTo>
                    <a:pt x="446582" y="2730"/>
                  </a:lnTo>
                  <a:lnTo>
                    <a:pt x="446519" y="2578"/>
                  </a:lnTo>
                  <a:lnTo>
                    <a:pt x="446430" y="0"/>
                  </a:lnTo>
                  <a:lnTo>
                    <a:pt x="435813" y="495"/>
                  </a:lnTo>
                  <a:lnTo>
                    <a:pt x="435864" y="1778"/>
                  </a:lnTo>
                  <a:lnTo>
                    <a:pt x="435622" y="1816"/>
                  </a:lnTo>
                  <a:lnTo>
                    <a:pt x="435952" y="3784"/>
                  </a:lnTo>
                  <a:lnTo>
                    <a:pt x="435965" y="4152"/>
                  </a:lnTo>
                  <a:lnTo>
                    <a:pt x="435698" y="4254"/>
                  </a:lnTo>
                  <a:lnTo>
                    <a:pt x="436003" y="5003"/>
                  </a:lnTo>
                  <a:lnTo>
                    <a:pt x="436041" y="5803"/>
                  </a:lnTo>
                  <a:lnTo>
                    <a:pt x="436397" y="6375"/>
                  </a:lnTo>
                  <a:lnTo>
                    <a:pt x="436511" y="7035"/>
                  </a:lnTo>
                  <a:lnTo>
                    <a:pt x="436765" y="6997"/>
                  </a:lnTo>
                  <a:lnTo>
                    <a:pt x="436994" y="7404"/>
                  </a:lnTo>
                  <a:lnTo>
                    <a:pt x="437730" y="9156"/>
                  </a:lnTo>
                  <a:lnTo>
                    <a:pt x="437972" y="9055"/>
                  </a:lnTo>
                  <a:lnTo>
                    <a:pt x="438746" y="10350"/>
                  </a:lnTo>
                  <a:lnTo>
                    <a:pt x="447916" y="4953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8" name="object 848"/>
            <p:cNvSpPr/>
            <p:nvPr/>
          </p:nvSpPr>
          <p:spPr>
            <a:xfrm>
              <a:off x="2517800" y="7278484"/>
              <a:ext cx="787400" cy="974725"/>
            </a:xfrm>
            <a:custGeom>
              <a:avLst/>
              <a:gdLst/>
              <a:ahLst/>
              <a:cxnLst/>
              <a:rect l="l" t="t" r="r" b="b"/>
              <a:pathLst>
                <a:path w="787400" h="974725">
                  <a:moveTo>
                    <a:pt x="4318" y="747687"/>
                  </a:moveTo>
                  <a:lnTo>
                    <a:pt x="0" y="748131"/>
                  </a:lnTo>
                  <a:lnTo>
                    <a:pt x="4318" y="751382"/>
                  </a:lnTo>
                  <a:lnTo>
                    <a:pt x="4318" y="747687"/>
                  </a:lnTo>
                  <a:close/>
                </a:path>
                <a:path w="787400" h="974725">
                  <a:moveTo>
                    <a:pt x="6210" y="752805"/>
                  </a:moveTo>
                  <a:lnTo>
                    <a:pt x="4318" y="751382"/>
                  </a:lnTo>
                  <a:lnTo>
                    <a:pt x="4318" y="752805"/>
                  </a:lnTo>
                  <a:lnTo>
                    <a:pt x="6210" y="752805"/>
                  </a:lnTo>
                  <a:close/>
                </a:path>
                <a:path w="787400" h="974725">
                  <a:moveTo>
                    <a:pt x="428053" y="0"/>
                  </a:moveTo>
                  <a:lnTo>
                    <a:pt x="426161" y="0"/>
                  </a:lnTo>
                  <a:lnTo>
                    <a:pt x="428053" y="1447"/>
                  </a:lnTo>
                  <a:lnTo>
                    <a:pt x="428053" y="0"/>
                  </a:lnTo>
                  <a:close/>
                </a:path>
                <a:path w="787400" h="974725">
                  <a:moveTo>
                    <a:pt x="786828" y="974217"/>
                  </a:moveTo>
                  <a:lnTo>
                    <a:pt x="782510" y="970965"/>
                  </a:lnTo>
                  <a:lnTo>
                    <a:pt x="782510" y="974674"/>
                  </a:lnTo>
                  <a:lnTo>
                    <a:pt x="786828" y="974217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9" name="object 849"/>
            <p:cNvSpPr/>
            <p:nvPr/>
          </p:nvSpPr>
          <p:spPr>
            <a:xfrm>
              <a:off x="2522120" y="8029865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4">
                  <a:moveTo>
                    <a:pt x="0" y="0"/>
                  </a:moveTo>
                  <a:lnTo>
                    <a:pt x="1893" y="1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0" name="object 850"/>
            <p:cNvSpPr/>
            <p:nvPr/>
          </p:nvSpPr>
          <p:spPr>
            <a:xfrm>
              <a:off x="2940539" y="7275907"/>
              <a:ext cx="360045" cy="980440"/>
            </a:xfrm>
            <a:custGeom>
              <a:avLst/>
              <a:gdLst/>
              <a:ahLst/>
              <a:cxnLst/>
              <a:rect l="l" t="t" r="r" b="b"/>
              <a:pathLst>
                <a:path w="360045" h="980440">
                  <a:moveTo>
                    <a:pt x="359779" y="977610"/>
                  </a:moveTo>
                  <a:lnTo>
                    <a:pt x="356353" y="977610"/>
                  </a:lnTo>
                  <a:lnTo>
                    <a:pt x="359779" y="980180"/>
                  </a:lnTo>
                  <a:lnTo>
                    <a:pt x="359779" y="977610"/>
                  </a:lnTo>
                  <a:close/>
                </a:path>
                <a:path w="360045" h="980440">
                  <a:moveTo>
                    <a:pt x="0" y="0"/>
                  </a:moveTo>
                  <a:lnTo>
                    <a:pt x="0" y="2570"/>
                  </a:lnTo>
                  <a:lnTo>
                    <a:pt x="3427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1" name="object 851"/>
            <p:cNvSpPr/>
            <p:nvPr/>
          </p:nvSpPr>
          <p:spPr>
            <a:xfrm>
              <a:off x="3300084" y="7643890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0" y="0"/>
                  </a:moveTo>
                  <a:lnTo>
                    <a:pt x="0" y="6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46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2" name="object 852"/>
            <p:cNvSpPr/>
            <p:nvPr/>
          </p:nvSpPr>
          <p:spPr>
            <a:xfrm>
              <a:off x="3300041" y="7549992"/>
              <a:ext cx="635" cy="69850"/>
            </a:xfrm>
            <a:custGeom>
              <a:avLst/>
              <a:gdLst/>
              <a:ahLst/>
              <a:cxnLst/>
              <a:rect l="l" t="t" r="r" b="b"/>
              <a:pathLst>
                <a:path w="635" h="69850">
                  <a:moveTo>
                    <a:pt x="0" y="0"/>
                  </a:moveTo>
                  <a:lnTo>
                    <a:pt x="21" y="693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3" name="object 853"/>
            <p:cNvSpPr/>
            <p:nvPr/>
          </p:nvSpPr>
          <p:spPr>
            <a:xfrm>
              <a:off x="3300063" y="7619353"/>
              <a:ext cx="0" cy="4445"/>
            </a:xfrm>
            <a:custGeom>
              <a:avLst/>
              <a:gdLst/>
              <a:ahLst/>
              <a:cxnLst/>
              <a:rect l="l" t="t" r="r" b="b"/>
              <a:pathLst>
                <a:path h="4445">
                  <a:moveTo>
                    <a:pt x="0" y="0"/>
                  </a:moveTo>
                  <a:lnTo>
                    <a:pt x="0" y="39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46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4" name="object 854"/>
            <p:cNvSpPr/>
            <p:nvPr/>
          </p:nvSpPr>
          <p:spPr>
            <a:xfrm>
              <a:off x="2943966" y="7278478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4">
                  <a:moveTo>
                    <a:pt x="0" y="0"/>
                  </a:moveTo>
                  <a:lnTo>
                    <a:pt x="1893" y="1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5" name="object 855"/>
            <p:cNvSpPr/>
            <p:nvPr/>
          </p:nvSpPr>
          <p:spPr>
            <a:xfrm>
              <a:off x="2527165" y="7330737"/>
              <a:ext cx="349250" cy="695325"/>
            </a:xfrm>
            <a:custGeom>
              <a:avLst/>
              <a:gdLst/>
              <a:ahLst/>
              <a:cxnLst/>
              <a:rect l="l" t="t" r="r" b="b"/>
              <a:pathLst>
                <a:path w="349250" h="695325">
                  <a:moveTo>
                    <a:pt x="0" y="0"/>
                  </a:moveTo>
                  <a:lnTo>
                    <a:pt x="103" y="259788"/>
                  </a:lnTo>
                  <a:lnTo>
                    <a:pt x="156" y="391711"/>
                  </a:lnTo>
                  <a:lnTo>
                    <a:pt x="276" y="694858"/>
                  </a:lnTo>
                  <a:lnTo>
                    <a:pt x="83521" y="686084"/>
                  </a:lnTo>
                  <a:lnTo>
                    <a:pt x="87991" y="684002"/>
                  </a:lnTo>
                  <a:lnTo>
                    <a:pt x="103234" y="684002"/>
                  </a:lnTo>
                  <a:lnTo>
                    <a:pt x="109297" y="683365"/>
                  </a:lnTo>
                  <a:lnTo>
                    <a:pt x="108148" y="681495"/>
                  </a:lnTo>
                  <a:lnTo>
                    <a:pt x="110661" y="679966"/>
                  </a:lnTo>
                  <a:lnTo>
                    <a:pt x="109362" y="679966"/>
                  </a:lnTo>
                  <a:lnTo>
                    <a:pt x="108475" y="678054"/>
                  </a:lnTo>
                  <a:lnTo>
                    <a:pt x="20709" y="678054"/>
                  </a:lnTo>
                  <a:lnTo>
                    <a:pt x="19944" y="672786"/>
                  </a:lnTo>
                  <a:lnTo>
                    <a:pt x="40824" y="669705"/>
                  </a:lnTo>
                  <a:lnTo>
                    <a:pt x="62167" y="669705"/>
                  </a:lnTo>
                  <a:lnTo>
                    <a:pt x="61704" y="666625"/>
                  </a:lnTo>
                  <a:lnTo>
                    <a:pt x="72375" y="665053"/>
                  </a:lnTo>
                  <a:lnTo>
                    <a:pt x="19326" y="665053"/>
                  </a:lnTo>
                  <a:lnTo>
                    <a:pt x="19213" y="662886"/>
                  </a:lnTo>
                  <a:lnTo>
                    <a:pt x="19100" y="660713"/>
                  </a:lnTo>
                  <a:lnTo>
                    <a:pt x="19050" y="659742"/>
                  </a:lnTo>
                  <a:lnTo>
                    <a:pt x="40079" y="658658"/>
                  </a:lnTo>
                  <a:lnTo>
                    <a:pt x="61186" y="658658"/>
                  </a:lnTo>
                  <a:lnTo>
                    <a:pt x="61130" y="657575"/>
                  </a:lnTo>
                  <a:lnTo>
                    <a:pt x="82180" y="656492"/>
                  </a:lnTo>
                  <a:lnTo>
                    <a:pt x="103266" y="656492"/>
                  </a:lnTo>
                  <a:lnTo>
                    <a:pt x="103210" y="655408"/>
                  </a:lnTo>
                  <a:lnTo>
                    <a:pt x="124260" y="654325"/>
                  </a:lnTo>
                  <a:lnTo>
                    <a:pt x="349007" y="654325"/>
                  </a:lnTo>
                  <a:lnTo>
                    <a:pt x="348956" y="520575"/>
                  </a:lnTo>
                  <a:lnTo>
                    <a:pt x="93887" y="520575"/>
                  </a:lnTo>
                  <a:lnTo>
                    <a:pt x="90521" y="518090"/>
                  </a:lnTo>
                  <a:lnTo>
                    <a:pt x="88524" y="518090"/>
                  </a:lnTo>
                  <a:lnTo>
                    <a:pt x="88524" y="516581"/>
                  </a:lnTo>
                  <a:lnTo>
                    <a:pt x="84500" y="513501"/>
                  </a:lnTo>
                  <a:lnTo>
                    <a:pt x="81052" y="510824"/>
                  </a:lnTo>
                  <a:lnTo>
                    <a:pt x="82627" y="508784"/>
                  </a:lnTo>
                  <a:lnTo>
                    <a:pt x="72121" y="500882"/>
                  </a:lnTo>
                  <a:lnTo>
                    <a:pt x="67834" y="500882"/>
                  </a:lnTo>
                  <a:lnTo>
                    <a:pt x="65535" y="499352"/>
                  </a:lnTo>
                  <a:lnTo>
                    <a:pt x="50210" y="487690"/>
                  </a:lnTo>
                  <a:lnTo>
                    <a:pt x="51743" y="485587"/>
                  </a:lnTo>
                  <a:lnTo>
                    <a:pt x="38990" y="476027"/>
                  </a:lnTo>
                  <a:lnTo>
                    <a:pt x="34693" y="476027"/>
                  </a:lnTo>
                  <a:lnTo>
                    <a:pt x="27314" y="470482"/>
                  </a:lnTo>
                  <a:lnTo>
                    <a:pt x="25115" y="470482"/>
                  </a:lnTo>
                  <a:lnTo>
                    <a:pt x="25115" y="468825"/>
                  </a:lnTo>
                  <a:lnTo>
                    <a:pt x="20709" y="465512"/>
                  </a:lnTo>
                  <a:lnTo>
                    <a:pt x="25115" y="465151"/>
                  </a:lnTo>
                  <a:lnTo>
                    <a:pt x="25115" y="456907"/>
                  </a:lnTo>
                  <a:lnTo>
                    <a:pt x="27797" y="456907"/>
                  </a:lnTo>
                  <a:lnTo>
                    <a:pt x="27797" y="435112"/>
                  </a:lnTo>
                  <a:lnTo>
                    <a:pt x="25115" y="435112"/>
                  </a:lnTo>
                  <a:lnTo>
                    <a:pt x="25115" y="413508"/>
                  </a:lnTo>
                  <a:lnTo>
                    <a:pt x="27797" y="413508"/>
                  </a:lnTo>
                  <a:lnTo>
                    <a:pt x="27797" y="391711"/>
                  </a:lnTo>
                  <a:lnTo>
                    <a:pt x="25115" y="391711"/>
                  </a:lnTo>
                  <a:lnTo>
                    <a:pt x="25115" y="370107"/>
                  </a:lnTo>
                  <a:lnTo>
                    <a:pt x="27797" y="370107"/>
                  </a:lnTo>
                  <a:lnTo>
                    <a:pt x="27797" y="348311"/>
                  </a:lnTo>
                  <a:lnTo>
                    <a:pt x="25115" y="348311"/>
                  </a:lnTo>
                  <a:lnTo>
                    <a:pt x="25115" y="326706"/>
                  </a:lnTo>
                  <a:lnTo>
                    <a:pt x="27797" y="326706"/>
                  </a:lnTo>
                  <a:lnTo>
                    <a:pt x="27797" y="304910"/>
                  </a:lnTo>
                  <a:lnTo>
                    <a:pt x="25115" y="304910"/>
                  </a:lnTo>
                  <a:lnTo>
                    <a:pt x="25115" y="295733"/>
                  </a:lnTo>
                  <a:lnTo>
                    <a:pt x="20709" y="292482"/>
                  </a:lnTo>
                  <a:lnTo>
                    <a:pt x="25115" y="291973"/>
                  </a:lnTo>
                  <a:lnTo>
                    <a:pt x="25115" y="289040"/>
                  </a:lnTo>
                  <a:lnTo>
                    <a:pt x="58704" y="289040"/>
                  </a:lnTo>
                  <a:lnTo>
                    <a:pt x="58639" y="288467"/>
                  </a:lnTo>
                  <a:lnTo>
                    <a:pt x="79903" y="286172"/>
                  </a:lnTo>
                  <a:lnTo>
                    <a:pt x="100445" y="286172"/>
                  </a:lnTo>
                  <a:lnTo>
                    <a:pt x="100252" y="284452"/>
                  </a:lnTo>
                  <a:lnTo>
                    <a:pt x="100209" y="284069"/>
                  </a:lnTo>
                  <a:lnTo>
                    <a:pt x="100783" y="283879"/>
                  </a:lnTo>
                  <a:lnTo>
                    <a:pt x="121664" y="281776"/>
                  </a:lnTo>
                  <a:lnTo>
                    <a:pt x="141821" y="281776"/>
                  </a:lnTo>
                  <a:lnTo>
                    <a:pt x="141629" y="280055"/>
                  </a:lnTo>
                  <a:lnTo>
                    <a:pt x="141587" y="279673"/>
                  </a:lnTo>
                  <a:lnTo>
                    <a:pt x="142544" y="279481"/>
                  </a:lnTo>
                  <a:lnTo>
                    <a:pt x="163424" y="277378"/>
                  </a:lnTo>
                  <a:lnTo>
                    <a:pt x="183306" y="277378"/>
                  </a:lnTo>
                  <a:lnTo>
                    <a:pt x="183182" y="275636"/>
                  </a:lnTo>
                  <a:lnTo>
                    <a:pt x="183156" y="275275"/>
                  </a:lnTo>
                  <a:lnTo>
                    <a:pt x="184497" y="275084"/>
                  </a:lnTo>
                  <a:lnTo>
                    <a:pt x="205378" y="272981"/>
                  </a:lnTo>
                  <a:lnTo>
                    <a:pt x="224764" y="272981"/>
                  </a:lnTo>
                  <a:lnTo>
                    <a:pt x="224571" y="271217"/>
                  </a:lnTo>
                  <a:lnTo>
                    <a:pt x="224534" y="270878"/>
                  </a:lnTo>
                  <a:lnTo>
                    <a:pt x="226258" y="270686"/>
                  </a:lnTo>
                  <a:lnTo>
                    <a:pt x="247139" y="268583"/>
                  </a:lnTo>
                  <a:lnTo>
                    <a:pt x="266138" y="268583"/>
                  </a:lnTo>
                  <a:lnTo>
                    <a:pt x="265949" y="266820"/>
                  </a:lnTo>
                  <a:lnTo>
                    <a:pt x="265912" y="266480"/>
                  </a:lnTo>
                  <a:lnTo>
                    <a:pt x="288899" y="264186"/>
                  </a:lnTo>
                  <a:lnTo>
                    <a:pt x="307687" y="264186"/>
                  </a:lnTo>
                  <a:lnTo>
                    <a:pt x="307493" y="262380"/>
                  </a:lnTo>
                  <a:lnTo>
                    <a:pt x="306787" y="262380"/>
                  </a:lnTo>
                  <a:lnTo>
                    <a:pt x="309971" y="261891"/>
                  </a:lnTo>
                  <a:lnTo>
                    <a:pt x="330852" y="259788"/>
                  </a:lnTo>
                  <a:lnTo>
                    <a:pt x="345416" y="259788"/>
                  </a:lnTo>
                  <a:lnTo>
                    <a:pt x="0" y="0"/>
                  </a:lnTo>
                  <a:close/>
                </a:path>
                <a:path w="349250" h="695325">
                  <a:moveTo>
                    <a:pt x="103234" y="684002"/>
                  </a:moveTo>
                  <a:lnTo>
                    <a:pt x="87991" y="684002"/>
                  </a:lnTo>
                  <a:lnTo>
                    <a:pt x="88694" y="685532"/>
                  </a:lnTo>
                  <a:lnTo>
                    <a:pt x="103234" y="684002"/>
                  </a:lnTo>
                  <a:close/>
                </a:path>
                <a:path w="349250" h="695325">
                  <a:moveTo>
                    <a:pt x="271127" y="666285"/>
                  </a:moveTo>
                  <a:lnTo>
                    <a:pt x="126262" y="666285"/>
                  </a:lnTo>
                  <a:lnTo>
                    <a:pt x="128497" y="671107"/>
                  </a:lnTo>
                  <a:lnTo>
                    <a:pt x="127858" y="671405"/>
                  </a:lnTo>
                  <a:lnTo>
                    <a:pt x="129773" y="674549"/>
                  </a:lnTo>
                  <a:lnTo>
                    <a:pt x="116555" y="682600"/>
                  </a:lnTo>
                  <a:lnTo>
                    <a:pt x="271127" y="666285"/>
                  </a:lnTo>
                  <a:close/>
                </a:path>
                <a:path w="349250" h="695325">
                  <a:moveTo>
                    <a:pt x="114747" y="677481"/>
                  </a:moveTo>
                  <a:lnTo>
                    <a:pt x="109362" y="679966"/>
                  </a:lnTo>
                  <a:lnTo>
                    <a:pt x="110661" y="679966"/>
                  </a:lnTo>
                  <a:lnTo>
                    <a:pt x="114747" y="677481"/>
                  </a:lnTo>
                  <a:close/>
                </a:path>
                <a:path w="349250" h="695325">
                  <a:moveTo>
                    <a:pt x="62167" y="669705"/>
                  </a:moveTo>
                  <a:lnTo>
                    <a:pt x="40824" y="669705"/>
                  </a:lnTo>
                  <a:lnTo>
                    <a:pt x="41550" y="674549"/>
                  </a:lnTo>
                  <a:lnTo>
                    <a:pt x="41611" y="674952"/>
                  </a:lnTo>
                  <a:lnTo>
                    <a:pt x="20709" y="678054"/>
                  </a:lnTo>
                  <a:lnTo>
                    <a:pt x="108475" y="678054"/>
                  </a:lnTo>
                  <a:lnTo>
                    <a:pt x="107127" y="675144"/>
                  </a:lnTo>
                  <a:lnTo>
                    <a:pt x="114192" y="671873"/>
                  </a:lnTo>
                  <a:lnTo>
                    <a:pt x="62492" y="671873"/>
                  </a:lnTo>
                  <a:lnTo>
                    <a:pt x="62167" y="669705"/>
                  </a:lnTo>
                  <a:close/>
                </a:path>
                <a:path w="349250" h="695325">
                  <a:moveTo>
                    <a:pt x="103952" y="663545"/>
                  </a:moveTo>
                  <a:lnTo>
                    <a:pt x="82607" y="663545"/>
                  </a:lnTo>
                  <a:lnTo>
                    <a:pt x="83372" y="668792"/>
                  </a:lnTo>
                  <a:lnTo>
                    <a:pt x="62492" y="671873"/>
                  </a:lnTo>
                  <a:lnTo>
                    <a:pt x="114192" y="671873"/>
                  </a:lnTo>
                  <a:lnTo>
                    <a:pt x="126262" y="666285"/>
                  </a:lnTo>
                  <a:lnTo>
                    <a:pt x="271127" y="666285"/>
                  </a:lnTo>
                  <a:lnTo>
                    <a:pt x="276553" y="665712"/>
                  </a:lnTo>
                  <a:lnTo>
                    <a:pt x="104274" y="665712"/>
                  </a:lnTo>
                  <a:lnTo>
                    <a:pt x="104015" y="663969"/>
                  </a:lnTo>
                  <a:lnTo>
                    <a:pt x="103952" y="663545"/>
                  </a:lnTo>
                  <a:close/>
                </a:path>
                <a:path w="349250" h="695325">
                  <a:moveTo>
                    <a:pt x="349007" y="654325"/>
                  </a:moveTo>
                  <a:lnTo>
                    <a:pt x="124260" y="654325"/>
                  </a:lnTo>
                  <a:lnTo>
                    <a:pt x="124379" y="656492"/>
                  </a:lnTo>
                  <a:lnTo>
                    <a:pt x="124452" y="657830"/>
                  </a:lnTo>
                  <a:lnTo>
                    <a:pt x="125036" y="661803"/>
                  </a:lnTo>
                  <a:lnTo>
                    <a:pt x="125154" y="662611"/>
                  </a:lnTo>
                  <a:lnTo>
                    <a:pt x="104274" y="665712"/>
                  </a:lnTo>
                  <a:lnTo>
                    <a:pt x="276553" y="665712"/>
                  </a:lnTo>
                  <a:lnTo>
                    <a:pt x="349008" y="658064"/>
                  </a:lnTo>
                  <a:lnTo>
                    <a:pt x="349007" y="654325"/>
                  </a:lnTo>
                  <a:close/>
                </a:path>
                <a:path w="349250" h="695325">
                  <a:moveTo>
                    <a:pt x="61186" y="658658"/>
                  </a:moveTo>
                  <a:lnTo>
                    <a:pt x="40079" y="658658"/>
                  </a:lnTo>
                  <a:lnTo>
                    <a:pt x="40136" y="659742"/>
                  </a:lnTo>
                  <a:lnTo>
                    <a:pt x="40243" y="661803"/>
                  </a:lnTo>
                  <a:lnTo>
                    <a:pt x="40355" y="663969"/>
                  </a:lnTo>
                  <a:lnTo>
                    <a:pt x="19326" y="665053"/>
                  </a:lnTo>
                  <a:lnTo>
                    <a:pt x="72375" y="665053"/>
                  </a:lnTo>
                  <a:lnTo>
                    <a:pt x="82607" y="663545"/>
                  </a:lnTo>
                  <a:lnTo>
                    <a:pt x="103952" y="663545"/>
                  </a:lnTo>
                  <a:lnTo>
                    <a:pt x="103854" y="662886"/>
                  </a:lnTo>
                  <a:lnTo>
                    <a:pt x="61407" y="662886"/>
                  </a:lnTo>
                  <a:lnTo>
                    <a:pt x="61293" y="660713"/>
                  </a:lnTo>
                  <a:lnTo>
                    <a:pt x="61186" y="658658"/>
                  </a:lnTo>
                  <a:close/>
                </a:path>
                <a:path w="349250" h="695325">
                  <a:moveTo>
                    <a:pt x="103266" y="656492"/>
                  </a:moveTo>
                  <a:lnTo>
                    <a:pt x="82180" y="656492"/>
                  </a:lnTo>
                  <a:lnTo>
                    <a:pt x="82236" y="657575"/>
                  </a:lnTo>
                  <a:lnTo>
                    <a:pt x="82349" y="659742"/>
                  </a:lnTo>
                  <a:lnTo>
                    <a:pt x="82457" y="661803"/>
                  </a:lnTo>
                  <a:lnTo>
                    <a:pt x="61407" y="662886"/>
                  </a:lnTo>
                  <a:lnTo>
                    <a:pt x="103854" y="662886"/>
                  </a:lnTo>
                  <a:lnTo>
                    <a:pt x="103531" y="660713"/>
                  </a:lnTo>
                  <a:lnTo>
                    <a:pt x="103436" y="659742"/>
                  </a:lnTo>
                  <a:lnTo>
                    <a:pt x="103323" y="657575"/>
                  </a:lnTo>
                  <a:lnTo>
                    <a:pt x="103266" y="656492"/>
                  </a:lnTo>
                  <a:close/>
                </a:path>
                <a:path w="349250" h="695325">
                  <a:moveTo>
                    <a:pt x="122929" y="511971"/>
                  </a:moveTo>
                  <a:lnTo>
                    <a:pt x="122120" y="511971"/>
                  </a:lnTo>
                  <a:lnTo>
                    <a:pt x="105487" y="513713"/>
                  </a:lnTo>
                  <a:lnTo>
                    <a:pt x="105764" y="516369"/>
                  </a:lnTo>
                  <a:lnTo>
                    <a:pt x="93887" y="517559"/>
                  </a:lnTo>
                  <a:lnTo>
                    <a:pt x="93887" y="520575"/>
                  </a:lnTo>
                  <a:lnTo>
                    <a:pt x="348956" y="520575"/>
                  </a:lnTo>
                  <a:lnTo>
                    <a:pt x="348954" y="514457"/>
                  </a:lnTo>
                  <a:lnTo>
                    <a:pt x="123196" y="514457"/>
                  </a:lnTo>
                  <a:lnTo>
                    <a:pt x="123093" y="513501"/>
                  </a:lnTo>
                  <a:lnTo>
                    <a:pt x="122970" y="512354"/>
                  </a:lnTo>
                  <a:lnTo>
                    <a:pt x="122929" y="511971"/>
                  </a:lnTo>
                  <a:close/>
                </a:path>
                <a:path w="349250" h="695325">
                  <a:moveTo>
                    <a:pt x="90290" y="517919"/>
                  </a:moveTo>
                  <a:lnTo>
                    <a:pt x="88524" y="518090"/>
                  </a:lnTo>
                  <a:lnTo>
                    <a:pt x="90521" y="518090"/>
                  </a:lnTo>
                  <a:lnTo>
                    <a:pt x="90290" y="517919"/>
                  </a:lnTo>
                  <a:close/>
                </a:path>
                <a:path w="349250" h="695325">
                  <a:moveTo>
                    <a:pt x="164692" y="507574"/>
                  </a:moveTo>
                  <a:lnTo>
                    <a:pt x="163675" y="507574"/>
                  </a:lnTo>
                  <a:lnTo>
                    <a:pt x="147057" y="509337"/>
                  </a:lnTo>
                  <a:lnTo>
                    <a:pt x="147133" y="510059"/>
                  </a:lnTo>
                  <a:lnTo>
                    <a:pt x="147213" y="510824"/>
                  </a:lnTo>
                  <a:lnTo>
                    <a:pt x="147333" y="511971"/>
                  </a:lnTo>
                  <a:lnTo>
                    <a:pt x="144077" y="512354"/>
                  </a:lnTo>
                  <a:lnTo>
                    <a:pt x="123196" y="514457"/>
                  </a:lnTo>
                  <a:lnTo>
                    <a:pt x="348954" y="514457"/>
                  </a:lnTo>
                  <a:lnTo>
                    <a:pt x="348952" y="510059"/>
                  </a:lnTo>
                  <a:lnTo>
                    <a:pt x="164957" y="510059"/>
                  </a:lnTo>
                  <a:lnTo>
                    <a:pt x="164880" y="509337"/>
                  </a:lnTo>
                  <a:lnTo>
                    <a:pt x="164821" y="508784"/>
                  </a:lnTo>
                  <a:lnTo>
                    <a:pt x="164733" y="507956"/>
                  </a:lnTo>
                  <a:lnTo>
                    <a:pt x="164692" y="507574"/>
                  </a:lnTo>
                  <a:close/>
                </a:path>
                <a:path w="349250" h="695325">
                  <a:moveTo>
                    <a:pt x="206453" y="503176"/>
                  </a:moveTo>
                  <a:lnTo>
                    <a:pt x="205437" y="503176"/>
                  </a:lnTo>
                  <a:lnTo>
                    <a:pt x="188434" y="504960"/>
                  </a:lnTo>
                  <a:lnTo>
                    <a:pt x="188711" y="507574"/>
                  </a:lnTo>
                  <a:lnTo>
                    <a:pt x="185837" y="507956"/>
                  </a:lnTo>
                  <a:lnTo>
                    <a:pt x="164957" y="510059"/>
                  </a:lnTo>
                  <a:lnTo>
                    <a:pt x="348952" y="510059"/>
                  </a:lnTo>
                  <a:lnTo>
                    <a:pt x="348950" y="505661"/>
                  </a:lnTo>
                  <a:lnTo>
                    <a:pt x="206719" y="505661"/>
                  </a:lnTo>
                  <a:lnTo>
                    <a:pt x="206644" y="504960"/>
                  </a:lnTo>
                  <a:lnTo>
                    <a:pt x="206562" y="504196"/>
                  </a:lnTo>
                  <a:lnTo>
                    <a:pt x="206453" y="503176"/>
                  </a:lnTo>
                  <a:close/>
                </a:path>
                <a:path w="349250" h="695325">
                  <a:moveTo>
                    <a:pt x="248394" y="498631"/>
                  </a:moveTo>
                  <a:lnTo>
                    <a:pt x="229812" y="500606"/>
                  </a:lnTo>
                  <a:lnTo>
                    <a:pt x="230089" y="503176"/>
                  </a:lnTo>
                  <a:lnTo>
                    <a:pt x="206719" y="505661"/>
                  </a:lnTo>
                  <a:lnTo>
                    <a:pt x="348950" y="505661"/>
                  </a:lnTo>
                  <a:lnTo>
                    <a:pt x="348949" y="501265"/>
                  </a:lnTo>
                  <a:lnTo>
                    <a:pt x="248671" y="501265"/>
                  </a:lnTo>
                  <a:lnTo>
                    <a:pt x="248470" y="499352"/>
                  </a:lnTo>
                  <a:lnTo>
                    <a:pt x="248394" y="498631"/>
                  </a:lnTo>
                  <a:close/>
                </a:path>
                <a:path w="349250" h="695325">
                  <a:moveTo>
                    <a:pt x="290155" y="494233"/>
                  </a:moveTo>
                  <a:lnTo>
                    <a:pt x="271360" y="496209"/>
                  </a:lnTo>
                  <a:lnTo>
                    <a:pt x="271642" y="498631"/>
                  </a:lnTo>
                  <a:lnTo>
                    <a:pt x="271666" y="498843"/>
                  </a:lnTo>
                  <a:lnTo>
                    <a:pt x="271072" y="498843"/>
                  </a:lnTo>
                  <a:lnTo>
                    <a:pt x="248671" y="501265"/>
                  </a:lnTo>
                  <a:lnTo>
                    <a:pt x="348949" y="501265"/>
                  </a:lnTo>
                  <a:lnTo>
                    <a:pt x="348947" y="496867"/>
                  </a:lnTo>
                  <a:lnTo>
                    <a:pt x="290432" y="496867"/>
                  </a:lnTo>
                  <a:lnTo>
                    <a:pt x="290171" y="494381"/>
                  </a:lnTo>
                  <a:lnTo>
                    <a:pt x="290155" y="494233"/>
                  </a:lnTo>
                  <a:close/>
                </a:path>
                <a:path w="349250" h="695325">
                  <a:moveTo>
                    <a:pt x="69409" y="498843"/>
                  </a:moveTo>
                  <a:lnTo>
                    <a:pt x="67834" y="500882"/>
                  </a:lnTo>
                  <a:lnTo>
                    <a:pt x="72121" y="500882"/>
                  </a:lnTo>
                  <a:lnTo>
                    <a:pt x="69409" y="498843"/>
                  </a:lnTo>
                  <a:close/>
                </a:path>
                <a:path w="349250" h="695325">
                  <a:moveTo>
                    <a:pt x="331917" y="489814"/>
                  </a:moveTo>
                  <a:lnTo>
                    <a:pt x="312760" y="491854"/>
                  </a:lnTo>
                  <a:lnTo>
                    <a:pt x="313020" y="494233"/>
                  </a:lnTo>
                  <a:lnTo>
                    <a:pt x="313037" y="494381"/>
                  </a:lnTo>
                  <a:lnTo>
                    <a:pt x="290432" y="496867"/>
                  </a:lnTo>
                  <a:lnTo>
                    <a:pt x="348947" y="496867"/>
                  </a:lnTo>
                  <a:lnTo>
                    <a:pt x="348945" y="492470"/>
                  </a:lnTo>
                  <a:lnTo>
                    <a:pt x="332193" y="492470"/>
                  </a:lnTo>
                  <a:lnTo>
                    <a:pt x="332001" y="490622"/>
                  </a:lnTo>
                  <a:lnTo>
                    <a:pt x="331917" y="489814"/>
                  </a:lnTo>
                  <a:close/>
                </a:path>
                <a:path w="349250" h="695325">
                  <a:moveTo>
                    <a:pt x="348945" y="490622"/>
                  </a:moveTo>
                  <a:lnTo>
                    <a:pt x="332193" y="492470"/>
                  </a:lnTo>
                  <a:lnTo>
                    <a:pt x="348945" y="492470"/>
                  </a:lnTo>
                  <a:lnTo>
                    <a:pt x="348945" y="490622"/>
                  </a:lnTo>
                  <a:close/>
                </a:path>
                <a:path w="349250" h="695325">
                  <a:moveTo>
                    <a:pt x="36269" y="473988"/>
                  </a:moveTo>
                  <a:lnTo>
                    <a:pt x="34693" y="476027"/>
                  </a:lnTo>
                  <a:lnTo>
                    <a:pt x="38990" y="476027"/>
                  </a:lnTo>
                  <a:lnTo>
                    <a:pt x="36269" y="473988"/>
                  </a:lnTo>
                  <a:close/>
                </a:path>
                <a:path w="349250" h="695325">
                  <a:moveTo>
                    <a:pt x="27031" y="470270"/>
                  </a:moveTo>
                  <a:lnTo>
                    <a:pt x="25115" y="470482"/>
                  </a:lnTo>
                  <a:lnTo>
                    <a:pt x="27314" y="470482"/>
                  </a:lnTo>
                  <a:lnTo>
                    <a:pt x="27031" y="470270"/>
                  </a:lnTo>
                  <a:close/>
                </a:path>
                <a:path w="349250" h="695325">
                  <a:moveTo>
                    <a:pt x="58878" y="290570"/>
                  </a:moveTo>
                  <a:lnTo>
                    <a:pt x="37951" y="290570"/>
                  </a:lnTo>
                  <a:lnTo>
                    <a:pt x="38065" y="291611"/>
                  </a:lnTo>
                  <a:lnTo>
                    <a:pt x="38160" y="292482"/>
                  </a:lnTo>
                  <a:lnTo>
                    <a:pt x="38248" y="293289"/>
                  </a:lnTo>
                  <a:lnTo>
                    <a:pt x="58938" y="291101"/>
                  </a:lnTo>
                  <a:lnTo>
                    <a:pt x="58878" y="290570"/>
                  </a:lnTo>
                  <a:close/>
                </a:path>
                <a:path w="349250" h="695325">
                  <a:moveTo>
                    <a:pt x="58704" y="289040"/>
                  </a:moveTo>
                  <a:lnTo>
                    <a:pt x="25115" y="289040"/>
                  </a:lnTo>
                  <a:lnTo>
                    <a:pt x="28436" y="291611"/>
                  </a:lnTo>
                  <a:lnTo>
                    <a:pt x="37951" y="290570"/>
                  </a:lnTo>
                  <a:lnTo>
                    <a:pt x="58878" y="290570"/>
                  </a:lnTo>
                  <a:lnTo>
                    <a:pt x="58704" y="289040"/>
                  </a:lnTo>
                  <a:close/>
                </a:path>
                <a:path w="349250" h="695325">
                  <a:moveTo>
                    <a:pt x="100445" y="286172"/>
                  </a:moveTo>
                  <a:lnTo>
                    <a:pt x="79903" y="286172"/>
                  </a:lnTo>
                  <a:lnTo>
                    <a:pt x="80157" y="288467"/>
                  </a:lnTo>
                  <a:lnTo>
                    <a:pt x="80201" y="288871"/>
                  </a:lnTo>
                  <a:lnTo>
                    <a:pt x="100507" y="286725"/>
                  </a:lnTo>
                  <a:lnTo>
                    <a:pt x="100445" y="286172"/>
                  </a:lnTo>
                  <a:close/>
                </a:path>
                <a:path w="349250" h="695325">
                  <a:moveTo>
                    <a:pt x="141821" y="281776"/>
                  </a:moveTo>
                  <a:lnTo>
                    <a:pt x="121664" y="281776"/>
                  </a:lnTo>
                  <a:lnTo>
                    <a:pt x="121882" y="283879"/>
                  </a:lnTo>
                  <a:lnTo>
                    <a:pt x="121941" y="284452"/>
                  </a:lnTo>
                  <a:lnTo>
                    <a:pt x="141885" y="282348"/>
                  </a:lnTo>
                  <a:lnTo>
                    <a:pt x="141821" y="281776"/>
                  </a:lnTo>
                  <a:close/>
                </a:path>
                <a:path w="349250" h="695325">
                  <a:moveTo>
                    <a:pt x="183306" y="277378"/>
                  </a:moveTo>
                  <a:lnTo>
                    <a:pt x="163424" y="277378"/>
                  </a:lnTo>
                  <a:lnTo>
                    <a:pt x="163659" y="279481"/>
                  </a:lnTo>
                  <a:lnTo>
                    <a:pt x="163723" y="280055"/>
                  </a:lnTo>
                  <a:lnTo>
                    <a:pt x="183348" y="277973"/>
                  </a:lnTo>
                  <a:lnTo>
                    <a:pt x="183306" y="277378"/>
                  </a:lnTo>
                  <a:close/>
                </a:path>
                <a:path w="349250" h="695325">
                  <a:moveTo>
                    <a:pt x="224764" y="272981"/>
                  </a:moveTo>
                  <a:lnTo>
                    <a:pt x="205378" y="272981"/>
                  </a:lnTo>
                  <a:lnTo>
                    <a:pt x="205614" y="275084"/>
                  </a:lnTo>
                  <a:lnTo>
                    <a:pt x="205676" y="275636"/>
                  </a:lnTo>
                  <a:lnTo>
                    <a:pt x="224831" y="273597"/>
                  </a:lnTo>
                  <a:lnTo>
                    <a:pt x="224764" y="272981"/>
                  </a:lnTo>
                  <a:close/>
                </a:path>
                <a:path w="349250" h="695325">
                  <a:moveTo>
                    <a:pt x="266138" y="268583"/>
                  </a:moveTo>
                  <a:lnTo>
                    <a:pt x="247139" y="268583"/>
                  </a:lnTo>
                  <a:lnTo>
                    <a:pt x="247376" y="270686"/>
                  </a:lnTo>
                  <a:lnTo>
                    <a:pt x="247436" y="271217"/>
                  </a:lnTo>
                  <a:lnTo>
                    <a:pt x="266209" y="269242"/>
                  </a:lnTo>
                  <a:lnTo>
                    <a:pt x="266138" y="268583"/>
                  </a:lnTo>
                  <a:close/>
                </a:path>
                <a:path w="349250" h="695325">
                  <a:moveTo>
                    <a:pt x="307687" y="264186"/>
                  </a:moveTo>
                  <a:lnTo>
                    <a:pt x="288899" y="264186"/>
                  </a:lnTo>
                  <a:lnTo>
                    <a:pt x="289159" y="266480"/>
                  </a:lnTo>
                  <a:lnTo>
                    <a:pt x="289198" y="266820"/>
                  </a:lnTo>
                  <a:lnTo>
                    <a:pt x="307757" y="264844"/>
                  </a:lnTo>
                  <a:lnTo>
                    <a:pt x="307687" y="264186"/>
                  </a:lnTo>
                  <a:close/>
                </a:path>
                <a:path w="349250" h="695325">
                  <a:moveTo>
                    <a:pt x="345416" y="259788"/>
                  </a:moveTo>
                  <a:lnTo>
                    <a:pt x="330852" y="259788"/>
                  </a:lnTo>
                  <a:lnTo>
                    <a:pt x="331093" y="261891"/>
                  </a:lnTo>
                  <a:lnTo>
                    <a:pt x="331149" y="262380"/>
                  </a:lnTo>
                  <a:lnTo>
                    <a:pt x="346688" y="260744"/>
                  </a:lnTo>
                  <a:lnTo>
                    <a:pt x="345416" y="259788"/>
                  </a:lnTo>
                  <a:close/>
                </a:path>
              </a:pathLst>
            </a:custGeom>
            <a:solidFill>
              <a:srgbClr val="88B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6" name="object 856"/>
            <p:cNvSpPr/>
            <p:nvPr/>
          </p:nvSpPr>
          <p:spPr>
            <a:xfrm>
              <a:off x="2531784" y="7994154"/>
              <a:ext cx="344805" cy="295910"/>
            </a:xfrm>
            <a:custGeom>
              <a:avLst/>
              <a:gdLst/>
              <a:ahLst/>
              <a:cxnLst/>
              <a:rect l="l" t="t" r="r" b="b"/>
              <a:pathLst>
                <a:path w="344805" h="295909">
                  <a:moveTo>
                    <a:pt x="344412" y="52472"/>
                  </a:moveTo>
                  <a:lnTo>
                    <a:pt x="47017" y="52472"/>
                  </a:lnTo>
                  <a:lnTo>
                    <a:pt x="49785" y="57017"/>
                  </a:lnTo>
                  <a:lnTo>
                    <a:pt x="37461" y="64517"/>
                  </a:lnTo>
                  <a:lnTo>
                    <a:pt x="344516" y="295435"/>
                  </a:lnTo>
                  <a:lnTo>
                    <a:pt x="344412" y="52472"/>
                  </a:lnTo>
                  <a:close/>
                </a:path>
                <a:path w="344805" h="295909">
                  <a:moveTo>
                    <a:pt x="64279" y="29550"/>
                  </a:moveTo>
                  <a:lnTo>
                    <a:pt x="0" y="36327"/>
                  </a:lnTo>
                  <a:lnTo>
                    <a:pt x="32885" y="61075"/>
                  </a:lnTo>
                  <a:lnTo>
                    <a:pt x="47017" y="52472"/>
                  </a:lnTo>
                  <a:lnTo>
                    <a:pt x="344412" y="52472"/>
                  </a:lnTo>
                  <a:lnTo>
                    <a:pt x="344412" y="51983"/>
                  </a:lnTo>
                  <a:lnTo>
                    <a:pt x="28201" y="51983"/>
                  </a:lnTo>
                  <a:lnTo>
                    <a:pt x="25967" y="47181"/>
                  </a:lnTo>
                  <a:lnTo>
                    <a:pt x="45102" y="38323"/>
                  </a:lnTo>
                  <a:lnTo>
                    <a:pt x="70250" y="38323"/>
                  </a:lnTo>
                  <a:lnTo>
                    <a:pt x="76913" y="34265"/>
                  </a:lnTo>
                  <a:lnTo>
                    <a:pt x="66473" y="34265"/>
                  </a:lnTo>
                  <a:lnTo>
                    <a:pt x="64279" y="29550"/>
                  </a:lnTo>
                  <a:close/>
                </a:path>
                <a:path w="344805" h="295909">
                  <a:moveTo>
                    <a:pt x="70250" y="38323"/>
                  </a:moveTo>
                  <a:lnTo>
                    <a:pt x="45102" y="38323"/>
                  </a:lnTo>
                  <a:lnTo>
                    <a:pt x="47336" y="43125"/>
                  </a:lnTo>
                  <a:lnTo>
                    <a:pt x="28201" y="51983"/>
                  </a:lnTo>
                  <a:lnTo>
                    <a:pt x="344412" y="51983"/>
                  </a:lnTo>
                  <a:lnTo>
                    <a:pt x="344409" y="45546"/>
                  </a:lnTo>
                  <a:lnTo>
                    <a:pt x="68621" y="45546"/>
                  </a:lnTo>
                  <a:lnTo>
                    <a:pt x="65854" y="41000"/>
                  </a:lnTo>
                  <a:lnTo>
                    <a:pt x="70250" y="38323"/>
                  </a:lnTo>
                  <a:close/>
                </a:path>
                <a:path w="344805" h="295909">
                  <a:moveTo>
                    <a:pt x="344402" y="29550"/>
                  </a:moveTo>
                  <a:lnTo>
                    <a:pt x="84705" y="29550"/>
                  </a:lnTo>
                  <a:lnTo>
                    <a:pt x="87459" y="34075"/>
                  </a:lnTo>
                  <a:lnTo>
                    <a:pt x="68621" y="45546"/>
                  </a:lnTo>
                  <a:lnTo>
                    <a:pt x="344409" y="45546"/>
                  </a:lnTo>
                  <a:lnTo>
                    <a:pt x="344402" y="29550"/>
                  </a:lnTo>
                  <a:close/>
                </a:path>
                <a:path w="344805" h="295909">
                  <a:moveTo>
                    <a:pt x="344389" y="0"/>
                  </a:moveTo>
                  <a:lnTo>
                    <a:pt x="80328" y="27851"/>
                  </a:lnTo>
                  <a:lnTo>
                    <a:pt x="66473" y="34265"/>
                  </a:lnTo>
                  <a:lnTo>
                    <a:pt x="76913" y="34265"/>
                  </a:lnTo>
                  <a:lnTo>
                    <a:pt x="84657" y="29550"/>
                  </a:lnTo>
                  <a:lnTo>
                    <a:pt x="344402" y="29550"/>
                  </a:lnTo>
                  <a:lnTo>
                    <a:pt x="344389" y="0"/>
                  </a:lnTo>
                  <a:close/>
                </a:path>
              </a:pathLst>
            </a:custGeom>
            <a:solidFill>
              <a:srgbClr val="8D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7" name="object 857"/>
            <p:cNvSpPr/>
            <p:nvPr/>
          </p:nvSpPr>
          <p:spPr>
            <a:xfrm>
              <a:off x="2527442" y="7988823"/>
              <a:ext cx="349250" cy="41910"/>
            </a:xfrm>
            <a:custGeom>
              <a:avLst/>
              <a:gdLst/>
              <a:ahLst/>
              <a:cxnLst/>
              <a:rect l="l" t="t" r="r" b="b"/>
              <a:pathLst>
                <a:path w="349250" h="41909">
                  <a:moveTo>
                    <a:pt x="83244" y="27998"/>
                  </a:moveTo>
                  <a:lnTo>
                    <a:pt x="0" y="36772"/>
                  </a:lnTo>
                  <a:lnTo>
                    <a:pt x="0" y="38387"/>
                  </a:lnTo>
                  <a:lnTo>
                    <a:pt x="4342" y="41658"/>
                  </a:lnTo>
                  <a:lnTo>
                    <a:pt x="68580" y="34775"/>
                  </a:lnTo>
                  <a:lnTo>
                    <a:pt x="83244" y="27998"/>
                  </a:lnTo>
                  <a:close/>
                </a:path>
                <a:path w="349250" h="41909">
                  <a:moveTo>
                    <a:pt x="109020" y="25279"/>
                  </a:moveTo>
                  <a:lnTo>
                    <a:pt x="88417" y="27445"/>
                  </a:lnTo>
                  <a:lnTo>
                    <a:pt x="89950" y="30739"/>
                  </a:lnTo>
                  <a:lnTo>
                    <a:pt x="84692" y="33182"/>
                  </a:lnTo>
                  <a:lnTo>
                    <a:pt x="134442" y="27934"/>
                  </a:lnTo>
                  <a:lnTo>
                    <a:pt x="110660" y="27934"/>
                  </a:lnTo>
                  <a:lnTo>
                    <a:pt x="109020" y="25279"/>
                  </a:lnTo>
                  <a:close/>
                </a:path>
                <a:path w="349250" h="41909">
                  <a:moveTo>
                    <a:pt x="348731" y="0"/>
                  </a:moveTo>
                  <a:lnTo>
                    <a:pt x="116278" y="24514"/>
                  </a:lnTo>
                  <a:lnTo>
                    <a:pt x="110660" y="27934"/>
                  </a:lnTo>
                  <a:lnTo>
                    <a:pt x="134442" y="27934"/>
                  </a:lnTo>
                  <a:lnTo>
                    <a:pt x="348731" y="5331"/>
                  </a:lnTo>
                  <a:lnTo>
                    <a:pt x="348731" y="0"/>
                  </a:lnTo>
                  <a:close/>
                </a:path>
              </a:pathLst>
            </a:custGeom>
            <a:solidFill>
              <a:srgbClr val="809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8" name="object 858"/>
            <p:cNvSpPr/>
            <p:nvPr/>
          </p:nvSpPr>
          <p:spPr>
            <a:xfrm>
              <a:off x="2521844" y="7320073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0"/>
                  </a:moveTo>
                  <a:lnTo>
                    <a:pt x="0" y="2570"/>
                  </a:lnTo>
                  <a:lnTo>
                    <a:pt x="3426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9" name="object 859"/>
            <p:cNvSpPr/>
            <p:nvPr/>
          </p:nvSpPr>
          <p:spPr>
            <a:xfrm>
              <a:off x="2876110" y="7821359"/>
              <a:ext cx="635" cy="167640"/>
            </a:xfrm>
            <a:custGeom>
              <a:avLst/>
              <a:gdLst/>
              <a:ahLst/>
              <a:cxnLst/>
              <a:rect l="l" t="t" r="r" b="b"/>
              <a:pathLst>
                <a:path w="635" h="167640">
                  <a:moveTo>
                    <a:pt x="0" y="0"/>
                  </a:moveTo>
                  <a:lnTo>
                    <a:pt x="63" y="167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0" name="object 860"/>
            <p:cNvSpPr/>
            <p:nvPr/>
          </p:nvSpPr>
          <p:spPr>
            <a:xfrm>
              <a:off x="2521839" y="7326731"/>
              <a:ext cx="354965" cy="969644"/>
            </a:xfrm>
            <a:custGeom>
              <a:avLst/>
              <a:gdLst/>
              <a:ahLst/>
              <a:cxnLst/>
              <a:rect l="l" t="t" r="r" b="b"/>
              <a:pathLst>
                <a:path w="354964" h="969645">
                  <a:moveTo>
                    <a:pt x="5588" y="664832"/>
                  </a:moveTo>
                  <a:lnTo>
                    <a:pt x="5321" y="4013"/>
                  </a:lnTo>
                  <a:lnTo>
                    <a:pt x="0" y="0"/>
                  </a:lnTo>
                  <a:lnTo>
                    <a:pt x="254" y="664832"/>
                  </a:lnTo>
                  <a:lnTo>
                    <a:pt x="254" y="664984"/>
                  </a:lnTo>
                  <a:lnTo>
                    <a:pt x="3314" y="664984"/>
                  </a:lnTo>
                  <a:lnTo>
                    <a:pt x="3594" y="670128"/>
                  </a:lnTo>
                  <a:lnTo>
                    <a:pt x="5588" y="670128"/>
                  </a:lnTo>
                  <a:lnTo>
                    <a:pt x="5588" y="664832"/>
                  </a:lnTo>
                  <a:close/>
                </a:path>
                <a:path w="354964" h="969645">
                  <a:moveTo>
                    <a:pt x="5600" y="698868"/>
                  </a:moveTo>
                  <a:lnTo>
                    <a:pt x="5588" y="679894"/>
                  </a:lnTo>
                  <a:lnTo>
                    <a:pt x="5588" y="670318"/>
                  </a:lnTo>
                  <a:lnTo>
                    <a:pt x="254" y="670318"/>
                  </a:lnTo>
                  <a:lnTo>
                    <a:pt x="279" y="680491"/>
                  </a:lnTo>
                  <a:lnTo>
                    <a:pt x="4368" y="679894"/>
                  </a:lnTo>
                  <a:lnTo>
                    <a:pt x="5156" y="685152"/>
                  </a:lnTo>
                  <a:lnTo>
                    <a:pt x="279" y="685863"/>
                  </a:lnTo>
                  <a:lnTo>
                    <a:pt x="279" y="699439"/>
                  </a:lnTo>
                  <a:lnTo>
                    <a:pt x="5600" y="698868"/>
                  </a:lnTo>
                  <a:close/>
                </a:path>
                <a:path w="354964" h="969645">
                  <a:moveTo>
                    <a:pt x="42824" y="728510"/>
                  </a:moveTo>
                  <a:lnTo>
                    <a:pt x="9944" y="703757"/>
                  </a:lnTo>
                  <a:lnTo>
                    <a:pt x="2171" y="704557"/>
                  </a:lnTo>
                  <a:lnTo>
                    <a:pt x="38328" y="731774"/>
                  </a:lnTo>
                  <a:lnTo>
                    <a:pt x="38100" y="731367"/>
                  </a:lnTo>
                  <a:lnTo>
                    <a:pt x="42824" y="728510"/>
                  </a:lnTo>
                  <a:close/>
                </a:path>
                <a:path w="354964" h="969645">
                  <a:moveTo>
                    <a:pt x="354457" y="962863"/>
                  </a:moveTo>
                  <a:lnTo>
                    <a:pt x="47396" y="731951"/>
                  </a:lnTo>
                  <a:lnTo>
                    <a:pt x="42532" y="734923"/>
                  </a:lnTo>
                  <a:lnTo>
                    <a:pt x="354457" y="969518"/>
                  </a:lnTo>
                  <a:lnTo>
                    <a:pt x="354457" y="962863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1" name="object 861"/>
            <p:cNvSpPr/>
            <p:nvPr/>
          </p:nvSpPr>
          <p:spPr>
            <a:xfrm>
              <a:off x="2522120" y="8025596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5">
                  <a:moveTo>
                    <a:pt x="5321" y="0"/>
                  </a:moveTo>
                  <a:lnTo>
                    <a:pt x="0" y="572"/>
                  </a:lnTo>
                  <a:lnTo>
                    <a:pt x="0" y="4269"/>
                  </a:lnTo>
                  <a:lnTo>
                    <a:pt x="1893" y="5692"/>
                  </a:lnTo>
                  <a:lnTo>
                    <a:pt x="9663" y="4885"/>
                  </a:lnTo>
                  <a:lnTo>
                    <a:pt x="5321" y="1614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2" name="object 862"/>
            <p:cNvSpPr/>
            <p:nvPr/>
          </p:nvSpPr>
          <p:spPr>
            <a:xfrm>
              <a:off x="2878217" y="8297322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404" y="0"/>
                  </a:moveTo>
                  <a:lnTo>
                    <a:pt x="0" y="340"/>
                  </a:lnTo>
                  <a:lnTo>
                    <a:pt x="3404" y="2910"/>
                  </a:lnTo>
                  <a:lnTo>
                    <a:pt x="3404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3" name="object 863"/>
            <p:cNvSpPr/>
            <p:nvPr/>
          </p:nvSpPr>
          <p:spPr>
            <a:xfrm>
              <a:off x="2878217" y="8297322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10" h="634">
                  <a:moveTo>
                    <a:pt x="3404" y="0"/>
                  </a:moveTo>
                  <a:lnTo>
                    <a:pt x="0" y="340"/>
                  </a:lnTo>
                  <a:lnTo>
                    <a:pt x="3404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4" name="object 864"/>
            <p:cNvSpPr/>
            <p:nvPr/>
          </p:nvSpPr>
          <p:spPr>
            <a:xfrm>
              <a:off x="2946073" y="7550566"/>
              <a:ext cx="349250" cy="695325"/>
            </a:xfrm>
            <a:custGeom>
              <a:avLst/>
              <a:gdLst/>
              <a:ahLst/>
              <a:cxnLst/>
              <a:rect l="l" t="t" r="r" b="b"/>
              <a:pathLst>
                <a:path w="349250" h="695325">
                  <a:moveTo>
                    <a:pt x="38461" y="256750"/>
                  </a:moveTo>
                  <a:lnTo>
                    <a:pt x="18177" y="258895"/>
                  </a:lnTo>
                  <a:lnTo>
                    <a:pt x="18454" y="261551"/>
                  </a:lnTo>
                  <a:lnTo>
                    <a:pt x="0" y="263527"/>
                  </a:lnTo>
                  <a:lnTo>
                    <a:pt x="63" y="432499"/>
                  </a:lnTo>
                  <a:lnTo>
                    <a:pt x="348923" y="694857"/>
                  </a:lnTo>
                  <a:lnTo>
                    <a:pt x="348820" y="432499"/>
                  </a:lnTo>
                  <a:lnTo>
                    <a:pt x="348751" y="259448"/>
                  </a:lnTo>
                  <a:lnTo>
                    <a:pt x="38760" y="259448"/>
                  </a:lnTo>
                  <a:lnTo>
                    <a:pt x="38558" y="257622"/>
                  </a:lnTo>
                  <a:lnTo>
                    <a:pt x="38461" y="256750"/>
                  </a:lnTo>
                  <a:close/>
                </a:path>
                <a:path w="349250" h="695325">
                  <a:moveTo>
                    <a:pt x="80413" y="252332"/>
                  </a:moveTo>
                  <a:lnTo>
                    <a:pt x="59747" y="254519"/>
                  </a:lnTo>
                  <a:lnTo>
                    <a:pt x="59963" y="256580"/>
                  </a:lnTo>
                  <a:lnTo>
                    <a:pt x="60024" y="257154"/>
                  </a:lnTo>
                  <a:lnTo>
                    <a:pt x="38760" y="259448"/>
                  </a:lnTo>
                  <a:lnTo>
                    <a:pt x="348751" y="259448"/>
                  </a:lnTo>
                  <a:lnTo>
                    <a:pt x="348750" y="256580"/>
                  </a:lnTo>
                  <a:lnTo>
                    <a:pt x="93546" y="256580"/>
                  </a:lnTo>
                  <a:lnTo>
                    <a:pt x="91572" y="255051"/>
                  </a:lnTo>
                  <a:lnTo>
                    <a:pt x="80712" y="255051"/>
                  </a:lnTo>
                  <a:lnTo>
                    <a:pt x="80598" y="254010"/>
                  </a:lnTo>
                  <a:lnTo>
                    <a:pt x="80502" y="253138"/>
                  </a:lnTo>
                  <a:lnTo>
                    <a:pt x="80413" y="252332"/>
                  </a:lnTo>
                  <a:close/>
                </a:path>
                <a:path w="349250" h="695325">
                  <a:moveTo>
                    <a:pt x="348745" y="243579"/>
                  </a:moveTo>
                  <a:lnTo>
                    <a:pt x="98719" y="243579"/>
                  </a:lnTo>
                  <a:lnTo>
                    <a:pt x="101401" y="248168"/>
                  </a:lnTo>
                  <a:lnTo>
                    <a:pt x="95738" y="251461"/>
                  </a:lnTo>
                  <a:lnTo>
                    <a:pt x="97953" y="253138"/>
                  </a:lnTo>
                  <a:lnTo>
                    <a:pt x="93546" y="253649"/>
                  </a:lnTo>
                  <a:lnTo>
                    <a:pt x="93546" y="256580"/>
                  </a:lnTo>
                  <a:lnTo>
                    <a:pt x="348750" y="256580"/>
                  </a:lnTo>
                  <a:lnTo>
                    <a:pt x="348745" y="243579"/>
                  </a:lnTo>
                  <a:close/>
                </a:path>
                <a:path w="349250" h="695325">
                  <a:moveTo>
                    <a:pt x="90227" y="254010"/>
                  </a:moveTo>
                  <a:lnTo>
                    <a:pt x="80712" y="255051"/>
                  </a:lnTo>
                  <a:lnTo>
                    <a:pt x="91572" y="255051"/>
                  </a:lnTo>
                  <a:lnTo>
                    <a:pt x="90227" y="254010"/>
                  </a:lnTo>
                  <a:close/>
                </a:path>
                <a:path w="349250" h="695325">
                  <a:moveTo>
                    <a:pt x="194885" y="132135"/>
                  </a:moveTo>
                  <a:lnTo>
                    <a:pt x="90865" y="132135"/>
                  </a:lnTo>
                  <a:lnTo>
                    <a:pt x="90865" y="153719"/>
                  </a:lnTo>
                  <a:lnTo>
                    <a:pt x="93546" y="153719"/>
                  </a:lnTo>
                  <a:lnTo>
                    <a:pt x="93546" y="175515"/>
                  </a:lnTo>
                  <a:lnTo>
                    <a:pt x="90865" y="175515"/>
                  </a:lnTo>
                  <a:lnTo>
                    <a:pt x="90865" y="197119"/>
                  </a:lnTo>
                  <a:lnTo>
                    <a:pt x="93546" y="197119"/>
                  </a:lnTo>
                  <a:lnTo>
                    <a:pt x="93546" y="218916"/>
                  </a:lnTo>
                  <a:lnTo>
                    <a:pt x="90865" y="218916"/>
                  </a:lnTo>
                  <a:lnTo>
                    <a:pt x="90865" y="240520"/>
                  </a:lnTo>
                  <a:lnTo>
                    <a:pt x="93546" y="240520"/>
                  </a:lnTo>
                  <a:lnTo>
                    <a:pt x="93546" y="246595"/>
                  </a:lnTo>
                  <a:lnTo>
                    <a:pt x="98719" y="243579"/>
                  </a:lnTo>
                  <a:lnTo>
                    <a:pt x="348745" y="243579"/>
                  </a:lnTo>
                  <a:lnTo>
                    <a:pt x="348742" y="237058"/>
                  </a:lnTo>
                  <a:lnTo>
                    <a:pt x="120195" y="237058"/>
                  </a:lnTo>
                  <a:lnTo>
                    <a:pt x="117492" y="232490"/>
                  </a:lnTo>
                  <a:lnTo>
                    <a:pt x="136244" y="221465"/>
                  </a:lnTo>
                  <a:lnTo>
                    <a:pt x="348736" y="221465"/>
                  </a:lnTo>
                  <a:lnTo>
                    <a:pt x="348734" y="215007"/>
                  </a:lnTo>
                  <a:lnTo>
                    <a:pt x="157678" y="215007"/>
                  </a:lnTo>
                  <a:lnTo>
                    <a:pt x="154975" y="210439"/>
                  </a:lnTo>
                  <a:lnTo>
                    <a:pt x="173727" y="199414"/>
                  </a:lnTo>
                  <a:lnTo>
                    <a:pt x="348728" y="199414"/>
                  </a:lnTo>
                  <a:lnTo>
                    <a:pt x="348725" y="192956"/>
                  </a:lnTo>
                  <a:lnTo>
                    <a:pt x="195160" y="192956"/>
                  </a:lnTo>
                  <a:lnTo>
                    <a:pt x="192458" y="188387"/>
                  </a:lnTo>
                  <a:lnTo>
                    <a:pt x="210755" y="177618"/>
                  </a:lnTo>
                  <a:lnTo>
                    <a:pt x="97847" y="177618"/>
                  </a:lnTo>
                  <a:lnTo>
                    <a:pt x="95825" y="172689"/>
                  </a:lnTo>
                  <a:lnTo>
                    <a:pt x="115641" y="164574"/>
                  </a:lnTo>
                  <a:lnTo>
                    <a:pt x="232900" y="164574"/>
                  </a:lnTo>
                  <a:lnTo>
                    <a:pt x="238313" y="161387"/>
                  </a:lnTo>
                  <a:lnTo>
                    <a:pt x="137458" y="161387"/>
                  </a:lnTo>
                  <a:lnTo>
                    <a:pt x="135435" y="156458"/>
                  </a:lnTo>
                  <a:lnTo>
                    <a:pt x="155252" y="148344"/>
                  </a:lnTo>
                  <a:lnTo>
                    <a:pt x="269825" y="148344"/>
                  </a:lnTo>
                  <a:lnTo>
                    <a:pt x="267938" y="145157"/>
                  </a:lnTo>
                  <a:lnTo>
                    <a:pt x="177090" y="145157"/>
                  </a:lnTo>
                  <a:lnTo>
                    <a:pt x="175068" y="140249"/>
                  </a:lnTo>
                  <a:lnTo>
                    <a:pt x="194885" y="132135"/>
                  </a:lnTo>
                  <a:close/>
                </a:path>
                <a:path w="349250" h="695325">
                  <a:moveTo>
                    <a:pt x="348736" y="221465"/>
                  </a:moveTo>
                  <a:lnTo>
                    <a:pt x="136244" y="221465"/>
                  </a:lnTo>
                  <a:lnTo>
                    <a:pt x="138948" y="226032"/>
                  </a:lnTo>
                  <a:lnTo>
                    <a:pt x="120195" y="237058"/>
                  </a:lnTo>
                  <a:lnTo>
                    <a:pt x="348742" y="237058"/>
                  </a:lnTo>
                  <a:lnTo>
                    <a:pt x="348736" y="221465"/>
                  </a:lnTo>
                  <a:close/>
                </a:path>
                <a:path w="349250" h="695325">
                  <a:moveTo>
                    <a:pt x="348728" y="199414"/>
                  </a:moveTo>
                  <a:lnTo>
                    <a:pt x="173727" y="199414"/>
                  </a:lnTo>
                  <a:lnTo>
                    <a:pt x="176430" y="203981"/>
                  </a:lnTo>
                  <a:lnTo>
                    <a:pt x="157678" y="215007"/>
                  </a:lnTo>
                  <a:lnTo>
                    <a:pt x="348734" y="215007"/>
                  </a:lnTo>
                  <a:lnTo>
                    <a:pt x="348728" y="199414"/>
                  </a:lnTo>
                  <a:close/>
                </a:path>
                <a:path w="349250" h="695325">
                  <a:moveTo>
                    <a:pt x="348719" y="177363"/>
                  </a:moveTo>
                  <a:lnTo>
                    <a:pt x="211189" y="177363"/>
                  </a:lnTo>
                  <a:lnTo>
                    <a:pt x="213892" y="181930"/>
                  </a:lnTo>
                  <a:lnTo>
                    <a:pt x="195160" y="192956"/>
                  </a:lnTo>
                  <a:lnTo>
                    <a:pt x="348725" y="192956"/>
                  </a:lnTo>
                  <a:lnTo>
                    <a:pt x="348719" y="177363"/>
                  </a:lnTo>
                  <a:close/>
                </a:path>
                <a:path w="349250" h="695325">
                  <a:moveTo>
                    <a:pt x="232900" y="164574"/>
                  </a:moveTo>
                  <a:lnTo>
                    <a:pt x="115641" y="164574"/>
                  </a:lnTo>
                  <a:lnTo>
                    <a:pt x="117662" y="169503"/>
                  </a:lnTo>
                  <a:lnTo>
                    <a:pt x="97847" y="177618"/>
                  </a:lnTo>
                  <a:lnTo>
                    <a:pt x="210755" y="177618"/>
                  </a:lnTo>
                  <a:lnTo>
                    <a:pt x="211189" y="177363"/>
                  </a:lnTo>
                  <a:lnTo>
                    <a:pt x="348719" y="177363"/>
                  </a:lnTo>
                  <a:lnTo>
                    <a:pt x="348716" y="170905"/>
                  </a:lnTo>
                  <a:lnTo>
                    <a:pt x="232643" y="170905"/>
                  </a:lnTo>
                  <a:lnTo>
                    <a:pt x="229941" y="166316"/>
                  </a:lnTo>
                  <a:lnTo>
                    <a:pt x="232900" y="164574"/>
                  </a:lnTo>
                  <a:close/>
                </a:path>
                <a:path w="349250" h="695325">
                  <a:moveTo>
                    <a:pt x="348710" y="155290"/>
                  </a:moveTo>
                  <a:lnTo>
                    <a:pt x="248671" y="155290"/>
                  </a:lnTo>
                  <a:lnTo>
                    <a:pt x="251374" y="159879"/>
                  </a:lnTo>
                  <a:lnTo>
                    <a:pt x="232643" y="170905"/>
                  </a:lnTo>
                  <a:lnTo>
                    <a:pt x="348716" y="170905"/>
                  </a:lnTo>
                  <a:lnTo>
                    <a:pt x="348710" y="155290"/>
                  </a:lnTo>
                  <a:close/>
                </a:path>
                <a:path w="349250" h="695325">
                  <a:moveTo>
                    <a:pt x="269825" y="148344"/>
                  </a:moveTo>
                  <a:lnTo>
                    <a:pt x="155252" y="148344"/>
                  </a:lnTo>
                  <a:lnTo>
                    <a:pt x="157274" y="153272"/>
                  </a:lnTo>
                  <a:lnTo>
                    <a:pt x="137458" y="161387"/>
                  </a:lnTo>
                  <a:lnTo>
                    <a:pt x="238313" y="161387"/>
                  </a:lnTo>
                  <a:lnTo>
                    <a:pt x="248671" y="155290"/>
                  </a:lnTo>
                  <a:lnTo>
                    <a:pt x="348710" y="155290"/>
                  </a:lnTo>
                  <a:lnTo>
                    <a:pt x="348708" y="148854"/>
                  </a:lnTo>
                  <a:lnTo>
                    <a:pt x="270126" y="148854"/>
                  </a:lnTo>
                  <a:lnTo>
                    <a:pt x="269825" y="148344"/>
                  </a:lnTo>
                  <a:close/>
                </a:path>
                <a:path w="349250" h="695325">
                  <a:moveTo>
                    <a:pt x="348702" y="133239"/>
                  </a:moveTo>
                  <a:lnTo>
                    <a:pt x="286153" y="133239"/>
                  </a:lnTo>
                  <a:lnTo>
                    <a:pt x="288857" y="137829"/>
                  </a:lnTo>
                  <a:lnTo>
                    <a:pt x="270126" y="148854"/>
                  </a:lnTo>
                  <a:lnTo>
                    <a:pt x="348708" y="148854"/>
                  </a:lnTo>
                  <a:lnTo>
                    <a:pt x="348702" y="133239"/>
                  </a:lnTo>
                  <a:close/>
                </a:path>
                <a:path w="349250" h="695325">
                  <a:moveTo>
                    <a:pt x="122087" y="73609"/>
                  </a:moveTo>
                  <a:lnTo>
                    <a:pt x="101018" y="73609"/>
                  </a:lnTo>
                  <a:lnTo>
                    <a:pt x="101784" y="78962"/>
                  </a:lnTo>
                  <a:lnTo>
                    <a:pt x="97591" y="79642"/>
                  </a:lnTo>
                  <a:lnTo>
                    <a:pt x="97953" y="79918"/>
                  </a:lnTo>
                  <a:lnTo>
                    <a:pt x="93546" y="80407"/>
                  </a:lnTo>
                  <a:lnTo>
                    <a:pt x="93546" y="88713"/>
                  </a:lnTo>
                  <a:lnTo>
                    <a:pt x="90865" y="88713"/>
                  </a:lnTo>
                  <a:lnTo>
                    <a:pt x="90865" y="110318"/>
                  </a:lnTo>
                  <a:lnTo>
                    <a:pt x="93546" y="110318"/>
                  </a:lnTo>
                  <a:lnTo>
                    <a:pt x="93546" y="132135"/>
                  </a:lnTo>
                  <a:lnTo>
                    <a:pt x="194885" y="132135"/>
                  </a:lnTo>
                  <a:lnTo>
                    <a:pt x="196885" y="137043"/>
                  </a:lnTo>
                  <a:lnTo>
                    <a:pt x="177090" y="145157"/>
                  </a:lnTo>
                  <a:lnTo>
                    <a:pt x="267938" y="145157"/>
                  </a:lnTo>
                  <a:lnTo>
                    <a:pt x="267423" y="144287"/>
                  </a:lnTo>
                  <a:lnTo>
                    <a:pt x="286153" y="133239"/>
                  </a:lnTo>
                  <a:lnTo>
                    <a:pt x="348702" y="133239"/>
                  </a:lnTo>
                  <a:lnTo>
                    <a:pt x="348700" y="128927"/>
                  </a:lnTo>
                  <a:lnTo>
                    <a:pt x="216701" y="128927"/>
                  </a:lnTo>
                  <a:lnTo>
                    <a:pt x="214679" y="124020"/>
                  </a:lnTo>
                  <a:lnTo>
                    <a:pt x="234495" y="115905"/>
                  </a:lnTo>
                  <a:lnTo>
                    <a:pt x="315616" y="115905"/>
                  </a:lnTo>
                  <a:lnTo>
                    <a:pt x="321072" y="112697"/>
                  </a:lnTo>
                  <a:lnTo>
                    <a:pt x="256312" y="112697"/>
                  </a:lnTo>
                  <a:lnTo>
                    <a:pt x="254312" y="107789"/>
                  </a:lnTo>
                  <a:lnTo>
                    <a:pt x="274106" y="99674"/>
                  </a:lnTo>
                  <a:lnTo>
                    <a:pt x="343199" y="99674"/>
                  </a:lnTo>
                  <a:lnTo>
                    <a:pt x="348653" y="96467"/>
                  </a:lnTo>
                  <a:lnTo>
                    <a:pt x="295945" y="96467"/>
                  </a:lnTo>
                  <a:lnTo>
                    <a:pt x="293923" y="91560"/>
                  </a:lnTo>
                  <a:lnTo>
                    <a:pt x="313739" y="83445"/>
                  </a:lnTo>
                  <a:lnTo>
                    <a:pt x="348676" y="83445"/>
                  </a:lnTo>
                  <a:lnTo>
                    <a:pt x="348673" y="80237"/>
                  </a:lnTo>
                  <a:lnTo>
                    <a:pt x="335556" y="80237"/>
                  </a:lnTo>
                  <a:lnTo>
                    <a:pt x="333570" y="75415"/>
                  </a:lnTo>
                  <a:lnTo>
                    <a:pt x="122388" y="75415"/>
                  </a:lnTo>
                  <a:lnTo>
                    <a:pt x="122087" y="73609"/>
                  </a:lnTo>
                  <a:close/>
                </a:path>
                <a:path w="349250" h="695325">
                  <a:moveTo>
                    <a:pt x="315616" y="115905"/>
                  </a:moveTo>
                  <a:lnTo>
                    <a:pt x="234495" y="115905"/>
                  </a:lnTo>
                  <a:lnTo>
                    <a:pt x="236518" y="120812"/>
                  </a:lnTo>
                  <a:lnTo>
                    <a:pt x="216701" y="128927"/>
                  </a:lnTo>
                  <a:lnTo>
                    <a:pt x="348700" y="128927"/>
                  </a:lnTo>
                  <a:lnTo>
                    <a:pt x="348699" y="126803"/>
                  </a:lnTo>
                  <a:lnTo>
                    <a:pt x="307588" y="126803"/>
                  </a:lnTo>
                  <a:lnTo>
                    <a:pt x="304885" y="122214"/>
                  </a:lnTo>
                  <a:lnTo>
                    <a:pt x="315616" y="115905"/>
                  </a:lnTo>
                  <a:close/>
                </a:path>
                <a:path w="349250" h="695325">
                  <a:moveTo>
                    <a:pt x="348693" y="111189"/>
                  </a:moveTo>
                  <a:lnTo>
                    <a:pt x="323636" y="111189"/>
                  </a:lnTo>
                  <a:lnTo>
                    <a:pt x="326415" y="115905"/>
                  </a:lnTo>
                  <a:lnTo>
                    <a:pt x="326124" y="115905"/>
                  </a:lnTo>
                  <a:lnTo>
                    <a:pt x="307588" y="126803"/>
                  </a:lnTo>
                  <a:lnTo>
                    <a:pt x="348699" y="126803"/>
                  </a:lnTo>
                  <a:lnTo>
                    <a:pt x="348693" y="111189"/>
                  </a:lnTo>
                  <a:close/>
                </a:path>
                <a:path w="349250" h="695325">
                  <a:moveTo>
                    <a:pt x="343199" y="99674"/>
                  </a:moveTo>
                  <a:lnTo>
                    <a:pt x="274106" y="99674"/>
                  </a:lnTo>
                  <a:lnTo>
                    <a:pt x="276129" y="104581"/>
                  </a:lnTo>
                  <a:lnTo>
                    <a:pt x="256312" y="112697"/>
                  </a:lnTo>
                  <a:lnTo>
                    <a:pt x="321072" y="112697"/>
                  </a:lnTo>
                  <a:lnTo>
                    <a:pt x="323636" y="111189"/>
                  </a:lnTo>
                  <a:lnTo>
                    <a:pt x="348693" y="111189"/>
                  </a:lnTo>
                  <a:lnTo>
                    <a:pt x="348690" y="104752"/>
                  </a:lnTo>
                  <a:lnTo>
                    <a:pt x="345071" y="104752"/>
                  </a:lnTo>
                  <a:lnTo>
                    <a:pt x="342367" y="100163"/>
                  </a:lnTo>
                  <a:lnTo>
                    <a:pt x="343199" y="99674"/>
                  </a:lnTo>
                  <a:close/>
                </a:path>
                <a:path w="349250" h="695325">
                  <a:moveTo>
                    <a:pt x="348689" y="102627"/>
                  </a:moveTo>
                  <a:lnTo>
                    <a:pt x="345071" y="104752"/>
                  </a:lnTo>
                  <a:lnTo>
                    <a:pt x="348690" y="104752"/>
                  </a:lnTo>
                  <a:lnTo>
                    <a:pt x="348689" y="102627"/>
                  </a:lnTo>
                  <a:close/>
                </a:path>
                <a:path w="349250" h="695325">
                  <a:moveTo>
                    <a:pt x="348676" y="83445"/>
                  </a:moveTo>
                  <a:lnTo>
                    <a:pt x="313739" y="83445"/>
                  </a:lnTo>
                  <a:lnTo>
                    <a:pt x="315761" y="88352"/>
                  </a:lnTo>
                  <a:lnTo>
                    <a:pt x="295945" y="96467"/>
                  </a:lnTo>
                  <a:lnTo>
                    <a:pt x="348689" y="96467"/>
                  </a:lnTo>
                  <a:lnTo>
                    <a:pt x="348676" y="83445"/>
                  </a:lnTo>
                  <a:close/>
                </a:path>
                <a:path w="349250" h="695325">
                  <a:moveTo>
                    <a:pt x="348668" y="74862"/>
                  </a:moveTo>
                  <a:lnTo>
                    <a:pt x="335556" y="80237"/>
                  </a:lnTo>
                  <a:lnTo>
                    <a:pt x="348673" y="80237"/>
                  </a:lnTo>
                  <a:lnTo>
                    <a:pt x="348668" y="74862"/>
                  </a:lnTo>
                  <a:close/>
                </a:path>
                <a:path w="349250" h="695325">
                  <a:moveTo>
                    <a:pt x="163226" y="66725"/>
                  </a:moveTo>
                  <a:lnTo>
                    <a:pt x="142077" y="66725"/>
                  </a:lnTo>
                  <a:lnTo>
                    <a:pt x="142893" y="71633"/>
                  </a:lnTo>
                  <a:lnTo>
                    <a:pt x="142949" y="71973"/>
                  </a:lnTo>
                  <a:lnTo>
                    <a:pt x="122388" y="75415"/>
                  </a:lnTo>
                  <a:lnTo>
                    <a:pt x="333327" y="75415"/>
                  </a:lnTo>
                  <a:lnTo>
                    <a:pt x="348668" y="69127"/>
                  </a:lnTo>
                  <a:lnTo>
                    <a:pt x="348668" y="68510"/>
                  </a:lnTo>
                  <a:lnTo>
                    <a:pt x="163531" y="68510"/>
                  </a:lnTo>
                  <a:lnTo>
                    <a:pt x="163226" y="66725"/>
                  </a:lnTo>
                  <a:close/>
                </a:path>
                <a:path w="349250" h="695325">
                  <a:moveTo>
                    <a:pt x="125044" y="69594"/>
                  </a:moveTo>
                  <a:lnTo>
                    <a:pt x="83968" y="69594"/>
                  </a:lnTo>
                  <a:lnTo>
                    <a:pt x="91503" y="75159"/>
                  </a:lnTo>
                  <a:lnTo>
                    <a:pt x="101018" y="73609"/>
                  </a:lnTo>
                  <a:lnTo>
                    <a:pt x="122087" y="73609"/>
                  </a:lnTo>
                  <a:lnTo>
                    <a:pt x="121516" y="70189"/>
                  </a:lnTo>
                  <a:lnTo>
                    <a:pt x="125044" y="69594"/>
                  </a:lnTo>
                  <a:close/>
                </a:path>
                <a:path w="349250" h="695325">
                  <a:moveTo>
                    <a:pt x="286401" y="44547"/>
                  </a:moveTo>
                  <a:lnTo>
                    <a:pt x="50827" y="44547"/>
                  </a:lnTo>
                  <a:lnTo>
                    <a:pt x="53126" y="46268"/>
                  </a:lnTo>
                  <a:lnTo>
                    <a:pt x="68451" y="57931"/>
                  </a:lnTo>
                  <a:lnTo>
                    <a:pt x="66920" y="60034"/>
                  </a:lnTo>
                  <a:lnTo>
                    <a:pt x="82393" y="71633"/>
                  </a:lnTo>
                  <a:lnTo>
                    <a:pt x="83968" y="69594"/>
                  </a:lnTo>
                  <a:lnTo>
                    <a:pt x="125044" y="69594"/>
                  </a:lnTo>
                  <a:lnTo>
                    <a:pt x="142077" y="66725"/>
                  </a:lnTo>
                  <a:lnTo>
                    <a:pt x="163226" y="66725"/>
                  </a:lnTo>
                  <a:lnTo>
                    <a:pt x="162637" y="63285"/>
                  </a:lnTo>
                  <a:lnTo>
                    <a:pt x="183220" y="59822"/>
                  </a:lnTo>
                  <a:lnTo>
                    <a:pt x="204370" y="59822"/>
                  </a:lnTo>
                  <a:lnTo>
                    <a:pt x="203781" y="56380"/>
                  </a:lnTo>
                  <a:lnTo>
                    <a:pt x="224364" y="52918"/>
                  </a:lnTo>
                  <a:lnTo>
                    <a:pt x="245515" y="52918"/>
                  </a:lnTo>
                  <a:lnTo>
                    <a:pt x="244925" y="49455"/>
                  </a:lnTo>
                  <a:lnTo>
                    <a:pt x="265507" y="46013"/>
                  </a:lnTo>
                  <a:lnTo>
                    <a:pt x="286645" y="46013"/>
                  </a:lnTo>
                  <a:lnTo>
                    <a:pt x="286401" y="44547"/>
                  </a:lnTo>
                  <a:close/>
                </a:path>
                <a:path w="349250" h="695325">
                  <a:moveTo>
                    <a:pt x="204370" y="59822"/>
                  </a:moveTo>
                  <a:lnTo>
                    <a:pt x="183220" y="59822"/>
                  </a:lnTo>
                  <a:lnTo>
                    <a:pt x="184092" y="65069"/>
                  </a:lnTo>
                  <a:lnTo>
                    <a:pt x="163531" y="68510"/>
                  </a:lnTo>
                  <a:lnTo>
                    <a:pt x="348668" y="68510"/>
                  </a:lnTo>
                  <a:lnTo>
                    <a:pt x="348665" y="61606"/>
                  </a:lnTo>
                  <a:lnTo>
                    <a:pt x="204675" y="61606"/>
                  </a:lnTo>
                  <a:lnTo>
                    <a:pt x="204406" y="60034"/>
                  </a:lnTo>
                  <a:lnTo>
                    <a:pt x="204370" y="59822"/>
                  </a:lnTo>
                  <a:close/>
                </a:path>
                <a:path w="349250" h="695325">
                  <a:moveTo>
                    <a:pt x="245515" y="52918"/>
                  </a:moveTo>
                  <a:lnTo>
                    <a:pt x="224364" y="52918"/>
                  </a:lnTo>
                  <a:lnTo>
                    <a:pt x="225198" y="57931"/>
                  </a:lnTo>
                  <a:lnTo>
                    <a:pt x="225237" y="58164"/>
                  </a:lnTo>
                  <a:lnTo>
                    <a:pt x="204675" y="61606"/>
                  </a:lnTo>
                  <a:lnTo>
                    <a:pt x="348665" y="61606"/>
                  </a:lnTo>
                  <a:lnTo>
                    <a:pt x="348663" y="54702"/>
                  </a:lnTo>
                  <a:lnTo>
                    <a:pt x="245819" y="54702"/>
                  </a:lnTo>
                  <a:lnTo>
                    <a:pt x="245515" y="52918"/>
                  </a:lnTo>
                  <a:close/>
                </a:path>
                <a:path w="349250" h="695325">
                  <a:moveTo>
                    <a:pt x="286645" y="46013"/>
                  </a:moveTo>
                  <a:lnTo>
                    <a:pt x="265507" y="46013"/>
                  </a:lnTo>
                  <a:lnTo>
                    <a:pt x="266381" y="51239"/>
                  </a:lnTo>
                  <a:lnTo>
                    <a:pt x="245819" y="54702"/>
                  </a:lnTo>
                  <a:lnTo>
                    <a:pt x="348663" y="54702"/>
                  </a:lnTo>
                  <a:lnTo>
                    <a:pt x="348661" y="47797"/>
                  </a:lnTo>
                  <a:lnTo>
                    <a:pt x="286942" y="47797"/>
                  </a:lnTo>
                  <a:lnTo>
                    <a:pt x="286758" y="46694"/>
                  </a:lnTo>
                  <a:lnTo>
                    <a:pt x="286645" y="46013"/>
                  </a:lnTo>
                  <a:close/>
                </a:path>
                <a:path w="349250" h="695325">
                  <a:moveTo>
                    <a:pt x="327788" y="39109"/>
                  </a:moveTo>
                  <a:lnTo>
                    <a:pt x="306630" y="39109"/>
                  </a:lnTo>
                  <a:lnTo>
                    <a:pt x="307524" y="44335"/>
                  </a:lnTo>
                  <a:lnTo>
                    <a:pt x="286942" y="47797"/>
                  </a:lnTo>
                  <a:lnTo>
                    <a:pt x="348661" y="47797"/>
                  </a:lnTo>
                  <a:lnTo>
                    <a:pt x="348659" y="40894"/>
                  </a:lnTo>
                  <a:lnTo>
                    <a:pt x="328085" y="40894"/>
                  </a:lnTo>
                  <a:lnTo>
                    <a:pt x="327788" y="39109"/>
                  </a:lnTo>
                  <a:close/>
                </a:path>
                <a:path w="349250" h="695325">
                  <a:moveTo>
                    <a:pt x="59836" y="30570"/>
                  </a:moveTo>
                  <a:lnTo>
                    <a:pt x="58822" y="30570"/>
                  </a:lnTo>
                  <a:lnTo>
                    <a:pt x="35502" y="33033"/>
                  </a:lnTo>
                  <a:lnTo>
                    <a:pt x="37611" y="34606"/>
                  </a:lnTo>
                  <a:lnTo>
                    <a:pt x="35929" y="36772"/>
                  </a:lnTo>
                  <a:lnTo>
                    <a:pt x="49168" y="46694"/>
                  </a:lnTo>
                  <a:lnTo>
                    <a:pt x="50827" y="44547"/>
                  </a:lnTo>
                  <a:lnTo>
                    <a:pt x="286401" y="44547"/>
                  </a:lnTo>
                  <a:lnTo>
                    <a:pt x="286068" y="42551"/>
                  </a:lnTo>
                  <a:lnTo>
                    <a:pt x="306630" y="39109"/>
                  </a:lnTo>
                  <a:lnTo>
                    <a:pt x="327788" y="39109"/>
                  </a:lnTo>
                  <a:lnTo>
                    <a:pt x="327212" y="35646"/>
                  </a:lnTo>
                  <a:lnTo>
                    <a:pt x="347774" y="32205"/>
                  </a:lnTo>
                  <a:lnTo>
                    <a:pt x="348656" y="32205"/>
                  </a:lnTo>
                  <a:lnTo>
                    <a:pt x="348656" y="31546"/>
                  </a:lnTo>
                  <a:lnTo>
                    <a:pt x="59874" y="31546"/>
                  </a:lnTo>
                  <a:lnTo>
                    <a:pt x="59836" y="30570"/>
                  </a:lnTo>
                  <a:close/>
                </a:path>
                <a:path w="349250" h="695325">
                  <a:moveTo>
                    <a:pt x="348658" y="37432"/>
                  </a:moveTo>
                  <a:lnTo>
                    <a:pt x="328085" y="40894"/>
                  </a:lnTo>
                  <a:lnTo>
                    <a:pt x="348659" y="40894"/>
                  </a:lnTo>
                  <a:lnTo>
                    <a:pt x="348658" y="37432"/>
                  </a:lnTo>
                  <a:close/>
                </a:path>
                <a:path w="349250" h="695325">
                  <a:moveTo>
                    <a:pt x="348656" y="32205"/>
                  </a:moveTo>
                  <a:lnTo>
                    <a:pt x="347774" y="32205"/>
                  </a:lnTo>
                  <a:lnTo>
                    <a:pt x="348555" y="36772"/>
                  </a:lnTo>
                  <a:lnTo>
                    <a:pt x="348656" y="32205"/>
                  </a:lnTo>
                  <a:close/>
                </a:path>
                <a:path w="349250" h="695325">
                  <a:moveTo>
                    <a:pt x="102955" y="25916"/>
                  </a:moveTo>
                  <a:lnTo>
                    <a:pt x="81393" y="28190"/>
                  </a:lnTo>
                  <a:lnTo>
                    <a:pt x="81499" y="30570"/>
                  </a:lnTo>
                  <a:lnTo>
                    <a:pt x="59874" y="31546"/>
                  </a:lnTo>
                  <a:lnTo>
                    <a:pt x="348656" y="31546"/>
                  </a:lnTo>
                  <a:lnTo>
                    <a:pt x="348655" y="29592"/>
                  </a:lnTo>
                  <a:lnTo>
                    <a:pt x="103125" y="29592"/>
                  </a:lnTo>
                  <a:lnTo>
                    <a:pt x="103034" y="27637"/>
                  </a:lnTo>
                  <a:lnTo>
                    <a:pt x="102955" y="25916"/>
                  </a:lnTo>
                  <a:close/>
                </a:path>
                <a:path w="349250" h="695325">
                  <a:moveTo>
                    <a:pt x="348646" y="0"/>
                  </a:moveTo>
                  <a:lnTo>
                    <a:pt x="123710" y="23728"/>
                  </a:lnTo>
                  <a:lnTo>
                    <a:pt x="124521" y="23728"/>
                  </a:lnTo>
                  <a:lnTo>
                    <a:pt x="124623" y="25916"/>
                  </a:lnTo>
                  <a:lnTo>
                    <a:pt x="124750" y="28615"/>
                  </a:lnTo>
                  <a:lnTo>
                    <a:pt x="103125" y="29592"/>
                  </a:lnTo>
                  <a:lnTo>
                    <a:pt x="348655" y="29592"/>
                  </a:lnTo>
                  <a:lnTo>
                    <a:pt x="348655" y="27637"/>
                  </a:lnTo>
                  <a:lnTo>
                    <a:pt x="146376" y="27637"/>
                  </a:lnTo>
                  <a:lnTo>
                    <a:pt x="146282" y="25683"/>
                  </a:lnTo>
                  <a:lnTo>
                    <a:pt x="146188" y="23728"/>
                  </a:lnTo>
                  <a:lnTo>
                    <a:pt x="146121" y="22326"/>
                  </a:lnTo>
                  <a:lnTo>
                    <a:pt x="167746" y="21349"/>
                  </a:lnTo>
                  <a:lnTo>
                    <a:pt x="189419" y="21349"/>
                  </a:lnTo>
                  <a:lnTo>
                    <a:pt x="189372" y="20372"/>
                  </a:lnTo>
                  <a:lnTo>
                    <a:pt x="210997" y="19417"/>
                  </a:lnTo>
                  <a:lnTo>
                    <a:pt x="232670" y="19417"/>
                  </a:lnTo>
                  <a:lnTo>
                    <a:pt x="232623" y="18439"/>
                  </a:lnTo>
                  <a:lnTo>
                    <a:pt x="254248" y="17462"/>
                  </a:lnTo>
                  <a:lnTo>
                    <a:pt x="275920" y="17462"/>
                  </a:lnTo>
                  <a:lnTo>
                    <a:pt x="275873" y="16484"/>
                  </a:lnTo>
                  <a:lnTo>
                    <a:pt x="297498" y="15507"/>
                  </a:lnTo>
                  <a:lnTo>
                    <a:pt x="319167" y="15507"/>
                  </a:lnTo>
                  <a:lnTo>
                    <a:pt x="319124" y="14530"/>
                  </a:lnTo>
                  <a:lnTo>
                    <a:pt x="340749" y="13553"/>
                  </a:lnTo>
                  <a:lnTo>
                    <a:pt x="348650" y="13553"/>
                  </a:lnTo>
                  <a:lnTo>
                    <a:pt x="348646" y="0"/>
                  </a:lnTo>
                  <a:close/>
                </a:path>
                <a:path w="349250" h="695325">
                  <a:moveTo>
                    <a:pt x="189419" y="21349"/>
                  </a:moveTo>
                  <a:lnTo>
                    <a:pt x="167746" y="21349"/>
                  </a:lnTo>
                  <a:lnTo>
                    <a:pt x="167793" y="22326"/>
                  </a:lnTo>
                  <a:lnTo>
                    <a:pt x="167908" y="24706"/>
                  </a:lnTo>
                  <a:lnTo>
                    <a:pt x="168001" y="26661"/>
                  </a:lnTo>
                  <a:lnTo>
                    <a:pt x="146376" y="27637"/>
                  </a:lnTo>
                  <a:lnTo>
                    <a:pt x="348655" y="27637"/>
                  </a:lnTo>
                  <a:lnTo>
                    <a:pt x="348654" y="25683"/>
                  </a:lnTo>
                  <a:lnTo>
                    <a:pt x="189627" y="25683"/>
                  </a:lnTo>
                  <a:lnTo>
                    <a:pt x="189533" y="23728"/>
                  </a:lnTo>
                  <a:lnTo>
                    <a:pt x="189419" y="21349"/>
                  </a:lnTo>
                  <a:close/>
                </a:path>
                <a:path w="349250" h="695325">
                  <a:moveTo>
                    <a:pt x="232670" y="19417"/>
                  </a:moveTo>
                  <a:lnTo>
                    <a:pt x="210997" y="19417"/>
                  </a:lnTo>
                  <a:lnTo>
                    <a:pt x="211017" y="19820"/>
                  </a:lnTo>
                  <a:lnTo>
                    <a:pt x="211138" y="22326"/>
                  </a:lnTo>
                  <a:lnTo>
                    <a:pt x="211253" y="24706"/>
                  </a:lnTo>
                  <a:lnTo>
                    <a:pt x="189627" y="25683"/>
                  </a:lnTo>
                  <a:lnTo>
                    <a:pt x="348654" y="25683"/>
                  </a:lnTo>
                  <a:lnTo>
                    <a:pt x="348654" y="23728"/>
                  </a:lnTo>
                  <a:lnTo>
                    <a:pt x="232878" y="23728"/>
                  </a:lnTo>
                  <a:lnTo>
                    <a:pt x="232763" y="21349"/>
                  </a:lnTo>
                  <a:lnTo>
                    <a:pt x="232670" y="19417"/>
                  </a:lnTo>
                  <a:close/>
                </a:path>
                <a:path w="349250" h="695325">
                  <a:moveTo>
                    <a:pt x="275920" y="17462"/>
                  </a:moveTo>
                  <a:lnTo>
                    <a:pt x="254248" y="17462"/>
                  </a:lnTo>
                  <a:lnTo>
                    <a:pt x="254296" y="18439"/>
                  </a:lnTo>
                  <a:lnTo>
                    <a:pt x="254389" y="20372"/>
                  </a:lnTo>
                  <a:lnTo>
                    <a:pt x="254504" y="22752"/>
                  </a:lnTo>
                  <a:lnTo>
                    <a:pt x="232878" y="23728"/>
                  </a:lnTo>
                  <a:lnTo>
                    <a:pt x="348654" y="23728"/>
                  </a:lnTo>
                  <a:lnTo>
                    <a:pt x="348653" y="21774"/>
                  </a:lnTo>
                  <a:lnTo>
                    <a:pt x="276129" y="21774"/>
                  </a:lnTo>
                  <a:lnTo>
                    <a:pt x="276015" y="19417"/>
                  </a:lnTo>
                  <a:lnTo>
                    <a:pt x="275920" y="17462"/>
                  </a:lnTo>
                  <a:close/>
                </a:path>
                <a:path w="349250" h="695325">
                  <a:moveTo>
                    <a:pt x="319167" y="15507"/>
                  </a:moveTo>
                  <a:lnTo>
                    <a:pt x="297498" y="15507"/>
                  </a:lnTo>
                  <a:lnTo>
                    <a:pt x="297542" y="16484"/>
                  </a:lnTo>
                  <a:lnTo>
                    <a:pt x="297628" y="18439"/>
                  </a:lnTo>
                  <a:lnTo>
                    <a:pt x="297733" y="20797"/>
                  </a:lnTo>
                  <a:lnTo>
                    <a:pt x="276129" y="21774"/>
                  </a:lnTo>
                  <a:lnTo>
                    <a:pt x="348653" y="21774"/>
                  </a:lnTo>
                  <a:lnTo>
                    <a:pt x="348652" y="19820"/>
                  </a:lnTo>
                  <a:lnTo>
                    <a:pt x="319359" y="19820"/>
                  </a:lnTo>
                  <a:lnTo>
                    <a:pt x="319254" y="17462"/>
                  </a:lnTo>
                  <a:lnTo>
                    <a:pt x="319167" y="15507"/>
                  </a:lnTo>
                  <a:close/>
                </a:path>
                <a:path w="349250" h="695325">
                  <a:moveTo>
                    <a:pt x="348650" y="13553"/>
                  </a:moveTo>
                  <a:lnTo>
                    <a:pt x="340749" y="13553"/>
                  </a:lnTo>
                  <a:lnTo>
                    <a:pt x="340793" y="14530"/>
                  </a:lnTo>
                  <a:lnTo>
                    <a:pt x="340879" y="16484"/>
                  </a:lnTo>
                  <a:lnTo>
                    <a:pt x="340984" y="18864"/>
                  </a:lnTo>
                  <a:lnTo>
                    <a:pt x="319359" y="19820"/>
                  </a:lnTo>
                  <a:lnTo>
                    <a:pt x="348652" y="19820"/>
                  </a:lnTo>
                  <a:lnTo>
                    <a:pt x="348650" y="13553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5" name="object 865"/>
            <p:cNvSpPr/>
            <p:nvPr/>
          </p:nvSpPr>
          <p:spPr>
            <a:xfrm>
              <a:off x="3067589" y="7582772"/>
              <a:ext cx="227329" cy="43815"/>
            </a:xfrm>
            <a:custGeom>
              <a:avLst/>
              <a:gdLst/>
              <a:ahLst/>
              <a:cxnLst/>
              <a:rect l="l" t="t" r="r" b="b"/>
              <a:pathLst>
                <a:path w="227329" h="43815">
                  <a:moveTo>
                    <a:pt x="20561" y="34519"/>
                  </a:moveTo>
                  <a:lnTo>
                    <a:pt x="0" y="37983"/>
                  </a:lnTo>
                  <a:lnTo>
                    <a:pt x="872" y="43209"/>
                  </a:lnTo>
                  <a:lnTo>
                    <a:pt x="21433" y="39767"/>
                  </a:lnTo>
                  <a:lnTo>
                    <a:pt x="20561" y="34519"/>
                  </a:lnTo>
                  <a:close/>
                </a:path>
                <a:path w="227329" h="43815">
                  <a:moveTo>
                    <a:pt x="61704" y="27616"/>
                  </a:moveTo>
                  <a:lnTo>
                    <a:pt x="41121" y="31079"/>
                  </a:lnTo>
                  <a:lnTo>
                    <a:pt x="42015" y="36304"/>
                  </a:lnTo>
                  <a:lnTo>
                    <a:pt x="62576" y="32863"/>
                  </a:lnTo>
                  <a:lnTo>
                    <a:pt x="61704" y="27616"/>
                  </a:lnTo>
                  <a:close/>
                </a:path>
                <a:path w="227329" h="43815">
                  <a:moveTo>
                    <a:pt x="102848" y="20712"/>
                  </a:moveTo>
                  <a:lnTo>
                    <a:pt x="82265" y="24174"/>
                  </a:lnTo>
                  <a:lnTo>
                    <a:pt x="83159" y="29400"/>
                  </a:lnTo>
                  <a:lnTo>
                    <a:pt x="103720" y="25958"/>
                  </a:lnTo>
                  <a:lnTo>
                    <a:pt x="102848" y="20712"/>
                  </a:lnTo>
                  <a:close/>
                </a:path>
                <a:path w="227329" h="43815">
                  <a:moveTo>
                    <a:pt x="143991" y="13807"/>
                  </a:moveTo>
                  <a:lnTo>
                    <a:pt x="123409" y="17249"/>
                  </a:lnTo>
                  <a:lnTo>
                    <a:pt x="124303" y="22496"/>
                  </a:lnTo>
                  <a:lnTo>
                    <a:pt x="144865" y="19033"/>
                  </a:lnTo>
                  <a:lnTo>
                    <a:pt x="143991" y="13807"/>
                  </a:lnTo>
                  <a:close/>
                </a:path>
                <a:path w="227329" h="43815">
                  <a:moveTo>
                    <a:pt x="185113" y="6903"/>
                  </a:moveTo>
                  <a:lnTo>
                    <a:pt x="164552" y="10345"/>
                  </a:lnTo>
                  <a:lnTo>
                    <a:pt x="165426" y="15591"/>
                  </a:lnTo>
                  <a:lnTo>
                    <a:pt x="186008" y="12129"/>
                  </a:lnTo>
                  <a:lnTo>
                    <a:pt x="185113" y="6903"/>
                  </a:lnTo>
                  <a:close/>
                </a:path>
                <a:path w="227329" h="43815">
                  <a:moveTo>
                    <a:pt x="226258" y="0"/>
                  </a:moveTo>
                  <a:lnTo>
                    <a:pt x="205696" y="3440"/>
                  </a:lnTo>
                  <a:lnTo>
                    <a:pt x="206569" y="8688"/>
                  </a:lnTo>
                  <a:lnTo>
                    <a:pt x="227152" y="5224"/>
                  </a:lnTo>
                  <a:lnTo>
                    <a:pt x="226258" y="0"/>
                  </a:lnTo>
                  <a:close/>
                </a:path>
              </a:pathLst>
            </a:custGeom>
            <a:solidFill>
              <a:srgbClr val="845F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6" name="object 866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063566" y="7647013"/>
              <a:ext cx="231197" cy="140611"/>
            </a:xfrm>
            <a:prstGeom prst="rect">
              <a:avLst/>
            </a:prstGeom>
          </p:spPr>
        </p:pic>
        <p:sp>
          <p:nvSpPr>
            <p:cNvPr id="867" name="object 867"/>
            <p:cNvSpPr/>
            <p:nvPr/>
          </p:nvSpPr>
          <p:spPr>
            <a:xfrm>
              <a:off x="3004894" y="7564120"/>
              <a:ext cx="282575" cy="18415"/>
            </a:xfrm>
            <a:custGeom>
              <a:avLst/>
              <a:gdLst/>
              <a:ahLst/>
              <a:cxnLst/>
              <a:rect l="l" t="t" r="r" b="b"/>
              <a:pathLst>
                <a:path w="282575" h="18415">
                  <a:moveTo>
                    <a:pt x="22572" y="14636"/>
                  </a:moveTo>
                  <a:lnTo>
                    <a:pt x="0" y="17016"/>
                  </a:lnTo>
                  <a:lnTo>
                    <a:pt x="1015" y="17016"/>
                  </a:lnTo>
                  <a:lnTo>
                    <a:pt x="1053" y="17993"/>
                  </a:lnTo>
                  <a:lnTo>
                    <a:pt x="22679" y="17016"/>
                  </a:lnTo>
                  <a:lnTo>
                    <a:pt x="22572" y="14636"/>
                  </a:lnTo>
                  <a:close/>
                </a:path>
                <a:path w="282575" h="18415">
                  <a:moveTo>
                    <a:pt x="65696" y="10090"/>
                  </a:moveTo>
                  <a:lnTo>
                    <a:pt x="44134" y="12363"/>
                  </a:lnTo>
                  <a:lnTo>
                    <a:pt x="44259" y="15062"/>
                  </a:lnTo>
                  <a:lnTo>
                    <a:pt x="44304" y="16038"/>
                  </a:lnTo>
                  <a:lnTo>
                    <a:pt x="65930" y="15062"/>
                  </a:lnTo>
                  <a:lnTo>
                    <a:pt x="65803" y="12363"/>
                  </a:lnTo>
                  <a:lnTo>
                    <a:pt x="65696" y="10090"/>
                  </a:lnTo>
                  <a:close/>
                </a:path>
                <a:path w="282575" h="18415">
                  <a:moveTo>
                    <a:pt x="108926" y="7796"/>
                  </a:moveTo>
                  <a:lnTo>
                    <a:pt x="87300" y="8773"/>
                  </a:lnTo>
                  <a:lnTo>
                    <a:pt x="87509" y="13107"/>
                  </a:lnTo>
                  <a:lnTo>
                    <a:pt x="87555" y="14084"/>
                  </a:lnTo>
                  <a:lnTo>
                    <a:pt x="109181" y="13107"/>
                  </a:lnTo>
                  <a:lnTo>
                    <a:pt x="108973" y="8773"/>
                  </a:lnTo>
                  <a:lnTo>
                    <a:pt x="108926" y="7796"/>
                  </a:lnTo>
                  <a:close/>
                </a:path>
                <a:path w="282575" h="18415">
                  <a:moveTo>
                    <a:pt x="152177" y="5863"/>
                  </a:moveTo>
                  <a:lnTo>
                    <a:pt x="130551" y="6818"/>
                  </a:lnTo>
                  <a:lnTo>
                    <a:pt x="130760" y="11153"/>
                  </a:lnTo>
                  <a:lnTo>
                    <a:pt x="130807" y="12129"/>
                  </a:lnTo>
                  <a:lnTo>
                    <a:pt x="152432" y="11153"/>
                  </a:lnTo>
                  <a:lnTo>
                    <a:pt x="152223" y="6818"/>
                  </a:lnTo>
                  <a:lnTo>
                    <a:pt x="152177" y="5863"/>
                  </a:lnTo>
                  <a:close/>
                </a:path>
                <a:path w="282575" h="18415">
                  <a:moveTo>
                    <a:pt x="195428" y="3909"/>
                  </a:moveTo>
                  <a:lnTo>
                    <a:pt x="173802" y="4885"/>
                  </a:lnTo>
                  <a:lnTo>
                    <a:pt x="174011" y="9198"/>
                  </a:lnTo>
                  <a:lnTo>
                    <a:pt x="174058" y="10175"/>
                  </a:lnTo>
                  <a:lnTo>
                    <a:pt x="195683" y="9198"/>
                  </a:lnTo>
                  <a:lnTo>
                    <a:pt x="195475" y="4885"/>
                  </a:lnTo>
                  <a:lnTo>
                    <a:pt x="195428" y="3909"/>
                  </a:lnTo>
                  <a:close/>
                </a:path>
                <a:path w="282575" h="18415">
                  <a:moveTo>
                    <a:pt x="238678" y="1954"/>
                  </a:moveTo>
                  <a:lnTo>
                    <a:pt x="217052" y="2931"/>
                  </a:lnTo>
                  <a:lnTo>
                    <a:pt x="217261" y="7244"/>
                  </a:lnTo>
                  <a:lnTo>
                    <a:pt x="217309" y="8220"/>
                  </a:lnTo>
                  <a:lnTo>
                    <a:pt x="238913" y="7244"/>
                  </a:lnTo>
                  <a:lnTo>
                    <a:pt x="238721" y="2931"/>
                  </a:lnTo>
                  <a:lnTo>
                    <a:pt x="238678" y="1954"/>
                  </a:lnTo>
                  <a:close/>
                </a:path>
                <a:path w="282575" h="18415">
                  <a:moveTo>
                    <a:pt x="281929" y="0"/>
                  </a:moveTo>
                  <a:lnTo>
                    <a:pt x="260303" y="976"/>
                  </a:lnTo>
                  <a:lnTo>
                    <a:pt x="260496" y="5311"/>
                  </a:lnTo>
                  <a:lnTo>
                    <a:pt x="260538" y="6267"/>
                  </a:lnTo>
                  <a:lnTo>
                    <a:pt x="282164" y="5311"/>
                  </a:lnTo>
                  <a:lnTo>
                    <a:pt x="281972" y="976"/>
                  </a:lnTo>
                  <a:lnTo>
                    <a:pt x="281929" y="0"/>
                  </a:lnTo>
                  <a:close/>
                </a:path>
              </a:pathLst>
            </a:custGeom>
            <a:solidFill>
              <a:srgbClr val="845F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8" name="object 86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041898" y="7619694"/>
              <a:ext cx="252843" cy="108491"/>
            </a:xfrm>
            <a:prstGeom prst="rect">
              <a:avLst/>
            </a:prstGeom>
          </p:spPr>
        </p:pic>
        <p:sp>
          <p:nvSpPr>
            <p:cNvPr id="869" name="object 869"/>
            <p:cNvSpPr/>
            <p:nvPr/>
          </p:nvSpPr>
          <p:spPr>
            <a:xfrm>
              <a:off x="2940752" y="7811947"/>
              <a:ext cx="635" cy="170180"/>
            </a:xfrm>
            <a:custGeom>
              <a:avLst/>
              <a:gdLst/>
              <a:ahLst/>
              <a:cxnLst/>
              <a:rect l="l" t="t" r="r" b="b"/>
              <a:pathLst>
                <a:path w="635" h="170179">
                  <a:moveTo>
                    <a:pt x="0" y="0"/>
                  </a:moveTo>
                  <a:lnTo>
                    <a:pt x="63" y="1700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89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0" name="object 870"/>
            <p:cNvSpPr/>
            <p:nvPr/>
          </p:nvSpPr>
          <p:spPr>
            <a:xfrm>
              <a:off x="2942710" y="7987144"/>
              <a:ext cx="85725" cy="64135"/>
            </a:xfrm>
            <a:custGeom>
              <a:avLst/>
              <a:gdLst/>
              <a:ahLst/>
              <a:cxnLst/>
              <a:rect l="l" t="t" r="r" b="b"/>
              <a:pathLst>
                <a:path w="85725" h="64134">
                  <a:moveTo>
                    <a:pt x="0" y="0"/>
                  </a:moveTo>
                  <a:lnTo>
                    <a:pt x="85161" y="640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D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1" name="object 871"/>
            <p:cNvSpPr/>
            <p:nvPr/>
          </p:nvSpPr>
          <p:spPr>
            <a:xfrm>
              <a:off x="2942710" y="7983066"/>
              <a:ext cx="352425" cy="266065"/>
            </a:xfrm>
            <a:custGeom>
              <a:avLst/>
              <a:gdLst/>
              <a:ahLst/>
              <a:cxnLst/>
              <a:rect l="l" t="t" r="r" b="b"/>
              <a:pathLst>
                <a:path w="352425" h="266065">
                  <a:moveTo>
                    <a:pt x="3426" y="0"/>
                  </a:moveTo>
                  <a:lnTo>
                    <a:pt x="3426" y="3695"/>
                  </a:lnTo>
                  <a:lnTo>
                    <a:pt x="0" y="4056"/>
                  </a:lnTo>
                  <a:lnTo>
                    <a:pt x="347966" y="265757"/>
                  </a:lnTo>
                  <a:lnTo>
                    <a:pt x="352286" y="265310"/>
                  </a:lnTo>
                  <a:lnTo>
                    <a:pt x="352286" y="262357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2" name="object 87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2881431" y="7811770"/>
              <a:ext cx="64705" cy="176479"/>
            </a:xfrm>
            <a:prstGeom prst="rect">
              <a:avLst/>
            </a:prstGeom>
          </p:spPr>
        </p:pic>
        <p:sp>
          <p:nvSpPr>
            <p:cNvPr id="873" name="object 873"/>
            <p:cNvSpPr/>
            <p:nvPr/>
          </p:nvSpPr>
          <p:spPr>
            <a:xfrm>
              <a:off x="2881495" y="7987144"/>
              <a:ext cx="409575" cy="305435"/>
            </a:xfrm>
            <a:custGeom>
              <a:avLst/>
              <a:gdLst/>
              <a:ahLst/>
              <a:cxnLst/>
              <a:rect l="l" t="t" r="r" b="b"/>
              <a:pathLst>
                <a:path w="409575" h="305434">
                  <a:moveTo>
                    <a:pt x="61215" y="0"/>
                  </a:moveTo>
                  <a:lnTo>
                    <a:pt x="0" y="6457"/>
                  </a:lnTo>
                  <a:lnTo>
                    <a:pt x="127" y="304825"/>
                  </a:lnTo>
                  <a:lnTo>
                    <a:pt x="409181" y="261679"/>
                  </a:lnTo>
                  <a:lnTo>
                    <a:pt x="61215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4" name="object 874"/>
            <p:cNvSpPr/>
            <p:nvPr/>
          </p:nvSpPr>
          <p:spPr>
            <a:xfrm>
              <a:off x="2881495" y="7987144"/>
              <a:ext cx="61594" cy="6985"/>
            </a:xfrm>
            <a:custGeom>
              <a:avLst/>
              <a:gdLst/>
              <a:ahLst/>
              <a:cxnLst/>
              <a:rect l="l" t="t" r="r" b="b"/>
              <a:pathLst>
                <a:path w="61594" h="6984">
                  <a:moveTo>
                    <a:pt x="61215" y="0"/>
                  </a:moveTo>
                  <a:lnTo>
                    <a:pt x="0" y="6457"/>
                  </a:lnTo>
                  <a:lnTo>
                    <a:pt x="61215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5" name="object 875"/>
            <p:cNvSpPr/>
            <p:nvPr/>
          </p:nvSpPr>
          <p:spPr>
            <a:xfrm>
              <a:off x="2881490" y="7982013"/>
              <a:ext cx="61594" cy="12065"/>
            </a:xfrm>
            <a:custGeom>
              <a:avLst/>
              <a:gdLst/>
              <a:ahLst/>
              <a:cxnLst/>
              <a:rect l="l" t="t" r="r" b="b"/>
              <a:pathLst>
                <a:path w="61594" h="12065">
                  <a:moveTo>
                    <a:pt x="61214" y="5118"/>
                  </a:moveTo>
                  <a:lnTo>
                    <a:pt x="59321" y="3695"/>
                  </a:lnTo>
                  <a:lnTo>
                    <a:pt x="59321" y="0"/>
                  </a:lnTo>
                  <a:lnTo>
                    <a:pt x="0" y="6235"/>
                  </a:lnTo>
                  <a:lnTo>
                    <a:pt x="0" y="11569"/>
                  </a:lnTo>
                  <a:lnTo>
                    <a:pt x="61214" y="5118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6" name="object 876"/>
            <p:cNvSpPr/>
            <p:nvPr/>
          </p:nvSpPr>
          <p:spPr>
            <a:xfrm>
              <a:off x="2881495" y="7993602"/>
              <a:ext cx="635" cy="298450"/>
            </a:xfrm>
            <a:custGeom>
              <a:avLst/>
              <a:gdLst/>
              <a:ahLst/>
              <a:cxnLst/>
              <a:rect l="l" t="t" r="r" b="b"/>
              <a:pathLst>
                <a:path w="635" h="298450">
                  <a:moveTo>
                    <a:pt x="0" y="0"/>
                  </a:moveTo>
                  <a:lnTo>
                    <a:pt x="127" y="298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D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7" name="object 877"/>
            <p:cNvSpPr/>
            <p:nvPr/>
          </p:nvSpPr>
          <p:spPr>
            <a:xfrm>
              <a:off x="2881495" y="799358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8" name="object 878"/>
            <p:cNvSpPr/>
            <p:nvPr/>
          </p:nvSpPr>
          <p:spPr>
            <a:xfrm>
              <a:off x="2881495" y="7988249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71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9" name="object 879"/>
            <p:cNvSpPr/>
            <p:nvPr/>
          </p:nvSpPr>
          <p:spPr>
            <a:xfrm>
              <a:off x="3298146" y="7544661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894" y="0"/>
                  </a:moveTo>
                  <a:lnTo>
                    <a:pt x="1894" y="1614"/>
                  </a:lnTo>
                  <a:lnTo>
                    <a:pt x="0" y="19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0" name="object 880"/>
            <p:cNvSpPr/>
            <p:nvPr/>
          </p:nvSpPr>
          <p:spPr>
            <a:xfrm>
              <a:off x="3294735" y="7623263"/>
              <a:ext cx="5715" cy="626745"/>
            </a:xfrm>
            <a:custGeom>
              <a:avLst/>
              <a:gdLst/>
              <a:ahLst/>
              <a:cxnLst/>
              <a:rect l="l" t="t" r="r" b="b"/>
              <a:pathLst>
                <a:path w="5714" h="626745">
                  <a:moveTo>
                    <a:pt x="5346" y="20637"/>
                  </a:moveTo>
                  <a:lnTo>
                    <a:pt x="5321" y="0"/>
                  </a:lnTo>
                  <a:lnTo>
                    <a:pt x="0" y="2171"/>
                  </a:lnTo>
                  <a:lnTo>
                    <a:pt x="25" y="23749"/>
                  </a:lnTo>
                  <a:lnTo>
                    <a:pt x="5346" y="20637"/>
                  </a:lnTo>
                  <a:close/>
                </a:path>
                <a:path w="5714" h="626745">
                  <a:moveTo>
                    <a:pt x="5575" y="621576"/>
                  </a:moveTo>
                  <a:lnTo>
                    <a:pt x="5461" y="29756"/>
                  </a:lnTo>
                  <a:lnTo>
                    <a:pt x="5346" y="27216"/>
                  </a:lnTo>
                  <a:lnTo>
                    <a:pt x="2463" y="27216"/>
                  </a:lnTo>
                  <a:lnTo>
                    <a:pt x="2463" y="29756"/>
                  </a:lnTo>
                  <a:lnTo>
                    <a:pt x="139" y="29756"/>
                  </a:lnTo>
                  <a:lnTo>
                    <a:pt x="139" y="621576"/>
                  </a:lnTo>
                  <a:lnTo>
                    <a:pt x="2844" y="621576"/>
                  </a:lnTo>
                  <a:lnTo>
                    <a:pt x="2844" y="626656"/>
                  </a:lnTo>
                  <a:lnTo>
                    <a:pt x="5575" y="626656"/>
                  </a:lnTo>
                  <a:lnTo>
                    <a:pt x="5575" y="621576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1" name="object 881"/>
            <p:cNvSpPr/>
            <p:nvPr/>
          </p:nvSpPr>
          <p:spPr>
            <a:xfrm>
              <a:off x="3294763" y="7643890"/>
              <a:ext cx="5715" cy="9525"/>
            </a:xfrm>
            <a:custGeom>
              <a:avLst/>
              <a:gdLst/>
              <a:ahLst/>
              <a:cxnLst/>
              <a:rect l="l" t="t" r="r" b="b"/>
              <a:pathLst>
                <a:path w="5714" h="9525">
                  <a:moveTo>
                    <a:pt x="5321" y="0"/>
                  </a:moveTo>
                  <a:lnTo>
                    <a:pt x="0" y="3122"/>
                  </a:lnTo>
                  <a:lnTo>
                    <a:pt x="0" y="9304"/>
                  </a:lnTo>
                  <a:lnTo>
                    <a:pt x="5321" y="6160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7C4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2" name="object 882"/>
            <p:cNvSpPr/>
            <p:nvPr/>
          </p:nvSpPr>
          <p:spPr>
            <a:xfrm>
              <a:off x="3294720" y="7549992"/>
              <a:ext cx="5715" cy="69850"/>
            </a:xfrm>
            <a:custGeom>
              <a:avLst/>
              <a:gdLst/>
              <a:ahLst/>
              <a:cxnLst/>
              <a:rect l="l" t="t" r="r" b="b"/>
              <a:pathLst>
                <a:path w="5714" h="69850">
                  <a:moveTo>
                    <a:pt x="5321" y="0"/>
                  </a:moveTo>
                  <a:lnTo>
                    <a:pt x="0" y="574"/>
                  </a:lnTo>
                  <a:lnTo>
                    <a:pt x="21" y="69701"/>
                  </a:lnTo>
                  <a:lnTo>
                    <a:pt x="4704" y="67788"/>
                  </a:lnTo>
                  <a:lnTo>
                    <a:pt x="5342" y="69361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3" name="object 883"/>
            <p:cNvSpPr/>
            <p:nvPr/>
          </p:nvSpPr>
          <p:spPr>
            <a:xfrm>
              <a:off x="3294742" y="7617781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4682" y="0"/>
                  </a:moveTo>
                  <a:lnTo>
                    <a:pt x="0" y="1912"/>
                  </a:lnTo>
                  <a:lnTo>
                    <a:pt x="0" y="7647"/>
                  </a:lnTo>
                  <a:lnTo>
                    <a:pt x="5321" y="5481"/>
                  </a:lnTo>
                  <a:lnTo>
                    <a:pt x="5321" y="1572"/>
                  </a:lnTo>
                  <a:lnTo>
                    <a:pt x="4682" y="0"/>
                  </a:lnTo>
                  <a:close/>
                </a:path>
              </a:pathLst>
            </a:custGeom>
            <a:solidFill>
              <a:srgbClr val="7C4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4" name="object 884"/>
            <p:cNvSpPr/>
            <p:nvPr/>
          </p:nvSpPr>
          <p:spPr>
            <a:xfrm>
              <a:off x="3290676" y="8245424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4320" y="0"/>
                  </a:moveTo>
                  <a:lnTo>
                    <a:pt x="4320" y="2952"/>
                  </a:lnTo>
                  <a:lnTo>
                    <a:pt x="0" y="3399"/>
                  </a:lnTo>
                  <a:lnTo>
                    <a:pt x="6215" y="8093"/>
                  </a:lnTo>
                  <a:lnTo>
                    <a:pt x="9641" y="7733"/>
                  </a:lnTo>
                  <a:lnTo>
                    <a:pt x="9641" y="4015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5" name="object 885"/>
            <p:cNvSpPr/>
            <p:nvPr/>
          </p:nvSpPr>
          <p:spPr>
            <a:xfrm>
              <a:off x="2876301" y="8296239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4">
                  <a:moveTo>
                    <a:pt x="0" y="0"/>
                  </a:moveTo>
                  <a:lnTo>
                    <a:pt x="0" y="1635"/>
                  </a:lnTo>
                  <a:lnTo>
                    <a:pt x="1916" y="1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6" name="object 886"/>
            <p:cNvSpPr/>
            <p:nvPr/>
          </p:nvSpPr>
          <p:spPr>
            <a:xfrm>
              <a:off x="2876301" y="8296239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4">
                  <a:moveTo>
                    <a:pt x="0" y="0"/>
                  </a:moveTo>
                  <a:lnTo>
                    <a:pt x="1894" y="1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7" name="object 887"/>
            <p:cNvSpPr/>
            <p:nvPr/>
          </p:nvSpPr>
          <p:spPr>
            <a:xfrm>
              <a:off x="2881622" y="8257809"/>
              <a:ext cx="323850" cy="34290"/>
            </a:xfrm>
            <a:custGeom>
              <a:avLst/>
              <a:gdLst/>
              <a:ahLst/>
              <a:cxnLst/>
              <a:rect l="l" t="t" r="r" b="b"/>
              <a:pathLst>
                <a:path w="323850" h="34290">
                  <a:moveTo>
                    <a:pt x="323850" y="0"/>
                  </a:moveTo>
                  <a:lnTo>
                    <a:pt x="0" y="3416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94A1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8" name="object 888"/>
            <p:cNvSpPr/>
            <p:nvPr/>
          </p:nvSpPr>
          <p:spPr>
            <a:xfrm>
              <a:off x="2881617" y="8248827"/>
              <a:ext cx="415290" cy="48895"/>
            </a:xfrm>
            <a:custGeom>
              <a:avLst/>
              <a:gdLst/>
              <a:ahLst/>
              <a:cxnLst/>
              <a:rect l="l" t="t" r="r" b="b"/>
              <a:pathLst>
                <a:path w="415289" h="48895">
                  <a:moveTo>
                    <a:pt x="415264" y="4699"/>
                  </a:moveTo>
                  <a:lnTo>
                    <a:pt x="409054" y="0"/>
                  </a:lnTo>
                  <a:lnTo>
                    <a:pt x="0" y="43141"/>
                  </a:lnTo>
                  <a:lnTo>
                    <a:pt x="0" y="48501"/>
                  </a:lnTo>
                  <a:lnTo>
                    <a:pt x="415264" y="4699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9" name="object 889"/>
            <p:cNvSpPr/>
            <p:nvPr/>
          </p:nvSpPr>
          <p:spPr>
            <a:xfrm>
              <a:off x="2876131" y="7820660"/>
              <a:ext cx="5715" cy="167640"/>
            </a:xfrm>
            <a:custGeom>
              <a:avLst/>
              <a:gdLst/>
              <a:ahLst/>
              <a:cxnLst/>
              <a:rect l="l" t="t" r="r" b="b"/>
              <a:pathLst>
                <a:path w="5714" h="167640">
                  <a:moveTo>
                    <a:pt x="5321" y="1270"/>
                  </a:moveTo>
                  <a:lnTo>
                    <a:pt x="5295" y="711"/>
                  </a:lnTo>
                  <a:lnTo>
                    <a:pt x="5295" y="254"/>
                  </a:lnTo>
                  <a:lnTo>
                    <a:pt x="5295" y="88"/>
                  </a:lnTo>
                  <a:lnTo>
                    <a:pt x="571" y="0"/>
                  </a:lnTo>
                  <a:lnTo>
                    <a:pt x="571" y="1270"/>
                  </a:lnTo>
                  <a:lnTo>
                    <a:pt x="0" y="1270"/>
                  </a:lnTo>
                  <a:lnTo>
                    <a:pt x="0" y="167640"/>
                  </a:lnTo>
                  <a:lnTo>
                    <a:pt x="5321" y="167640"/>
                  </a:lnTo>
                  <a:lnTo>
                    <a:pt x="5321" y="127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0" name="object 890"/>
            <p:cNvSpPr/>
            <p:nvPr/>
          </p:nvSpPr>
          <p:spPr>
            <a:xfrm>
              <a:off x="2876174" y="7988249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4" h="634">
                  <a:moveTo>
                    <a:pt x="5321" y="0"/>
                  </a:moveTo>
                  <a:lnTo>
                    <a:pt x="0" y="55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1" name="object 891"/>
            <p:cNvSpPr/>
            <p:nvPr/>
          </p:nvSpPr>
          <p:spPr>
            <a:xfrm>
              <a:off x="2876232" y="7993380"/>
              <a:ext cx="5715" cy="298450"/>
            </a:xfrm>
            <a:custGeom>
              <a:avLst/>
              <a:gdLst/>
              <a:ahLst/>
              <a:cxnLst/>
              <a:rect l="l" t="t" r="r" b="b"/>
              <a:pathLst>
                <a:path w="5714" h="298450">
                  <a:moveTo>
                    <a:pt x="5384" y="295910"/>
                  </a:moveTo>
                  <a:lnTo>
                    <a:pt x="5321" y="1270"/>
                  </a:lnTo>
                  <a:lnTo>
                    <a:pt x="5257" y="0"/>
                  </a:lnTo>
                  <a:lnTo>
                    <a:pt x="1282" y="0"/>
                  </a:lnTo>
                  <a:lnTo>
                    <a:pt x="1282" y="1270"/>
                  </a:lnTo>
                  <a:lnTo>
                    <a:pt x="0" y="1270"/>
                  </a:lnTo>
                  <a:lnTo>
                    <a:pt x="0" y="295910"/>
                  </a:lnTo>
                  <a:lnTo>
                    <a:pt x="1346" y="295910"/>
                  </a:lnTo>
                  <a:lnTo>
                    <a:pt x="1346" y="298450"/>
                  </a:lnTo>
                  <a:lnTo>
                    <a:pt x="5384" y="298450"/>
                  </a:lnTo>
                  <a:lnTo>
                    <a:pt x="5384" y="29591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2" name="object 892"/>
            <p:cNvSpPr/>
            <p:nvPr/>
          </p:nvSpPr>
          <p:spPr>
            <a:xfrm>
              <a:off x="2876301" y="8289589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0" y="0"/>
                  </a:moveTo>
                  <a:lnTo>
                    <a:pt x="0" y="6649"/>
                  </a:lnTo>
                  <a:lnTo>
                    <a:pt x="1916" y="8073"/>
                  </a:lnTo>
                  <a:lnTo>
                    <a:pt x="5321" y="7733"/>
                  </a:lnTo>
                  <a:lnTo>
                    <a:pt x="5321" y="2592"/>
                  </a:lnTo>
                  <a:lnTo>
                    <a:pt x="3427" y="2592"/>
                  </a:lnTo>
                  <a:lnTo>
                    <a:pt x="0" y="0"/>
                  </a:lnTo>
                  <a:close/>
                </a:path>
                <a:path w="5714" h="8254">
                  <a:moveTo>
                    <a:pt x="5321" y="2379"/>
                  </a:moveTo>
                  <a:lnTo>
                    <a:pt x="3147" y="2379"/>
                  </a:lnTo>
                  <a:lnTo>
                    <a:pt x="3427" y="2592"/>
                  </a:lnTo>
                  <a:lnTo>
                    <a:pt x="5321" y="2592"/>
                  </a:lnTo>
                  <a:lnTo>
                    <a:pt x="5321" y="2379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3" name="object 893"/>
            <p:cNvSpPr/>
            <p:nvPr/>
          </p:nvSpPr>
          <p:spPr>
            <a:xfrm>
              <a:off x="2876174" y="7988249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5321" y="0"/>
                  </a:moveTo>
                  <a:lnTo>
                    <a:pt x="0" y="574"/>
                  </a:lnTo>
                  <a:lnTo>
                    <a:pt x="0" y="5905"/>
                  </a:lnTo>
                  <a:lnTo>
                    <a:pt x="5321" y="533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4" name="object 894"/>
            <p:cNvSpPr/>
            <p:nvPr/>
          </p:nvSpPr>
          <p:spPr>
            <a:xfrm>
              <a:off x="2531507" y="7284193"/>
              <a:ext cx="409575" cy="304165"/>
            </a:xfrm>
            <a:custGeom>
              <a:avLst/>
              <a:gdLst/>
              <a:ahLst/>
              <a:cxnLst/>
              <a:rect l="l" t="t" r="r" b="b"/>
              <a:pathLst>
                <a:path w="409575" h="304165">
                  <a:moveTo>
                    <a:pt x="409031" y="0"/>
                  </a:moveTo>
                  <a:lnTo>
                    <a:pt x="0" y="43145"/>
                  </a:lnTo>
                  <a:lnTo>
                    <a:pt x="347028" y="304144"/>
                  </a:lnTo>
                  <a:lnTo>
                    <a:pt x="368272" y="301744"/>
                  </a:lnTo>
                  <a:lnTo>
                    <a:pt x="368377" y="302679"/>
                  </a:lnTo>
                  <a:lnTo>
                    <a:pt x="385980" y="300831"/>
                  </a:lnTo>
                  <a:lnTo>
                    <a:pt x="385895" y="300023"/>
                  </a:lnTo>
                  <a:lnTo>
                    <a:pt x="409159" y="297453"/>
                  </a:lnTo>
                  <a:lnTo>
                    <a:pt x="409031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5" name="object 895"/>
            <p:cNvSpPr/>
            <p:nvPr/>
          </p:nvSpPr>
          <p:spPr>
            <a:xfrm>
              <a:off x="2533976" y="7284193"/>
              <a:ext cx="407034" cy="43180"/>
            </a:xfrm>
            <a:custGeom>
              <a:avLst/>
              <a:gdLst/>
              <a:ahLst/>
              <a:cxnLst/>
              <a:rect l="l" t="t" r="r" b="b"/>
              <a:pathLst>
                <a:path w="407035" h="43179">
                  <a:moveTo>
                    <a:pt x="406562" y="0"/>
                  </a:moveTo>
                  <a:lnTo>
                    <a:pt x="0" y="42890"/>
                  </a:lnTo>
                  <a:lnTo>
                    <a:pt x="406562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6" name="object 896"/>
            <p:cNvSpPr/>
            <p:nvPr/>
          </p:nvSpPr>
          <p:spPr>
            <a:xfrm>
              <a:off x="2945860" y="7286571"/>
              <a:ext cx="344805" cy="295910"/>
            </a:xfrm>
            <a:custGeom>
              <a:avLst/>
              <a:gdLst/>
              <a:ahLst/>
              <a:cxnLst/>
              <a:rect l="l" t="t" r="r" b="b"/>
              <a:pathLst>
                <a:path w="344804" h="295909">
                  <a:moveTo>
                    <a:pt x="0" y="0"/>
                  </a:moveTo>
                  <a:lnTo>
                    <a:pt x="128" y="295435"/>
                  </a:lnTo>
                  <a:lnTo>
                    <a:pt x="13196" y="294054"/>
                  </a:lnTo>
                  <a:lnTo>
                    <a:pt x="13111" y="293246"/>
                  </a:lnTo>
                  <a:lnTo>
                    <a:pt x="24988" y="291909"/>
                  </a:lnTo>
                  <a:lnTo>
                    <a:pt x="24988" y="289040"/>
                  </a:lnTo>
                  <a:lnTo>
                    <a:pt x="28373" y="291527"/>
                  </a:lnTo>
                  <a:lnTo>
                    <a:pt x="30352" y="291335"/>
                  </a:lnTo>
                  <a:lnTo>
                    <a:pt x="30352" y="291569"/>
                  </a:lnTo>
                  <a:lnTo>
                    <a:pt x="38206" y="291143"/>
                  </a:lnTo>
                  <a:lnTo>
                    <a:pt x="38206" y="291420"/>
                  </a:lnTo>
                  <a:lnTo>
                    <a:pt x="344517" y="259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B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7" name="object 897"/>
            <p:cNvSpPr/>
            <p:nvPr/>
          </p:nvSpPr>
          <p:spPr>
            <a:xfrm>
              <a:off x="2945860" y="7286571"/>
              <a:ext cx="635" cy="295910"/>
            </a:xfrm>
            <a:custGeom>
              <a:avLst/>
              <a:gdLst/>
              <a:ahLst/>
              <a:cxnLst/>
              <a:rect l="l" t="t" r="r" b="b"/>
              <a:pathLst>
                <a:path w="635" h="295909">
                  <a:moveTo>
                    <a:pt x="0" y="0"/>
                  </a:moveTo>
                  <a:lnTo>
                    <a:pt x="128" y="295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A0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8" name="object 898"/>
            <p:cNvSpPr/>
            <p:nvPr/>
          </p:nvSpPr>
          <p:spPr>
            <a:xfrm>
              <a:off x="2940539" y="7284193"/>
              <a:ext cx="635" cy="297815"/>
            </a:xfrm>
            <a:custGeom>
              <a:avLst/>
              <a:gdLst/>
              <a:ahLst/>
              <a:cxnLst/>
              <a:rect l="l" t="t" r="r" b="b"/>
              <a:pathLst>
                <a:path w="635" h="297815">
                  <a:moveTo>
                    <a:pt x="0" y="0"/>
                  </a:moveTo>
                  <a:lnTo>
                    <a:pt x="128" y="2974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9" name="object 899"/>
            <p:cNvSpPr/>
            <p:nvPr/>
          </p:nvSpPr>
          <p:spPr>
            <a:xfrm>
              <a:off x="2940532" y="7283450"/>
              <a:ext cx="5715" cy="298450"/>
            </a:xfrm>
            <a:custGeom>
              <a:avLst/>
              <a:gdLst/>
              <a:ahLst/>
              <a:cxnLst/>
              <a:rect l="l" t="t" r="r" b="b"/>
              <a:pathLst>
                <a:path w="5714" h="298450">
                  <a:moveTo>
                    <a:pt x="5384" y="2540"/>
                  </a:moveTo>
                  <a:lnTo>
                    <a:pt x="3708" y="2540"/>
                  </a:lnTo>
                  <a:lnTo>
                    <a:pt x="3708" y="1270"/>
                  </a:lnTo>
                  <a:lnTo>
                    <a:pt x="2032" y="1270"/>
                  </a:lnTo>
                  <a:lnTo>
                    <a:pt x="2032" y="0"/>
                  </a:lnTo>
                  <a:lnTo>
                    <a:pt x="952" y="0"/>
                  </a:lnTo>
                  <a:lnTo>
                    <a:pt x="952" y="1270"/>
                  </a:lnTo>
                  <a:lnTo>
                    <a:pt x="0" y="1270"/>
                  </a:lnTo>
                  <a:lnTo>
                    <a:pt x="0" y="2540"/>
                  </a:lnTo>
                  <a:lnTo>
                    <a:pt x="63" y="298450"/>
                  </a:lnTo>
                  <a:lnTo>
                    <a:pt x="5384" y="298450"/>
                  </a:lnTo>
                  <a:lnTo>
                    <a:pt x="5384" y="254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0" name="object 900"/>
            <p:cNvSpPr/>
            <p:nvPr/>
          </p:nvSpPr>
          <p:spPr>
            <a:xfrm>
              <a:off x="2531485" y="7327338"/>
              <a:ext cx="347345" cy="261620"/>
            </a:xfrm>
            <a:custGeom>
              <a:avLst/>
              <a:gdLst/>
              <a:ahLst/>
              <a:cxnLst/>
              <a:rect l="l" t="t" r="r" b="b"/>
              <a:pathLst>
                <a:path w="347344" h="261620">
                  <a:moveTo>
                    <a:pt x="0" y="0"/>
                  </a:moveTo>
                  <a:lnTo>
                    <a:pt x="347028" y="2609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1" name="object 901"/>
            <p:cNvSpPr/>
            <p:nvPr/>
          </p:nvSpPr>
          <p:spPr>
            <a:xfrm>
              <a:off x="2517501" y="7323004"/>
              <a:ext cx="787400" cy="227329"/>
            </a:xfrm>
            <a:custGeom>
              <a:avLst/>
              <a:gdLst/>
              <a:ahLst/>
              <a:cxnLst/>
              <a:rect l="l" t="t" r="r" b="b"/>
              <a:pathLst>
                <a:path w="787400" h="227329">
                  <a:moveTo>
                    <a:pt x="782539" y="223292"/>
                  </a:moveTo>
                  <a:lnTo>
                    <a:pt x="782539" y="226988"/>
                  </a:lnTo>
                  <a:lnTo>
                    <a:pt x="786860" y="226542"/>
                  </a:lnTo>
                  <a:lnTo>
                    <a:pt x="782539" y="223292"/>
                  </a:lnTo>
                  <a:close/>
                </a:path>
                <a:path w="787400" h="227329">
                  <a:moveTo>
                    <a:pt x="4342" y="0"/>
                  </a:moveTo>
                  <a:lnTo>
                    <a:pt x="0" y="467"/>
                  </a:lnTo>
                  <a:lnTo>
                    <a:pt x="4342" y="3718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2" name="object 902"/>
            <p:cNvSpPr/>
            <p:nvPr/>
          </p:nvSpPr>
          <p:spPr>
            <a:xfrm>
              <a:off x="2525268" y="7278840"/>
              <a:ext cx="773430" cy="267335"/>
            </a:xfrm>
            <a:custGeom>
              <a:avLst/>
              <a:gdLst/>
              <a:ahLst/>
              <a:cxnLst/>
              <a:rect l="l" t="t" r="r" b="b"/>
              <a:pathLst>
                <a:path w="773429" h="267334">
                  <a:moveTo>
                    <a:pt x="415264" y="0"/>
                  </a:moveTo>
                  <a:lnTo>
                    <a:pt x="0" y="43815"/>
                  </a:lnTo>
                  <a:lnTo>
                    <a:pt x="6235" y="48501"/>
                  </a:lnTo>
                  <a:lnTo>
                    <a:pt x="415264" y="5359"/>
                  </a:lnTo>
                  <a:lnTo>
                    <a:pt x="415264" y="0"/>
                  </a:lnTo>
                  <a:close/>
                </a:path>
                <a:path w="773429" h="267334">
                  <a:moveTo>
                    <a:pt x="772871" y="266039"/>
                  </a:moveTo>
                  <a:lnTo>
                    <a:pt x="420585" y="1092"/>
                  </a:lnTo>
                  <a:lnTo>
                    <a:pt x="420585" y="7734"/>
                  </a:lnTo>
                  <a:lnTo>
                    <a:pt x="765124" y="266852"/>
                  </a:lnTo>
                  <a:lnTo>
                    <a:pt x="772871" y="266039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3" name="object 903"/>
            <p:cNvSpPr/>
            <p:nvPr/>
          </p:nvSpPr>
          <p:spPr>
            <a:xfrm>
              <a:off x="2940539" y="7278478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5321" y="5501"/>
                  </a:moveTo>
                  <a:lnTo>
                    <a:pt x="1894" y="5501"/>
                  </a:lnTo>
                  <a:lnTo>
                    <a:pt x="5321" y="8093"/>
                  </a:lnTo>
                  <a:lnTo>
                    <a:pt x="5321" y="5501"/>
                  </a:lnTo>
                  <a:close/>
                </a:path>
                <a:path w="5714" h="8254">
                  <a:moveTo>
                    <a:pt x="3900" y="360"/>
                  </a:moveTo>
                  <a:lnTo>
                    <a:pt x="0" y="360"/>
                  </a:lnTo>
                  <a:lnTo>
                    <a:pt x="0" y="5714"/>
                  </a:lnTo>
                  <a:lnTo>
                    <a:pt x="2176" y="5714"/>
                  </a:lnTo>
                  <a:lnTo>
                    <a:pt x="1894" y="5501"/>
                  </a:lnTo>
                  <a:lnTo>
                    <a:pt x="5321" y="5501"/>
                  </a:lnTo>
                  <a:lnTo>
                    <a:pt x="5321" y="1445"/>
                  </a:lnTo>
                  <a:lnTo>
                    <a:pt x="3900" y="360"/>
                  </a:lnTo>
                  <a:close/>
                </a:path>
                <a:path w="5714" h="8254">
                  <a:moveTo>
                    <a:pt x="3594" y="126"/>
                  </a:moveTo>
                  <a:lnTo>
                    <a:pt x="3427" y="0"/>
                  </a:lnTo>
                  <a:lnTo>
                    <a:pt x="5321" y="1445"/>
                  </a:lnTo>
                  <a:lnTo>
                    <a:pt x="3594" y="126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4" name="object 904"/>
            <p:cNvSpPr/>
            <p:nvPr/>
          </p:nvSpPr>
          <p:spPr>
            <a:xfrm>
              <a:off x="2527165" y="7330737"/>
              <a:ext cx="346710" cy="260985"/>
            </a:xfrm>
            <a:custGeom>
              <a:avLst/>
              <a:gdLst/>
              <a:ahLst/>
              <a:cxnLst/>
              <a:rect l="l" t="t" r="r" b="b"/>
              <a:pathLst>
                <a:path w="346710" h="260984">
                  <a:moveTo>
                    <a:pt x="0" y="0"/>
                  </a:moveTo>
                  <a:lnTo>
                    <a:pt x="346710" y="2607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90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5" name="object 905"/>
            <p:cNvSpPr/>
            <p:nvPr/>
          </p:nvSpPr>
          <p:spPr>
            <a:xfrm>
              <a:off x="2527165" y="733071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8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6" name="object 906"/>
            <p:cNvSpPr/>
            <p:nvPr/>
          </p:nvSpPr>
          <p:spPr>
            <a:xfrm>
              <a:off x="2527165" y="7327338"/>
              <a:ext cx="351790" cy="264160"/>
            </a:xfrm>
            <a:custGeom>
              <a:avLst/>
              <a:gdLst/>
              <a:ahLst/>
              <a:cxnLst/>
              <a:rect l="l" t="t" r="r" b="b"/>
              <a:pathLst>
                <a:path w="351789" h="264159">
                  <a:moveTo>
                    <a:pt x="4342" y="0"/>
                  </a:moveTo>
                  <a:lnTo>
                    <a:pt x="0" y="445"/>
                  </a:lnTo>
                  <a:lnTo>
                    <a:pt x="0" y="3398"/>
                  </a:lnTo>
                  <a:lnTo>
                    <a:pt x="346710" y="264143"/>
                  </a:lnTo>
                  <a:lnTo>
                    <a:pt x="348860" y="263909"/>
                  </a:lnTo>
                  <a:lnTo>
                    <a:pt x="348860" y="261275"/>
                  </a:lnTo>
                  <a:lnTo>
                    <a:pt x="351349" y="260998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7" name="object 907"/>
            <p:cNvSpPr/>
            <p:nvPr/>
          </p:nvSpPr>
          <p:spPr>
            <a:xfrm>
              <a:off x="2521844" y="7322643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3426" y="0"/>
                  </a:moveTo>
                  <a:lnTo>
                    <a:pt x="0" y="360"/>
                  </a:lnTo>
                  <a:lnTo>
                    <a:pt x="0" y="4079"/>
                  </a:lnTo>
                  <a:lnTo>
                    <a:pt x="5321" y="8093"/>
                  </a:lnTo>
                  <a:lnTo>
                    <a:pt x="5321" y="5140"/>
                  </a:lnTo>
                  <a:lnTo>
                    <a:pt x="9663" y="4695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8" name="object 908"/>
            <p:cNvSpPr/>
            <p:nvPr/>
          </p:nvSpPr>
          <p:spPr>
            <a:xfrm>
              <a:off x="2945988" y="7545681"/>
              <a:ext cx="349250" cy="38735"/>
            </a:xfrm>
            <a:custGeom>
              <a:avLst/>
              <a:gdLst/>
              <a:ahLst/>
              <a:cxnLst/>
              <a:rect l="l" t="t" r="r" b="b"/>
              <a:pathLst>
                <a:path w="349250" h="38734">
                  <a:moveTo>
                    <a:pt x="13068" y="34945"/>
                  </a:moveTo>
                  <a:lnTo>
                    <a:pt x="0" y="36325"/>
                  </a:lnTo>
                  <a:lnTo>
                    <a:pt x="0" y="38195"/>
                  </a:lnTo>
                  <a:lnTo>
                    <a:pt x="13260" y="36793"/>
                  </a:lnTo>
                  <a:lnTo>
                    <a:pt x="13068" y="34945"/>
                  </a:lnTo>
                  <a:close/>
                </a:path>
                <a:path w="349250" h="38734">
                  <a:moveTo>
                    <a:pt x="344411" y="0"/>
                  </a:moveTo>
                  <a:lnTo>
                    <a:pt x="38078" y="32311"/>
                  </a:lnTo>
                  <a:lnTo>
                    <a:pt x="38193" y="35349"/>
                  </a:lnTo>
                  <a:lnTo>
                    <a:pt x="38270" y="37388"/>
                  </a:lnTo>
                  <a:lnTo>
                    <a:pt x="35120" y="37558"/>
                  </a:lnTo>
                  <a:lnTo>
                    <a:pt x="35587" y="37919"/>
                  </a:lnTo>
                  <a:lnTo>
                    <a:pt x="59917" y="35349"/>
                  </a:lnTo>
                  <a:lnTo>
                    <a:pt x="59814" y="33075"/>
                  </a:lnTo>
                  <a:lnTo>
                    <a:pt x="59725" y="31121"/>
                  </a:lnTo>
                  <a:lnTo>
                    <a:pt x="81351" y="30144"/>
                  </a:lnTo>
                  <a:lnTo>
                    <a:pt x="103014" y="30144"/>
                  </a:lnTo>
                  <a:lnTo>
                    <a:pt x="102976" y="29166"/>
                  </a:lnTo>
                  <a:lnTo>
                    <a:pt x="124602" y="28190"/>
                  </a:lnTo>
                  <a:lnTo>
                    <a:pt x="127816" y="28190"/>
                  </a:lnTo>
                  <a:lnTo>
                    <a:pt x="348731" y="4885"/>
                  </a:lnTo>
                  <a:lnTo>
                    <a:pt x="348731" y="3249"/>
                  </a:lnTo>
                  <a:lnTo>
                    <a:pt x="344411" y="0"/>
                  </a:lnTo>
                  <a:close/>
                </a:path>
                <a:path w="349250" h="38734">
                  <a:moveTo>
                    <a:pt x="103014" y="30144"/>
                  </a:moveTo>
                  <a:lnTo>
                    <a:pt x="81351" y="30144"/>
                  </a:lnTo>
                  <a:lnTo>
                    <a:pt x="81478" y="33075"/>
                  </a:lnTo>
                  <a:lnTo>
                    <a:pt x="103040" y="30802"/>
                  </a:lnTo>
                  <a:lnTo>
                    <a:pt x="103014" y="30144"/>
                  </a:lnTo>
                  <a:close/>
                </a:path>
                <a:path w="349250" h="38734">
                  <a:moveTo>
                    <a:pt x="127816" y="28190"/>
                  </a:moveTo>
                  <a:lnTo>
                    <a:pt x="124602" y="28190"/>
                  </a:lnTo>
                  <a:lnTo>
                    <a:pt x="124602" y="28529"/>
                  </a:lnTo>
                  <a:lnTo>
                    <a:pt x="127816" y="2819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9" name="object 909"/>
            <p:cNvSpPr/>
            <p:nvPr/>
          </p:nvSpPr>
          <p:spPr>
            <a:xfrm>
              <a:off x="3005714" y="7573871"/>
              <a:ext cx="65405" cy="7620"/>
            </a:xfrm>
            <a:custGeom>
              <a:avLst/>
              <a:gdLst/>
              <a:ahLst/>
              <a:cxnLst/>
              <a:rect l="l" t="t" r="r" b="b"/>
              <a:pathLst>
                <a:path w="65405" h="7620">
                  <a:moveTo>
                    <a:pt x="21625" y="1954"/>
                  </a:moveTo>
                  <a:lnTo>
                    <a:pt x="0" y="2931"/>
                  </a:lnTo>
                  <a:lnTo>
                    <a:pt x="88" y="4885"/>
                  </a:lnTo>
                  <a:lnTo>
                    <a:pt x="191" y="7158"/>
                  </a:lnTo>
                  <a:lnTo>
                    <a:pt x="21752" y="4885"/>
                  </a:lnTo>
                  <a:lnTo>
                    <a:pt x="21625" y="1954"/>
                  </a:lnTo>
                  <a:close/>
                </a:path>
                <a:path w="65405" h="7620">
                  <a:moveTo>
                    <a:pt x="64876" y="0"/>
                  </a:moveTo>
                  <a:lnTo>
                    <a:pt x="43251" y="976"/>
                  </a:lnTo>
                  <a:lnTo>
                    <a:pt x="43314" y="2612"/>
                  </a:lnTo>
                  <a:lnTo>
                    <a:pt x="64876" y="339"/>
                  </a:lnTo>
                  <a:lnTo>
                    <a:pt x="64876" y="0"/>
                  </a:lnTo>
                  <a:close/>
                </a:path>
              </a:pathLst>
            </a:custGeom>
            <a:solidFill>
              <a:srgbClr val="7256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0" name="object 910"/>
            <p:cNvSpPr/>
            <p:nvPr/>
          </p:nvSpPr>
          <p:spPr>
            <a:xfrm>
              <a:off x="3290399" y="7544873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5">
                  <a:moveTo>
                    <a:pt x="7747" y="0"/>
                  </a:moveTo>
                  <a:lnTo>
                    <a:pt x="0" y="807"/>
                  </a:lnTo>
                  <a:lnTo>
                    <a:pt x="4320" y="4057"/>
                  </a:lnTo>
                  <a:lnTo>
                    <a:pt x="4320" y="5693"/>
                  </a:lnTo>
                  <a:lnTo>
                    <a:pt x="9641" y="5119"/>
                  </a:lnTo>
                  <a:lnTo>
                    <a:pt x="9641" y="2740"/>
                  </a:lnTo>
                  <a:lnTo>
                    <a:pt x="6981" y="2740"/>
                  </a:lnTo>
                  <a:lnTo>
                    <a:pt x="8577" y="615"/>
                  </a:lnTo>
                  <a:lnTo>
                    <a:pt x="7747" y="0"/>
                  </a:lnTo>
                  <a:close/>
                </a:path>
                <a:path w="10160" h="5715">
                  <a:moveTo>
                    <a:pt x="8577" y="615"/>
                  </a:moveTo>
                  <a:lnTo>
                    <a:pt x="6981" y="2740"/>
                  </a:lnTo>
                  <a:lnTo>
                    <a:pt x="9641" y="2740"/>
                  </a:lnTo>
                  <a:lnTo>
                    <a:pt x="9641" y="1423"/>
                  </a:lnTo>
                  <a:lnTo>
                    <a:pt x="8577" y="615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1" name="object 911"/>
            <p:cNvSpPr/>
            <p:nvPr/>
          </p:nvSpPr>
          <p:spPr>
            <a:xfrm>
              <a:off x="2941646" y="7582006"/>
              <a:ext cx="4445" cy="2540"/>
            </a:xfrm>
            <a:custGeom>
              <a:avLst/>
              <a:gdLst/>
              <a:ahLst/>
              <a:cxnLst/>
              <a:rect l="l" t="t" r="r" b="b"/>
              <a:pathLst>
                <a:path w="4444" h="2540">
                  <a:moveTo>
                    <a:pt x="4342" y="0"/>
                  </a:moveTo>
                  <a:lnTo>
                    <a:pt x="0" y="467"/>
                  </a:lnTo>
                  <a:lnTo>
                    <a:pt x="191" y="2294"/>
                  </a:lnTo>
                  <a:lnTo>
                    <a:pt x="4342" y="1869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2" name="object 912"/>
            <p:cNvSpPr/>
            <p:nvPr/>
          </p:nvSpPr>
          <p:spPr>
            <a:xfrm>
              <a:off x="2876025" y="7589379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4">
                  <a:moveTo>
                    <a:pt x="85" y="0"/>
                  </a:moveTo>
                  <a:lnTo>
                    <a:pt x="0" y="1869"/>
                  </a:lnTo>
                  <a:lnTo>
                    <a:pt x="297" y="1847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6267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3" name="object 913"/>
            <p:cNvSpPr/>
            <p:nvPr/>
          </p:nvSpPr>
          <p:spPr>
            <a:xfrm>
              <a:off x="2899885" y="7585024"/>
              <a:ext cx="18415" cy="3810"/>
            </a:xfrm>
            <a:custGeom>
              <a:avLst/>
              <a:gdLst/>
              <a:ahLst/>
              <a:cxnLst/>
              <a:rect l="l" t="t" r="r" b="b"/>
              <a:pathLst>
                <a:path w="18414" h="3809">
                  <a:moveTo>
                    <a:pt x="17603" y="0"/>
                  </a:moveTo>
                  <a:lnTo>
                    <a:pt x="0" y="1847"/>
                  </a:lnTo>
                  <a:lnTo>
                    <a:pt x="191" y="3695"/>
                  </a:lnTo>
                  <a:lnTo>
                    <a:pt x="17815" y="1826"/>
                  </a:lnTo>
                  <a:lnTo>
                    <a:pt x="17603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4" name="object 914"/>
            <p:cNvSpPr/>
            <p:nvPr/>
          </p:nvSpPr>
          <p:spPr>
            <a:xfrm>
              <a:off x="2289873" y="7983435"/>
              <a:ext cx="394970" cy="217170"/>
            </a:xfrm>
            <a:custGeom>
              <a:avLst/>
              <a:gdLst/>
              <a:ahLst/>
              <a:cxnLst/>
              <a:rect l="l" t="t" r="r" b="b"/>
              <a:pathLst>
                <a:path w="394969" h="217170">
                  <a:moveTo>
                    <a:pt x="21374" y="177914"/>
                  </a:moveTo>
                  <a:lnTo>
                    <a:pt x="19138" y="173088"/>
                  </a:lnTo>
                  <a:lnTo>
                    <a:pt x="0" y="181952"/>
                  </a:lnTo>
                  <a:lnTo>
                    <a:pt x="2235" y="186766"/>
                  </a:lnTo>
                  <a:lnTo>
                    <a:pt x="21374" y="177914"/>
                  </a:lnTo>
                  <a:close/>
                </a:path>
                <a:path w="394969" h="217170">
                  <a:moveTo>
                    <a:pt x="25120" y="24282"/>
                  </a:moveTo>
                  <a:lnTo>
                    <a:pt x="24892" y="20053"/>
                  </a:lnTo>
                  <a:lnTo>
                    <a:pt x="24841" y="18961"/>
                  </a:lnTo>
                  <a:lnTo>
                    <a:pt x="3810" y="20053"/>
                  </a:lnTo>
                  <a:lnTo>
                    <a:pt x="4013" y="24282"/>
                  </a:lnTo>
                  <a:lnTo>
                    <a:pt x="4064" y="25361"/>
                  </a:lnTo>
                  <a:lnTo>
                    <a:pt x="25120" y="24282"/>
                  </a:lnTo>
                  <a:close/>
                </a:path>
                <a:path w="394969" h="217170">
                  <a:moveTo>
                    <a:pt x="59639" y="160197"/>
                  </a:moveTo>
                  <a:lnTo>
                    <a:pt x="57404" y="155371"/>
                  </a:lnTo>
                  <a:lnTo>
                    <a:pt x="38277" y="164236"/>
                  </a:lnTo>
                  <a:lnTo>
                    <a:pt x="40513" y="169049"/>
                  </a:lnTo>
                  <a:lnTo>
                    <a:pt x="59639" y="160197"/>
                  </a:lnTo>
                  <a:close/>
                </a:path>
                <a:path w="394969" h="217170">
                  <a:moveTo>
                    <a:pt x="65557" y="205384"/>
                  </a:moveTo>
                  <a:lnTo>
                    <a:pt x="62776" y="200850"/>
                  </a:lnTo>
                  <a:lnTo>
                    <a:pt x="43929" y="212331"/>
                  </a:lnTo>
                  <a:lnTo>
                    <a:pt x="46697" y="216852"/>
                  </a:lnTo>
                  <a:lnTo>
                    <a:pt x="65557" y="205384"/>
                  </a:lnTo>
                  <a:close/>
                </a:path>
                <a:path w="394969" h="217170">
                  <a:moveTo>
                    <a:pt x="67195" y="22110"/>
                  </a:moveTo>
                  <a:lnTo>
                    <a:pt x="66992" y="17881"/>
                  </a:lnTo>
                  <a:lnTo>
                    <a:pt x="66941" y="16802"/>
                  </a:lnTo>
                  <a:lnTo>
                    <a:pt x="45897" y="17881"/>
                  </a:lnTo>
                  <a:lnTo>
                    <a:pt x="46113" y="22110"/>
                  </a:lnTo>
                  <a:lnTo>
                    <a:pt x="46164" y="23190"/>
                  </a:lnTo>
                  <a:lnTo>
                    <a:pt x="67195" y="22110"/>
                  </a:lnTo>
                  <a:close/>
                </a:path>
                <a:path w="394969" h="217170">
                  <a:moveTo>
                    <a:pt x="70027" y="53124"/>
                  </a:moveTo>
                  <a:lnTo>
                    <a:pt x="69240" y="47879"/>
                  </a:lnTo>
                  <a:lnTo>
                    <a:pt x="48361" y="50965"/>
                  </a:lnTo>
                  <a:lnTo>
                    <a:pt x="49123" y="56210"/>
                  </a:lnTo>
                  <a:lnTo>
                    <a:pt x="70027" y="53124"/>
                  </a:lnTo>
                  <a:close/>
                </a:path>
                <a:path w="394969" h="217170">
                  <a:moveTo>
                    <a:pt x="97917" y="142455"/>
                  </a:moveTo>
                  <a:lnTo>
                    <a:pt x="95681" y="137629"/>
                  </a:lnTo>
                  <a:lnTo>
                    <a:pt x="76542" y="146519"/>
                  </a:lnTo>
                  <a:lnTo>
                    <a:pt x="78778" y="151320"/>
                  </a:lnTo>
                  <a:lnTo>
                    <a:pt x="97917" y="142455"/>
                  </a:lnTo>
                  <a:close/>
                </a:path>
                <a:path w="394969" h="217170">
                  <a:moveTo>
                    <a:pt x="103238" y="182435"/>
                  </a:moveTo>
                  <a:lnTo>
                    <a:pt x="100469" y="177914"/>
                  </a:lnTo>
                  <a:lnTo>
                    <a:pt x="81635" y="189382"/>
                  </a:lnTo>
                  <a:lnTo>
                    <a:pt x="84391" y="193903"/>
                  </a:lnTo>
                  <a:lnTo>
                    <a:pt x="103238" y="182435"/>
                  </a:lnTo>
                  <a:close/>
                </a:path>
                <a:path w="394969" h="217170">
                  <a:moveTo>
                    <a:pt x="109296" y="19939"/>
                  </a:moveTo>
                  <a:lnTo>
                    <a:pt x="109080" y="15722"/>
                  </a:lnTo>
                  <a:lnTo>
                    <a:pt x="109016" y="14630"/>
                  </a:lnTo>
                  <a:lnTo>
                    <a:pt x="87972" y="15722"/>
                  </a:lnTo>
                  <a:lnTo>
                    <a:pt x="88188" y="19939"/>
                  </a:lnTo>
                  <a:lnTo>
                    <a:pt x="88252" y="21031"/>
                  </a:lnTo>
                  <a:lnTo>
                    <a:pt x="109296" y="19939"/>
                  </a:lnTo>
                  <a:close/>
                </a:path>
                <a:path w="394969" h="217170">
                  <a:moveTo>
                    <a:pt x="111785" y="46939"/>
                  </a:moveTo>
                  <a:lnTo>
                    <a:pt x="111023" y="41694"/>
                  </a:lnTo>
                  <a:lnTo>
                    <a:pt x="90119" y="44780"/>
                  </a:lnTo>
                  <a:lnTo>
                    <a:pt x="90906" y="50050"/>
                  </a:lnTo>
                  <a:lnTo>
                    <a:pt x="111785" y="46939"/>
                  </a:lnTo>
                  <a:close/>
                </a:path>
                <a:path w="394969" h="217170">
                  <a:moveTo>
                    <a:pt x="136182" y="124739"/>
                  </a:moveTo>
                  <a:lnTo>
                    <a:pt x="133946" y="119913"/>
                  </a:lnTo>
                  <a:lnTo>
                    <a:pt x="114808" y="128778"/>
                  </a:lnTo>
                  <a:lnTo>
                    <a:pt x="117043" y="133604"/>
                  </a:lnTo>
                  <a:lnTo>
                    <a:pt x="136182" y="124739"/>
                  </a:lnTo>
                  <a:close/>
                </a:path>
                <a:path w="394969" h="217170">
                  <a:moveTo>
                    <a:pt x="140931" y="159499"/>
                  </a:moveTo>
                  <a:lnTo>
                    <a:pt x="138163" y="154965"/>
                  </a:lnTo>
                  <a:lnTo>
                    <a:pt x="119303" y="166446"/>
                  </a:lnTo>
                  <a:lnTo>
                    <a:pt x="122097" y="170967"/>
                  </a:lnTo>
                  <a:lnTo>
                    <a:pt x="140931" y="159499"/>
                  </a:lnTo>
                  <a:close/>
                </a:path>
                <a:path w="394969" h="217170">
                  <a:moveTo>
                    <a:pt x="151384" y="17780"/>
                  </a:moveTo>
                  <a:lnTo>
                    <a:pt x="151155" y="13550"/>
                  </a:lnTo>
                  <a:lnTo>
                    <a:pt x="151104" y="12471"/>
                  </a:lnTo>
                  <a:lnTo>
                    <a:pt x="130073" y="13550"/>
                  </a:lnTo>
                  <a:lnTo>
                    <a:pt x="130289" y="17780"/>
                  </a:lnTo>
                  <a:lnTo>
                    <a:pt x="130352" y="18859"/>
                  </a:lnTo>
                  <a:lnTo>
                    <a:pt x="151384" y="17780"/>
                  </a:lnTo>
                  <a:close/>
                </a:path>
                <a:path w="394969" h="217170">
                  <a:moveTo>
                    <a:pt x="153568" y="40779"/>
                  </a:moveTo>
                  <a:lnTo>
                    <a:pt x="152781" y="35534"/>
                  </a:lnTo>
                  <a:lnTo>
                    <a:pt x="131902" y="38620"/>
                  </a:lnTo>
                  <a:lnTo>
                    <a:pt x="132689" y="43865"/>
                  </a:lnTo>
                  <a:lnTo>
                    <a:pt x="153568" y="40779"/>
                  </a:lnTo>
                  <a:close/>
                </a:path>
                <a:path w="394969" h="217170">
                  <a:moveTo>
                    <a:pt x="174447" y="107022"/>
                  </a:moveTo>
                  <a:lnTo>
                    <a:pt x="172199" y="102196"/>
                  </a:lnTo>
                  <a:lnTo>
                    <a:pt x="153060" y="111061"/>
                  </a:lnTo>
                  <a:lnTo>
                    <a:pt x="155321" y="115887"/>
                  </a:lnTo>
                  <a:lnTo>
                    <a:pt x="174447" y="107022"/>
                  </a:lnTo>
                  <a:close/>
                </a:path>
                <a:path w="394969" h="217170">
                  <a:moveTo>
                    <a:pt x="178625" y="136550"/>
                  </a:moveTo>
                  <a:lnTo>
                    <a:pt x="175831" y="132029"/>
                  </a:lnTo>
                  <a:lnTo>
                    <a:pt x="156997" y="143497"/>
                  </a:lnTo>
                  <a:lnTo>
                    <a:pt x="159766" y="148018"/>
                  </a:lnTo>
                  <a:lnTo>
                    <a:pt x="178625" y="136550"/>
                  </a:lnTo>
                  <a:close/>
                </a:path>
                <a:path w="394969" h="217170">
                  <a:moveTo>
                    <a:pt x="193484" y="15595"/>
                  </a:moveTo>
                  <a:lnTo>
                    <a:pt x="193255" y="11379"/>
                  </a:lnTo>
                  <a:lnTo>
                    <a:pt x="193205" y="10299"/>
                  </a:lnTo>
                  <a:lnTo>
                    <a:pt x="172148" y="11379"/>
                  </a:lnTo>
                  <a:lnTo>
                    <a:pt x="172377" y="15595"/>
                  </a:lnTo>
                  <a:lnTo>
                    <a:pt x="172427" y="16675"/>
                  </a:lnTo>
                  <a:lnTo>
                    <a:pt x="193484" y="15595"/>
                  </a:lnTo>
                  <a:close/>
                </a:path>
                <a:path w="394969" h="217170">
                  <a:moveTo>
                    <a:pt x="195338" y="34607"/>
                  </a:moveTo>
                  <a:lnTo>
                    <a:pt x="194564" y="29349"/>
                  </a:lnTo>
                  <a:lnTo>
                    <a:pt x="173685" y="32435"/>
                  </a:lnTo>
                  <a:lnTo>
                    <a:pt x="174447" y="37706"/>
                  </a:lnTo>
                  <a:lnTo>
                    <a:pt x="195338" y="34607"/>
                  </a:lnTo>
                  <a:close/>
                </a:path>
                <a:path w="394969" h="217170">
                  <a:moveTo>
                    <a:pt x="212699" y="89306"/>
                  </a:moveTo>
                  <a:lnTo>
                    <a:pt x="210464" y="84480"/>
                  </a:lnTo>
                  <a:lnTo>
                    <a:pt x="191325" y="93345"/>
                  </a:lnTo>
                  <a:lnTo>
                    <a:pt x="193560" y="98158"/>
                  </a:lnTo>
                  <a:lnTo>
                    <a:pt x="212699" y="89306"/>
                  </a:lnTo>
                  <a:close/>
                </a:path>
                <a:path w="394969" h="217170">
                  <a:moveTo>
                    <a:pt x="216293" y="113626"/>
                  </a:moveTo>
                  <a:lnTo>
                    <a:pt x="213537" y="109080"/>
                  </a:lnTo>
                  <a:lnTo>
                    <a:pt x="194691" y="120561"/>
                  </a:lnTo>
                  <a:lnTo>
                    <a:pt x="197459" y="125082"/>
                  </a:lnTo>
                  <a:lnTo>
                    <a:pt x="216293" y="113626"/>
                  </a:lnTo>
                  <a:close/>
                </a:path>
                <a:path w="394969" h="217170">
                  <a:moveTo>
                    <a:pt x="235559" y="13423"/>
                  </a:moveTo>
                  <a:lnTo>
                    <a:pt x="235343" y="9220"/>
                  </a:lnTo>
                  <a:lnTo>
                    <a:pt x="235280" y="8128"/>
                  </a:lnTo>
                  <a:lnTo>
                    <a:pt x="214236" y="9220"/>
                  </a:lnTo>
                  <a:lnTo>
                    <a:pt x="214452" y="13423"/>
                  </a:lnTo>
                  <a:lnTo>
                    <a:pt x="214515" y="14503"/>
                  </a:lnTo>
                  <a:lnTo>
                    <a:pt x="235559" y="13423"/>
                  </a:lnTo>
                  <a:close/>
                </a:path>
                <a:path w="394969" h="217170">
                  <a:moveTo>
                    <a:pt x="237121" y="28448"/>
                  </a:moveTo>
                  <a:lnTo>
                    <a:pt x="236334" y="23190"/>
                  </a:lnTo>
                  <a:lnTo>
                    <a:pt x="215442" y="26276"/>
                  </a:lnTo>
                  <a:lnTo>
                    <a:pt x="216230" y="31521"/>
                  </a:lnTo>
                  <a:lnTo>
                    <a:pt x="237121" y="28448"/>
                  </a:lnTo>
                  <a:close/>
                </a:path>
                <a:path w="394969" h="217170">
                  <a:moveTo>
                    <a:pt x="250977" y="71564"/>
                  </a:moveTo>
                  <a:lnTo>
                    <a:pt x="248742" y="66763"/>
                  </a:lnTo>
                  <a:lnTo>
                    <a:pt x="229603" y="75628"/>
                  </a:lnTo>
                  <a:lnTo>
                    <a:pt x="231838" y="80441"/>
                  </a:lnTo>
                  <a:lnTo>
                    <a:pt x="250977" y="71564"/>
                  </a:lnTo>
                  <a:close/>
                </a:path>
                <a:path w="394969" h="217170">
                  <a:moveTo>
                    <a:pt x="254000" y="90690"/>
                  </a:moveTo>
                  <a:lnTo>
                    <a:pt x="251231" y="86144"/>
                  </a:lnTo>
                  <a:lnTo>
                    <a:pt x="232371" y="97612"/>
                  </a:lnTo>
                  <a:lnTo>
                    <a:pt x="235153" y="102158"/>
                  </a:lnTo>
                  <a:lnTo>
                    <a:pt x="254000" y="90690"/>
                  </a:lnTo>
                  <a:close/>
                </a:path>
                <a:path w="394969" h="217170">
                  <a:moveTo>
                    <a:pt x="277647" y="11277"/>
                  </a:moveTo>
                  <a:lnTo>
                    <a:pt x="277418" y="7048"/>
                  </a:lnTo>
                  <a:lnTo>
                    <a:pt x="277368" y="5969"/>
                  </a:lnTo>
                  <a:lnTo>
                    <a:pt x="256336" y="7048"/>
                  </a:lnTo>
                  <a:lnTo>
                    <a:pt x="256552" y="11277"/>
                  </a:lnTo>
                  <a:lnTo>
                    <a:pt x="256616" y="12357"/>
                  </a:lnTo>
                  <a:lnTo>
                    <a:pt x="277647" y="11277"/>
                  </a:lnTo>
                  <a:close/>
                </a:path>
                <a:path w="394969" h="217170">
                  <a:moveTo>
                    <a:pt x="278892" y="22263"/>
                  </a:moveTo>
                  <a:lnTo>
                    <a:pt x="278104" y="17018"/>
                  </a:lnTo>
                  <a:lnTo>
                    <a:pt x="257225" y="20091"/>
                  </a:lnTo>
                  <a:lnTo>
                    <a:pt x="258000" y="25361"/>
                  </a:lnTo>
                  <a:lnTo>
                    <a:pt x="278892" y="22263"/>
                  </a:lnTo>
                  <a:close/>
                </a:path>
                <a:path w="394969" h="217170">
                  <a:moveTo>
                    <a:pt x="289242" y="53848"/>
                  </a:moveTo>
                  <a:lnTo>
                    <a:pt x="287007" y="49047"/>
                  </a:lnTo>
                  <a:lnTo>
                    <a:pt x="267868" y="57912"/>
                  </a:lnTo>
                  <a:lnTo>
                    <a:pt x="270103" y="62712"/>
                  </a:lnTo>
                  <a:lnTo>
                    <a:pt x="289242" y="53848"/>
                  </a:lnTo>
                  <a:close/>
                </a:path>
                <a:path w="394969" h="217170">
                  <a:moveTo>
                    <a:pt x="291693" y="67741"/>
                  </a:moveTo>
                  <a:lnTo>
                    <a:pt x="288925" y="63195"/>
                  </a:lnTo>
                  <a:lnTo>
                    <a:pt x="270065" y="74663"/>
                  </a:lnTo>
                  <a:lnTo>
                    <a:pt x="272834" y="79209"/>
                  </a:lnTo>
                  <a:lnTo>
                    <a:pt x="291693" y="67741"/>
                  </a:lnTo>
                  <a:close/>
                </a:path>
                <a:path w="394969" h="217170">
                  <a:moveTo>
                    <a:pt x="319747" y="9105"/>
                  </a:moveTo>
                  <a:lnTo>
                    <a:pt x="319519" y="4876"/>
                  </a:lnTo>
                  <a:lnTo>
                    <a:pt x="319468" y="3797"/>
                  </a:lnTo>
                  <a:lnTo>
                    <a:pt x="298411" y="4876"/>
                  </a:lnTo>
                  <a:lnTo>
                    <a:pt x="298640" y="9105"/>
                  </a:lnTo>
                  <a:lnTo>
                    <a:pt x="298691" y="10198"/>
                  </a:lnTo>
                  <a:lnTo>
                    <a:pt x="319747" y="9105"/>
                  </a:lnTo>
                  <a:close/>
                </a:path>
                <a:path w="394969" h="217170">
                  <a:moveTo>
                    <a:pt x="320662" y="16103"/>
                  </a:moveTo>
                  <a:lnTo>
                    <a:pt x="319887" y="10858"/>
                  </a:lnTo>
                  <a:lnTo>
                    <a:pt x="298996" y="13931"/>
                  </a:lnTo>
                  <a:lnTo>
                    <a:pt x="299783" y="19177"/>
                  </a:lnTo>
                  <a:lnTo>
                    <a:pt x="320662" y="16103"/>
                  </a:lnTo>
                  <a:close/>
                </a:path>
                <a:path w="394969" h="217170">
                  <a:moveTo>
                    <a:pt x="327507" y="36131"/>
                  </a:moveTo>
                  <a:lnTo>
                    <a:pt x="325272" y="31305"/>
                  </a:lnTo>
                  <a:lnTo>
                    <a:pt x="306146" y="40170"/>
                  </a:lnTo>
                  <a:lnTo>
                    <a:pt x="308381" y="44996"/>
                  </a:lnTo>
                  <a:lnTo>
                    <a:pt x="327507" y="36131"/>
                  </a:lnTo>
                  <a:close/>
                </a:path>
                <a:path w="394969" h="217170">
                  <a:moveTo>
                    <a:pt x="329361" y="44805"/>
                  </a:moveTo>
                  <a:lnTo>
                    <a:pt x="326593" y="40259"/>
                  </a:lnTo>
                  <a:lnTo>
                    <a:pt x="307759" y="51727"/>
                  </a:lnTo>
                  <a:lnTo>
                    <a:pt x="310527" y="56273"/>
                  </a:lnTo>
                  <a:lnTo>
                    <a:pt x="329361" y="44805"/>
                  </a:lnTo>
                  <a:close/>
                </a:path>
                <a:path w="394969" h="217170">
                  <a:moveTo>
                    <a:pt x="362445" y="9918"/>
                  </a:moveTo>
                  <a:lnTo>
                    <a:pt x="361721" y="5168"/>
                  </a:lnTo>
                  <a:lnTo>
                    <a:pt x="361607" y="2717"/>
                  </a:lnTo>
                  <a:lnTo>
                    <a:pt x="361543" y="1638"/>
                  </a:lnTo>
                  <a:lnTo>
                    <a:pt x="340499" y="2717"/>
                  </a:lnTo>
                  <a:lnTo>
                    <a:pt x="340715" y="6946"/>
                  </a:lnTo>
                  <a:lnTo>
                    <a:pt x="340779" y="8026"/>
                  </a:lnTo>
                  <a:lnTo>
                    <a:pt x="341566" y="13017"/>
                  </a:lnTo>
                  <a:lnTo>
                    <a:pt x="362445" y="9918"/>
                  </a:lnTo>
                  <a:close/>
                </a:path>
                <a:path w="394969" h="217170">
                  <a:moveTo>
                    <a:pt x="367055" y="21856"/>
                  </a:moveTo>
                  <a:lnTo>
                    <a:pt x="365125" y="18719"/>
                  </a:lnTo>
                  <a:lnTo>
                    <a:pt x="365785" y="18415"/>
                  </a:lnTo>
                  <a:lnTo>
                    <a:pt x="363550" y="13589"/>
                  </a:lnTo>
                  <a:lnTo>
                    <a:pt x="344411" y="22453"/>
                  </a:lnTo>
                  <a:lnTo>
                    <a:pt x="346646" y="27279"/>
                  </a:lnTo>
                  <a:lnTo>
                    <a:pt x="352069" y="24765"/>
                  </a:lnTo>
                  <a:lnTo>
                    <a:pt x="345440" y="28803"/>
                  </a:lnTo>
                  <a:lnTo>
                    <a:pt x="348221" y="33324"/>
                  </a:lnTo>
                  <a:lnTo>
                    <a:pt x="367055" y="21856"/>
                  </a:lnTo>
                  <a:close/>
                </a:path>
                <a:path w="394969" h="217170">
                  <a:moveTo>
                    <a:pt x="394919" y="4927"/>
                  </a:moveTo>
                  <a:lnTo>
                    <a:pt x="393585" y="2755"/>
                  </a:lnTo>
                  <a:lnTo>
                    <a:pt x="393522" y="2616"/>
                  </a:lnTo>
                  <a:lnTo>
                    <a:pt x="393395" y="0"/>
                  </a:lnTo>
                  <a:lnTo>
                    <a:pt x="393153" y="12"/>
                  </a:lnTo>
                  <a:lnTo>
                    <a:pt x="382765" y="546"/>
                  </a:lnTo>
                  <a:lnTo>
                    <a:pt x="382816" y="1549"/>
                  </a:lnTo>
                  <a:lnTo>
                    <a:pt x="382625" y="1574"/>
                  </a:lnTo>
                  <a:lnTo>
                    <a:pt x="382930" y="3708"/>
                  </a:lnTo>
                  <a:lnTo>
                    <a:pt x="382968" y="4622"/>
                  </a:lnTo>
                  <a:lnTo>
                    <a:pt x="382765" y="4711"/>
                  </a:lnTo>
                  <a:lnTo>
                    <a:pt x="383006" y="5257"/>
                  </a:lnTo>
                  <a:lnTo>
                    <a:pt x="383044" y="5842"/>
                  </a:lnTo>
                  <a:lnTo>
                    <a:pt x="383184" y="5842"/>
                  </a:lnTo>
                  <a:lnTo>
                    <a:pt x="383298" y="6311"/>
                  </a:lnTo>
                  <a:lnTo>
                    <a:pt x="383387" y="6832"/>
                  </a:lnTo>
                  <a:lnTo>
                    <a:pt x="383603" y="6807"/>
                  </a:lnTo>
                  <a:lnTo>
                    <a:pt x="384136" y="7696"/>
                  </a:lnTo>
                  <a:lnTo>
                    <a:pt x="385000" y="9537"/>
                  </a:lnTo>
                  <a:lnTo>
                    <a:pt x="385216" y="9448"/>
                  </a:lnTo>
                  <a:lnTo>
                    <a:pt x="385838" y="10452"/>
                  </a:lnTo>
                  <a:lnTo>
                    <a:pt x="394665" y="5080"/>
                  </a:lnTo>
                  <a:lnTo>
                    <a:pt x="394919" y="4927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5" name="object 915"/>
            <p:cNvSpPr/>
            <p:nvPr/>
          </p:nvSpPr>
          <p:spPr>
            <a:xfrm>
              <a:off x="1662328" y="7169823"/>
              <a:ext cx="808990" cy="1198880"/>
            </a:xfrm>
            <a:custGeom>
              <a:avLst/>
              <a:gdLst/>
              <a:ahLst/>
              <a:cxnLst/>
              <a:rect l="l" t="t" r="r" b="b"/>
              <a:pathLst>
                <a:path w="808989" h="1198879">
                  <a:moveTo>
                    <a:pt x="4330" y="903528"/>
                  </a:moveTo>
                  <a:lnTo>
                    <a:pt x="0" y="903986"/>
                  </a:lnTo>
                  <a:lnTo>
                    <a:pt x="4330" y="907224"/>
                  </a:lnTo>
                  <a:lnTo>
                    <a:pt x="4330" y="903528"/>
                  </a:lnTo>
                  <a:close/>
                </a:path>
                <a:path w="808989" h="1198879">
                  <a:moveTo>
                    <a:pt x="6235" y="908672"/>
                  </a:moveTo>
                  <a:lnTo>
                    <a:pt x="4330" y="907224"/>
                  </a:lnTo>
                  <a:lnTo>
                    <a:pt x="4394" y="908672"/>
                  </a:lnTo>
                  <a:lnTo>
                    <a:pt x="6235" y="908672"/>
                  </a:lnTo>
                  <a:close/>
                </a:path>
                <a:path w="808989" h="1198879">
                  <a:moveTo>
                    <a:pt x="368185" y="0"/>
                  </a:moveTo>
                  <a:lnTo>
                    <a:pt x="366293" y="0"/>
                  </a:lnTo>
                  <a:lnTo>
                    <a:pt x="368185" y="1422"/>
                  </a:lnTo>
                  <a:lnTo>
                    <a:pt x="368185" y="0"/>
                  </a:lnTo>
                  <a:close/>
                </a:path>
                <a:path w="808989" h="1198879">
                  <a:moveTo>
                    <a:pt x="808812" y="1197838"/>
                  </a:moveTo>
                  <a:lnTo>
                    <a:pt x="804468" y="1194587"/>
                  </a:lnTo>
                  <a:lnTo>
                    <a:pt x="804468" y="1198308"/>
                  </a:lnTo>
                  <a:lnTo>
                    <a:pt x="808812" y="1197838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6" name="object 916"/>
            <p:cNvSpPr/>
            <p:nvPr/>
          </p:nvSpPr>
          <p:spPr>
            <a:xfrm>
              <a:off x="1666659" y="8073350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696"/>
                  </a:lnTo>
                  <a:lnTo>
                    <a:pt x="0" y="3718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7" name="object 917"/>
            <p:cNvSpPr/>
            <p:nvPr/>
          </p:nvSpPr>
          <p:spPr>
            <a:xfrm>
              <a:off x="2463374" y="8368488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426" y="0"/>
                  </a:moveTo>
                  <a:lnTo>
                    <a:pt x="0" y="0"/>
                  </a:lnTo>
                  <a:lnTo>
                    <a:pt x="3426" y="2570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8" name="object 918"/>
            <p:cNvSpPr/>
            <p:nvPr/>
          </p:nvSpPr>
          <p:spPr>
            <a:xfrm>
              <a:off x="2025203" y="7167246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0"/>
                  </a:moveTo>
                  <a:lnTo>
                    <a:pt x="0" y="2570"/>
                  </a:lnTo>
                  <a:lnTo>
                    <a:pt x="3426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9" name="object 919"/>
            <p:cNvSpPr/>
            <p:nvPr/>
          </p:nvSpPr>
          <p:spPr>
            <a:xfrm>
              <a:off x="2466801" y="8364389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7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0" name="object 920"/>
            <p:cNvSpPr/>
            <p:nvPr/>
          </p:nvSpPr>
          <p:spPr>
            <a:xfrm>
              <a:off x="1676322" y="8054020"/>
              <a:ext cx="426720" cy="344805"/>
            </a:xfrm>
            <a:custGeom>
              <a:avLst/>
              <a:gdLst/>
              <a:ahLst/>
              <a:cxnLst/>
              <a:rect l="l" t="t" r="r" b="b"/>
              <a:pathLst>
                <a:path w="426719" h="344804">
                  <a:moveTo>
                    <a:pt x="224257" y="0"/>
                  </a:moveTo>
                  <a:lnTo>
                    <a:pt x="0" y="23643"/>
                  </a:lnTo>
                  <a:lnTo>
                    <a:pt x="426272" y="344230"/>
                  </a:lnTo>
                  <a:lnTo>
                    <a:pt x="426208" y="185265"/>
                  </a:lnTo>
                  <a:lnTo>
                    <a:pt x="395516" y="188473"/>
                  </a:lnTo>
                  <a:lnTo>
                    <a:pt x="395217" y="185817"/>
                  </a:lnTo>
                  <a:lnTo>
                    <a:pt x="392344" y="186114"/>
                  </a:lnTo>
                  <a:lnTo>
                    <a:pt x="392642" y="188855"/>
                  </a:lnTo>
                  <a:lnTo>
                    <a:pt x="330575" y="195356"/>
                  </a:lnTo>
                  <a:lnTo>
                    <a:pt x="330277" y="192657"/>
                  </a:lnTo>
                  <a:lnTo>
                    <a:pt x="327595" y="192954"/>
                  </a:lnTo>
                  <a:lnTo>
                    <a:pt x="327893" y="195546"/>
                  </a:lnTo>
                  <a:lnTo>
                    <a:pt x="289006" y="199753"/>
                  </a:lnTo>
                  <a:lnTo>
                    <a:pt x="288707" y="197055"/>
                  </a:lnTo>
                  <a:lnTo>
                    <a:pt x="282577" y="197693"/>
                  </a:lnTo>
                  <a:lnTo>
                    <a:pt x="282875" y="200327"/>
                  </a:lnTo>
                  <a:lnTo>
                    <a:pt x="274638" y="201261"/>
                  </a:lnTo>
                  <a:lnTo>
                    <a:pt x="274638" y="204151"/>
                  </a:lnTo>
                  <a:lnTo>
                    <a:pt x="271382" y="201644"/>
                  </a:lnTo>
                  <a:lnTo>
                    <a:pt x="269466" y="201856"/>
                  </a:lnTo>
                  <a:lnTo>
                    <a:pt x="269466" y="200178"/>
                  </a:lnTo>
                  <a:lnTo>
                    <a:pt x="243222" y="180442"/>
                  </a:lnTo>
                  <a:lnTo>
                    <a:pt x="244839" y="178361"/>
                  </a:lnTo>
                  <a:lnTo>
                    <a:pt x="235431" y="171307"/>
                  </a:lnTo>
                  <a:lnTo>
                    <a:pt x="233834" y="173368"/>
                  </a:lnTo>
                  <a:lnTo>
                    <a:pt x="226087" y="167653"/>
                  </a:lnTo>
                  <a:lnTo>
                    <a:pt x="224257" y="167824"/>
                  </a:lnTo>
                  <a:lnTo>
                    <a:pt x="224257" y="166188"/>
                  </a:lnTo>
                  <a:lnTo>
                    <a:pt x="220042" y="163043"/>
                  </a:lnTo>
                  <a:lnTo>
                    <a:pt x="224257" y="162556"/>
                  </a:lnTo>
                  <a:lnTo>
                    <a:pt x="224257" y="154249"/>
                  </a:lnTo>
                  <a:lnTo>
                    <a:pt x="226938" y="154249"/>
                  </a:lnTo>
                  <a:lnTo>
                    <a:pt x="226938" y="132645"/>
                  </a:lnTo>
                  <a:lnTo>
                    <a:pt x="224257" y="132645"/>
                  </a:lnTo>
                  <a:lnTo>
                    <a:pt x="224257" y="110849"/>
                  </a:lnTo>
                  <a:lnTo>
                    <a:pt x="226938" y="110849"/>
                  </a:lnTo>
                  <a:lnTo>
                    <a:pt x="226938" y="89052"/>
                  </a:lnTo>
                  <a:lnTo>
                    <a:pt x="224257" y="89052"/>
                  </a:lnTo>
                  <a:lnTo>
                    <a:pt x="224257" y="67448"/>
                  </a:lnTo>
                  <a:lnTo>
                    <a:pt x="226938" y="67448"/>
                  </a:lnTo>
                  <a:lnTo>
                    <a:pt x="226938" y="45652"/>
                  </a:lnTo>
                  <a:lnTo>
                    <a:pt x="224257" y="45652"/>
                  </a:lnTo>
                  <a:lnTo>
                    <a:pt x="224257" y="23855"/>
                  </a:lnTo>
                  <a:lnTo>
                    <a:pt x="226938" y="23855"/>
                  </a:lnTo>
                  <a:lnTo>
                    <a:pt x="226938" y="2251"/>
                  </a:lnTo>
                  <a:lnTo>
                    <a:pt x="224257" y="2251"/>
                  </a:lnTo>
                  <a:lnTo>
                    <a:pt x="224257" y="0"/>
                  </a:lnTo>
                  <a:close/>
                </a:path>
              </a:pathLst>
            </a:custGeom>
            <a:solidFill>
              <a:srgbClr val="8D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1" name="object 921"/>
            <p:cNvSpPr/>
            <p:nvPr/>
          </p:nvSpPr>
          <p:spPr>
            <a:xfrm>
              <a:off x="1676322" y="8077663"/>
              <a:ext cx="426720" cy="320675"/>
            </a:xfrm>
            <a:custGeom>
              <a:avLst/>
              <a:gdLst/>
              <a:ahLst/>
              <a:cxnLst/>
              <a:rect l="l" t="t" r="r" b="b"/>
              <a:pathLst>
                <a:path w="426719" h="320675">
                  <a:moveTo>
                    <a:pt x="0" y="0"/>
                  </a:moveTo>
                  <a:lnTo>
                    <a:pt x="426272" y="3205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2" name="object 922"/>
            <p:cNvSpPr/>
            <p:nvPr/>
          </p:nvSpPr>
          <p:spPr>
            <a:xfrm>
              <a:off x="1671517" y="7215766"/>
              <a:ext cx="354330" cy="857250"/>
            </a:xfrm>
            <a:custGeom>
              <a:avLst/>
              <a:gdLst/>
              <a:ahLst/>
              <a:cxnLst/>
              <a:rect l="l" t="t" r="r" b="b"/>
              <a:pathLst>
                <a:path w="354330" h="857250">
                  <a:moveTo>
                    <a:pt x="353878" y="435303"/>
                  </a:moveTo>
                  <a:lnTo>
                    <a:pt x="5974" y="435303"/>
                  </a:lnTo>
                  <a:lnTo>
                    <a:pt x="8763" y="439828"/>
                  </a:lnTo>
                  <a:lnTo>
                    <a:pt x="312" y="445033"/>
                  </a:lnTo>
                  <a:lnTo>
                    <a:pt x="446" y="814226"/>
                  </a:lnTo>
                  <a:lnTo>
                    <a:pt x="462" y="857011"/>
                  </a:lnTo>
                  <a:lnTo>
                    <a:pt x="229062" y="832899"/>
                  </a:lnTo>
                  <a:lnTo>
                    <a:pt x="229062" y="831094"/>
                  </a:lnTo>
                  <a:lnTo>
                    <a:pt x="224847" y="827886"/>
                  </a:lnTo>
                  <a:lnTo>
                    <a:pt x="229062" y="827397"/>
                  </a:lnTo>
                  <a:lnTo>
                    <a:pt x="229062" y="824444"/>
                  </a:lnTo>
                  <a:lnTo>
                    <a:pt x="262838" y="824444"/>
                  </a:lnTo>
                  <a:lnTo>
                    <a:pt x="262783" y="823934"/>
                  </a:lnTo>
                  <a:lnTo>
                    <a:pt x="262202" y="823934"/>
                  </a:lnTo>
                  <a:lnTo>
                    <a:pt x="287105" y="821385"/>
                  </a:lnTo>
                  <a:lnTo>
                    <a:pt x="304354" y="821385"/>
                  </a:lnTo>
                  <a:lnTo>
                    <a:pt x="304155" y="819473"/>
                  </a:lnTo>
                  <a:lnTo>
                    <a:pt x="332123" y="816606"/>
                  </a:lnTo>
                  <a:lnTo>
                    <a:pt x="345882" y="816606"/>
                  </a:lnTo>
                  <a:lnTo>
                    <a:pt x="345724" y="815075"/>
                  </a:lnTo>
                  <a:lnTo>
                    <a:pt x="354025" y="814226"/>
                  </a:lnTo>
                  <a:lnTo>
                    <a:pt x="353882" y="445033"/>
                  </a:lnTo>
                  <a:lnTo>
                    <a:pt x="353878" y="435303"/>
                  </a:lnTo>
                  <a:close/>
                </a:path>
                <a:path w="354330" h="857250">
                  <a:moveTo>
                    <a:pt x="263020" y="826165"/>
                  </a:moveTo>
                  <a:lnTo>
                    <a:pt x="242088" y="826165"/>
                  </a:lnTo>
                  <a:lnTo>
                    <a:pt x="242184" y="827036"/>
                  </a:lnTo>
                  <a:lnTo>
                    <a:pt x="242278" y="827886"/>
                  </a:lnTo>
                  <a:lnTo>
                    <a:pt x="242364" y="828672"/>
                  </a:lnTo>
                  <a:lnTo>
                    <a:pt x="263054" y="826484"/>
                  </a:lnTo>
                  <a:lnTo>
                    <a:pt x="263020" y="826165"/>
                  </a:lnTo>
                  <a:close/>
                </a:path>
                <a:path w="354330" h="857250">
                  <a:moveTo>
                    <a:pt x="262838" y="824444"/>
                  </a:moveTo>
                  <a:lnTo>
                    <a:pt x="229062" y="824444"/>
                  </a:lnTo>
                  <a:lnTo>
                    <a:pt x="232425" y="827036"/>
                  </a:lnTo>
                  <a:lnTo>
                    <a:pt x="242088" y="826165"/>
                  </a:lnTo>
                  <a:lnTo>
                    <a:pt x="263020" y="826165"/>
                  </a:lnTo>
                  <a:lnTo>
                    <a:pt x="262838" y="824444"/>
                  </a:lnTo>
                  <a:close/>
                </a:path>
                <a:path w="354330" h="857250">
                  <a:moveTo>
                    <a:pt x="304354" y="821385"/>
                  </a:moveTo>
                  <a:lnTo>
                    <a:pt x="287105" y="821385"/>
                  </a:lnTo>
                  <a:lnTo>
                    <a:pt x="287354" y="823680"/>
                  </a:lnTo>
                  <a:lnTo>
                    <a:pt x="287382" y="823934"/>
                  </a:lnTo>
                  <a:lnTo>
                    <a:pt x="304431" y="822129"/>
                  </a:lnTo>
                  <a:lnTo>
                    <a:pt x="304354" y="821385"/>
                  </a:lnTo>
                  <a:close/>
                </a:path>
                <a:path w="354330" h="857250">
                  <a:moveTo>
                    <a:pt x="345882" y="816606"/>
                  </a:moveTo>
                  <a:lnTo>
                    <a:pt x="332123" y="816606"/>
                  </a:lnTo>
                  <a:lnTo>
                    <a:pt x="332246" y="817752"/>
                  </a:lnTo>
                  <a:lnTo>
                    <a:pt x="332370" y="818899"/>
                  </a:lnTo>
                  <a:lnTo>
                    <a:pt x="332399" y="819176"/>
                  </a:lnTo>
                  <a:lnTo>
                    <a:pt x="346001" y="817752"/>
                  </a:lnTo>
                  <a:lnTo>
                    <a:pt x="345882" y="816606"/>
                  </a:lnTo>
                  <a:close/>
                </a:path>
                <a:path w="354330" h="857250">
                  <a:moveTo>
                    <a:pt x="81536" y="388780"/>
                  </a:moveTo>
                  <a:lnTo>
                    <a:pt x="291" y="388780"/>
                  </a:lnTo>
                  <a:lnTo>
                    <a:pt x="312" y="438787"/>
                  </a:lnTo>
                  <a:lnTo>
                    <a:pt x="5974" y="435303"/>
                  </a:lnTo>
                  <a:lnTo>
                    <a:pt x="353878" y="435303"/>
                  </a:lnTo>
                  <a:lnTo>
                    <a:pt x="353876" y="428186"/>
                  </a:lnTo>
                  <a:lnTo>
                    <a:pt x="27643" y="428186"/>
                  </a:lnTo>
                  <a:lnTo>
                    <a:pt x="24854" y="423683"/>
                  </a:lnTo>
                  <a:lnTo>
                    <a:pt x="43755" y="412041"/>
                  </a:lnTo>
                  <a:lnTo>
                    <a:pt x="353869" y="412041"/>
                  </a:lnTo>
                  <a:lnTo>
                    <a:pt x="353867" y="404925"/>
                  </a:lnTo>
                  <a:lnTo>
                    <a:pt x="65444" y="404925"/>
                  </a:lnTo>
                  <a:lnTo>
                    <a:pt x="62656" y="400400"/>
                  </a:lnTo>
                  <a:lnTo>
                    <a:pt x="81536" y="388780"/>
                  </a:lnTo>
                  <a:close/>
                </a:path>
                <a:path w="354330" h="857250">
                  <a:moveTo>
                    <a:pt x="353869" y="412041"/>
                  </a:moveTo>
                  <a:lnTo>
                    <a:pt x="43755" y="412041"/>
                  </a:lnTo>
                  <a:lnTo>
                    <a:pt x="46543" y="416566"/>
                  </a:lnTo>
                  <a:lnTo>
                    <a:pt x="27643" y="428186"/>
                  </a:lnTo>
                  <a:lnTo>
                    <a:pt x="353876" y="428186"/>
                  </a:lnTo>
                  <a:lnTo>
                    <a:pt x="353869" y="412041"/>
                  </a:lnTo>
                  <a:close/>
                </a:path>
                <a:path w="354330" h="857250">
                  <a:moveTo>
                    <a:pt x="353858" y="382385"/>
                  </a:moveTo>
                  <a:lnTo>
                    <a:pt x="2015" y="382385"/>
                  </a:lnTo>
                  <a:lnTo>
                    <a:pt x="3825" y="387377"/>
                  </a:lnTo>
                  <a:lnTo>
                    <a:pt x="0" y="388780"/>
                  </a:lnTo>
                  <a:lnTo>
                    <a:pt x="81536" y="388780"/>
                  </a:lnTo>
                  <a:lnTo>
                    <a:pt x="84324" y="393283"/>
                  </a:lnTo>
                  <a:lnTo>
                    <a:pt x="65444" y="404925"/>
                  </a:lnTo>
                  <a:lnTo>
                    <a:pt x="353867" y="404925"/>
                  </a:lnTo>
                  <a:lnTo>
                    <a:pt x="353858" y="382385"/>
                  </a:lnTo>
                  <a:close/>
                </a:path>
                <a:path w="354330" h="857250">
                  <a:moveTo>
                    <a:pt x="142" y="0"/>
                  </a:moveTo>
                  <a:lnTo>
                    <a:pt x="245" y="265991"/>
                  </a:lnTo>
                  <a:lnTo>
                    <a:pt x="291" y="383023"/>
                  </a:lnTo>
                  <a:lnTo>
                    <a:pt x="2015" y="382385"/>
                  </a:lnTo>
                  <a:lnTo>
                    <a:pt x="353858" y="382385"/>
                  </a:lnTo>
                  <a:lnTo>
                    <a:pt x="353858" y="381662"/>
                  </a:lnTo>
                  <a:lnTo>
                    <a:pt x="103225" y="381662"/>
                  </a:lnTo>
                  <a:lnTo>
                    <a:pt x="102427" y="380367"/>
                  </a:lnTo>
                  <a:lnTo>
                    <a:pt x="23024" y="380367"/>
                  </a:lnTo>
                  <a:lnTo>
                    <a:pt x="21193" y="375375"/>
                  </a:lnTo>
                  <a:lnTo>
                    <a:pt x="40370" y="368364"/>
                  </a:lnTo>
                  <a:lnTo>
                    <a:pt x="114682" y="368364"/>
                  </a:lnTo>
                  <a:lnTo>
                    <a:pt x="117958" y="366346"/>
                  </a:lnTo>
                  <a:lnTo>
                    <a:pt x="61400" y="366346"/>
                  </a:lnTo>
                  <a:lnTo>
                    <a:pt x="59569" y="361375"/>
                  </a:lnTo>
                  <a:lnTo>
                    <a:pt x="78769" y="354365"/>
                  </a:lnTo>
                  <a:lnTo>
                    <a:pt x="138519" y="354365"/>
                  </a:lnTo>
                  <a:lnTo>
                    <a:pt x="138218" y="353876"/>
                  </a:lnTo>
                  <a:lnTo>
                    <a:pt x="140735" y="352325"/>
                  </a:lnTo>
                  <a:lnTo>
                    <a:pt x="99777" y="352325"/>
                  </a:lnTo>
                  <a:lnTo>
                    <a:pt x="97946" y="347355"/>
                  </a:lnTo>
                  <a:lnTo>
                    <a:pt x="117146" y="340344"/>
                  </a:lnTo>
                  <a:lnTo>
                    <a:pt x="353842" y="340344"/>
                  </a:lnTo>
                  <a:lnTo>
                    <a:pt x="353841" y="338305"/>
                  </a:lnTo>
                  <a:lnTo>
                    <a:pt x="138154" y="338305"/>
                  </a:lnTo>
                  <a:lnTo>
                    <a:pt x="136323" y="333334"/>
                  </a:lnTo>
                  <a:lnTo>
                    <a:pt x="155523" y="326323"/>
                  </a:lnTo>
                  <a:lnTo>
                    <a:pt x="182978" y="326323"/>
                  </a:lnTo>
                  <a:lnTo>
                    <a:pt x="186251" y="324305"/>
                  </a:lnTo>
                  <a:lnTo>
                    <a:pt x="176530" y="324305"/>
                  </a:lnTo>
                  <a:lnTo>
                    <a:pt x="174700" y="319313"/>
                  </a:lnTo>
                  <a:lnTo>
                    <a:pt x="193878" y="312303"/>
                  </a:lnTo>
                  <a:lnTo>
                    <a:pt x="353831" y="312303"/>
                  </a:lnTo>
                  <a:lnTo>
                    <a:pt x="353829" y="307310"/>
                  </a:lnTo>
                  <a:lnTo>
                    <a:pt x="4187" y="307310"/>
                  </a:lnTo>
                  <a:lnTo>
                    <a:pt x="4165" y="301999"/>
                  </a:lnTo>
                  <a:lnTo>
                    <a:pt x="189186" y="301999"/>
                  </a:lnTo>
                  <a:lnTo>
                    <a:pt x="171465" y="299599"/>
                  </a:lnTo>
                  <a:lnTo>
                    <a:pt x="171797" y="297177"/>
                  </a:lnTo>
                  <a:lnTo>
                    <a:pt x="171856" y="296752"/>
                  </a:lnTo>
                  <a:lnTo>
                    <a:pt x="150477" y="296752"/>
                  </a:lnTo>
                  <a:lnTo>
                    <a:pt x="129490" y="293905"/>
                  </a:lnTo>
                  <a:lnTo>
                    <a:pt x="129823" y="291484"/>
                  </a:lnTo>
                  <a:lnTo>
                    <a:pt x="129881" y="291059"/>
                  </a:lnTo>
                  <a:lnTo>
                    <a:pt x="108525" y="291059"/>
                  </a:lnTo>
                  <a:lnTo>
                    <a:pt x="87517" y="288212"/>
                  </a:lnTo>
                  <a:lnTo>
                    <a:pt x="87848" y="285812"/>
                  </a:lnTo>
                  <a:lnTo>
                    <a:pt x="87907" y="285386"/>
                  </a:lnTo>
                  <a:lnTo>
                    <a:pt x="66552" y="285386"/>
                  </a:lnTo>
                  <a:lnTo>
                    <a:pt x="45565" y="282540"/>
                  </a:lnTo>
                  <a:lnTo>
                    <a:pt x="45888" y="280118"/>
                  </a:lnTo>
                  <a:lnTo>
                    <a:pt x="45944" y="279693"/>
                  </a:lnTo>
                  <a:lnTo>
                    <a:pt x="24577" y="279693"/>
                  </a:lnTo>
                  <a:lnTo>
                    <a:pt x="3590" y="276847"/>
                  </a:lnTo>
                  <a:lnTo>
                    <a:pt x="4292" y="271579"/>
                  </a:lnTo>
                  <a:lnTo>
                    <a:pt x="353815" y="271579"/>
                  </a:lnTo>
                  <a:lnTo>
                    <a:pt x="353813" y="265991"/>
                  </a:lnTo>
                  <a:lnTo>
                    <a:pt x="142" y="0"/>
                  </a:lnTo>
                  <a:close/>
                </a:path>
                <a:path w="354330" h="857250">
                  <a:moveTo>
                    <a:pt x="353851" y="365497"/>
                  </a:moveTo>
                  <a:lnTo>
                    <a:pt x="119338" y="365497"/>
                  </a:lnTo>
                  <a:lnTo>
                    <a:pt x="122125" y="370022"/>
                  </a:lnTo>
                  <a:lnTo>
                    <a:pt x="103225" y="381662"/>
                  </a:lnTo>
                  <a:lnTo>
                    <a:pt x="353858" y="381662"/>
                  </a:lnTo>
                  <a:lnTo>
                    <a:pt x="353851" y="365497"/>
                  </a:lnTo>
                  <a:close/>
                </a:path>
                <a:path w="354330" h="857250">
                  <a:moveTo>
                    <a:pt x="114682" y="368364"/>
                  </a:moveTo>
                  <a:lnTo>
                    <a:pt x="40370" y="368364"/>
                  </a:lnTo>
                  <a:lnTo>
                    <a:pt x="42201" y="373357"/>
                  </a:lnTo>
                  <a:lnTo>
                    <a:pt x="23024" y="380367"/>
                  </a:lnTo>
                  <a:lnTo>
                    <a:pt x="102427" y="380367"/>
                  </a:lnTo>
                  <a:lnTo>
                    <a:pt x="100436" y="377137"/>
                  </a:lnTo>
                  <a:lnTo>
                    <a:pt x="114682" y="368364"/>
                  </a:lnTo>
                  <a:close/>
                </a:path>
                <a:path w="354330" h="857250">
                  <a:moveTo>
                    <a:pt x="138519" y="354365"/>
                  </a:moveTo>
                  <a:lnTo>
                    <a:pt x="78769" y="354365"/>
                  </a:lnTo>
                  <a:lnTo>
                    <a:pt x="80577" y="359336"/>
                  </a:lnTo>
                  <a:lnTo>
                    <a:pt x="61400" y="366346"/>
                  </a:lnTo>
                  <a:lnTo>
                    <a:pt x="117958" y="366346"/>
                  </a:lnTo>
                  <a:lnTo>
                    <a:pt x="119338" y="365497"/>
                  </a:lnTo>
                  <a:lnTo>
                    <a:pt x="353851" y="365497"/>
                  </a:lnTo>
                  <a:lnTo>
                    <a:pt x="353849" y="358401"/>
                  </a:lnTo>
                  <a:lnTo>
                    <a:pt x="141005" y="358401"/>
                  </a:lnTo>
                  <a:lnTo>
                    <a:pt x="138519" y="354365"/>
                  </a:lnTo>
                  <a:close/>
                </a:path>
                <a:path w="354330" h="857250">
                  <a:moveTo>
                    <a:pt x="353842" y="342235"/>
                  </a:moveTo>
                  <a:lnTo>
                    <a:pt x="157119" y="342235"/>
                  </a:lnTo>
                  <a:lnTo>
                    <a:pt x="159907" y="346759"/>
                  </a:lnTo>
                  <a:lnTo>
                    <a:pt x="141005" y="358401"/>
                  </a:lnTo>
                  <a:lnTo>
                    <a:pt x="353849" y="358401"/>
                  </a:lnTo>
                  <a:lnTo>
                    <a:pt x="353842" y="342235"/>
                  </a:lnTo>
                  <a:close/>
                </a:path>
                <a:path w="354330" h="857250">
                  <a:moveTo>
                    <a:pt x="353842" y="340344"/>
                  </a:moveTo>
                  <a:lnTo>
                    <a:pt x="117146" y="340344"/>
                  </a:lnTo>
                  <a:lnTo>
                    <a:pt x="118954" y="345315"/>
                  </a:lnTo>
                  <a:lnTo>
                    <a:pt x="99777" y="352325"/>
                  </a:lnTo>
                  <a:lnTo>
                    <a:pt x="140735" y="352325"/>
                  </a:lnTo>
                  <a:lnTo>
                    <a:pt x="157119" y="342235"/>
                  </a:lnTo>
                  <a:lnTo>
                    <a:pt x="353842" y="342235"/>
                  </a:lnTo>
                  <a:lnTo>
                    <a:pt x="353842" y="340344"/>
                  </a:lnTo>
                  <a:close/>
                </a:path>
                <a:path w="354330" h="857250">
                  <a:moveTo>
                    <a:pt x="182978" y="326323"/>
                  </a:moveTo>
                  <a:lnTo>
                    <a:pt x="155523" y="326323"/>
                  </a:lnTo>
                  <a:lnTo>
                    <a:pt x="157331" y="331294"/>
                  </a:lnTo>
                  <a:lnTo>
                    <a:pt x="138154" y="338305"/>
                  </a:lnTo>
                  <a:lnTo>
                    <a:pt x="353841" y="338305"/>
                  </a:lnTo>
                  <a:lnTo>
                    <a:pt x="353840" y="335118"/>
                  </a:lnTo>
                  <a:lnTo>
                    <a:pt x="178808" y="335118"/>
                  </a:lnTo>
                  <a:lnTo>
                    <a:pt x="176019" y="330615"/>
                  </a:lnTo>
                  <a:lnTo>
                    <a:pt x="182978" y="326323"/>
                  </a:lnTo>
                  <a:close/>
                </a:path>
                <a:path w="354330" h="857250">
                  <a:moveTo>
                    <a:pt x="353833" y="318973"/>
                  </a:moveTo>
                  <a:lnTo>
                    <a:pt x="194899" y="318973"/>
                  </a:lnTo>
                  <a:lnTo>
                    <a:pt x="197708" y="323498"/>
                  </a:lnTo>
                  <a:lnTo>
                    <a:pt x="178808" y="335118"/>
                  </a:lnTo>
                  <a:lnTo>
                    <a:pt x="353840" y="335118"/>
                  </a:lnTo>
                  <a:lnTo>
                    <a:pt x="353833" y="318973"/>
                  </a:lnTo>
                  <a:close/>
                </a:path>
                <a:path w="354330" h="857250">
                  <a:moveTo>
                    <a:pt x="353831" y="312303"/>
                  </a:moveTo>
                  <a:lnTo>
                    <a:pt x="193878" y="312303"/>
                  </a:lnTo>
                  <a:lnTo>
                    <a:pt x="195730" y="317295"/>
                  </a:lnTo>
                  <a:lnTo>
                    <a:pt x="176530" y="324305"/>
                  </a:lnTo>
                  <a:lnTo>
                    <a:pt x="186251" y="324305"/>
                  </a:lnTo>
                  <a:lnTo>
                    <a:pt x="194899" y="318973"/>
                  </a:lnTo>
                  <a:lnTo>
                    <a:pt x="353833" y="318973"/>
                  </a:lnTo>
                  <a:lnTo>
                    <a:pt x="353831" y="312303"/>
                  </a:lnTo>
                  <a:close/>
                </a:path>
                <a:path w="354330" h="857250">
                  <a:moveTo>
                    <a:pt x="46011" y="301999"/>
                  </a:moveTo>
                  <a:lnTo>
                    <a:pt x="25089" y="301999"/>
                  </a:lnTo>
                  <a:lnTo>
                    <a:pt x="25109" y="307310"/>
                  </a:lnTo>
                  <a:lnTo>
                    <a:pt x="46033" y="307310"/>
                  </a:lnTo>
                  <a:lnTo>
                    <a:pt x="46011" y="301999"/>
                  </a:lnTo>
                  <a:close/>
                </a:path>
                <a:path w="354330" h="857250">
                  <a:moveTo>
                    <a:pt x="87858" y="301999"/>
                  </a:moveTo>
                  <a:lnTo>
                    <a:pt x="66935" y="301999"/>
                  </a:lnTo>
                  <a:lnTo>
                    <a:pt x="66956" y="307310"/>
                  </a:lnTo>
                  <a:lnTo>
                    <a:pt x="87880" y="307310"/>
                  </a:lnTo>
                  <a:lnTo>
                    <a:pt x="87858" y="301999"/>
                  </a:lnTo>
                  <a:close/>
                </a:path>
                <a:path w="354330" h="857250">
                  <a:moveTo>
                    <a:pt x="129705" y="301999"/>
                  </a:moveTo>
                  <a:lnTo>
                    <a:pt x="108782" y="301999"/>
                  </a:lnTo>
                  <a:lnTo>
                    <a:pt x="108803" y="307310"/>
                  </a:lnTo>
                  <a:lnTo>
                    <a:pt x="129727" y="307310"/>
                  </a:lnTo>
                  <a:lnTo>
                    <a:pt x="129705" y="301999"/>
                  </a:lnTo>
                  <a:close/>
                </a:path>
                <a:path w="354330" h="857250">
                  <a:moveTo>
                    <a:pt x="171552" y="301999"/>
                  </a:moveTo>
                  <a:lnTo>
                    <a:pt x="150628" y="301999"/>
                  </a:lnTo>
                  <a:lnTo>
                    <a:pt x="150650" y="307310"/>
                  </a:lnTo>
                  <a:lnTo>
                    <a:pt x="171572" y="307310"/>
                  </a:lnTo>
                  <a:lnTo>
                    <a:pt x="171552" y="301999"/>
                  </a:lnTo>
                  <a:close/>
                </a:path>
                <a:path w="354330" h="857250">
                  <a:moveTo>
                    <a:pt x="353824" y="294331"/>
                  </a:moveTo>
                  <a:lnTo>
                    <a:pt x="172188" y="294331"/>
                  </a:lnTo>
                  <a:lnTo>
                    <a:pt x="193176" y="297177"/>
                  </a:lnTo>
                  <a:lnTo>
                    <a:pt x="192513" y="301999"/>
                  </a:lnTo>
                  <a:lnTo>
                    <a:pt x="192496" y="307310"/>
                  </a:lnTo>
                  <a:lnTo>
                    <a:pt x="353829" y="307310"/>
                  </a:lnTo>
                  <a:lnTo>
                    <a:pt x="353824" y="294331"/>
                  </a:lnTo>
                  <a:close/>
                </a:path>
                <a:path w="354330" h="857250">
                  <a:moveTo>
                    <a:pt x="353822" y="288637"/>
                  </a:moveTo>
                  <a:lnTo>
                    <a:pt x="130214" y="288637"/>
                  </a:lnTo>
                  <a:lnTo>
                    <a:pt x="151201" y="291484"/>
                  </a:lnTo>
                  <a:lnTo>
                    <a:pt x="150477" y="296752"/>
                  </a:lnTo>
                  <a:lnTo>
                    <a:pt x="171856" y="296752"/>
                  </a:lnTo>
                  <a:lnTo>
                    <a:pt x="172188" y="294331"/>
                  </a:lnTo>
                  <a:lnTo>
                    <a:pt x="353824" y="294331"/>
                  </a:lnTo>
                  <a:lnTo>
                    <a:pt x="353822" y="288637"/>
                  </a:lnTo>
                  <a:close/>
                </a:path>
                <a:path w="354330" h="857250">
                  <a:moveTo>
                    <a:pt x="353819" y="282964"/>
                  </a:moveTo>
                  <a:lnTo>
                    <a:pt x="88241" y="282964"/>
                  </a:lnTo>
                  <a:lnTo>
                    <a:pt x="109227" y="285812"/>
                  </a:lnTo>
                  <a:lnTo>
                    <a:pt x="108525" y="291059"/>
                  </a:lnTo>
                  <a:lnTo>
                    <a:pt x="129881" y="291059"/>
                  </a:lnTo>
                  <a:lnTo>
                    <a:pt x="130214" y="288637"/>
                  </a:lnTo>
                  <a:lnTo>
                    <a:pt x="353822" y="288637"/>
                  </a:lnTo>
                  <a:lnTo>
                    <a:pt x="353819" y="282964"/>
                  </a:lnTo>
                  <a:close/>
                </a:path>
                <a:path w="354330" h="857250">
                  <a:moveTo>
                    <a:pt x="353817" y="277272"/>
                  </a:moveTo>
                  <a:lnTo>
                    <a:pt x="46267" y="277272"/>
                  </a:lnTo>
                  <a:lnTo>
                    <a:pt x="67254" y="280118"/>
                  </a:lnTo>
                  <a:lnTo>
                    <a:pt x="66552" y="285386"/>
                  </a:lnTo>
                  <a:lnTo>
                    <a:pt x="87907" y="285386"/>
                  </a:lnTo>
                  <a:lnTo>
                    <a:pt x="88241" y="282964"/>
                  </a:lnTo>
                  <a:lnTo>
                    <a:pt x="353819" y="282964"/>
                  </a:lnTo>
                  <a:lnTo>
                    <a:pt x="353817" y="277272"/>
                  </a:lnTo>
                  <a:close/>
                </a:path>
                <a:path w="354330" h="857250">
                  <a:moveTo>
                    <a:pt x="353815" y="271579"/>
                  </a:moveTo>
                  <a:lnTo>
                    <a:pt x="4292" y="271579"/>
                  </a:lnTo>
                  <a:lnTo>
                    <a:pt x="25279" y="274425"/>
                  </a:lnTo>
                  <a:lnTo>
                    <a:pt x="24577" y="279693"/>
                  </a:lnTo>
                  <a:lnTo>
                    <a:pt x="45944" y="279693"/>
                  </a:lnTo>
                  <a:lnTo>
                    <a:pt x="46267" y="277272"/>
                  </a:lnTo>
                  <a:lnTo>
                    <a:pt x="353817" y="277272"/>
                  </a:lnTo>
                  <a:lnTo>
                    <a:pt x="353815" y="271579"/>
                  </a:lnTo>
                  <a:close/>
                </a:path>
              </a:pathLst>
            </a:custGeom>
            <a:solidFill>
              <a:srgbClr val="88B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3" name="object 923"/>
            <p:cNvSpPr/>
            <p:nvPr/>
          </p:nvSpPr>
          <p:spPr>
            <a:xfrm>
              <a:off x="1676322" y="8054020"/>
              <a:ext cx="224790" cy="24130"/>
            </a:xfrm>
            <a:custGeom>
              <a:avLst/>
              <a:gdLst/>
              <a:ahLst/>
              <a:cxnLst/>
              <a:rect l="l" t="t" r="r" b="b"/>
              <a:pathLst>
                <a:path w="224789" h="24129">
                  <a:moveTo>
                    <a:pt x="224257" y="0"/>
                  </a:moveTo>
                  <a:lnTo>
                    <a:pt x="0" y="23643"/>
                  </a:lnTo>
                  <a:lnTo>
                    <a:pt x="224257" y="0"/>
                  </a:lnTo>
                  <a:close/>
                </a:path>
              </a:pathLst>
            </a:custGeom>
            <a:solidFill>
              <a:srgbClr val="7BA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4" name="object 924"/>
            <p:cNvSpPr/>
            <p:nvPr/>
          </p:nvSpPr>
          <p:spPr>
            <a:xfrm>
              <a:off x="1671980" y="8048665"/>
              <a:ext cx="228600" cy="24130"/>
            </a:xfrm>
            <a:custGeom>
              <a:avLst/>
              <a:gdLst/>
              <a:ahLst/>
              <a:cxnLst/>
              <a:rect l="l" t="t" r="r" b="b"/>
              <a:pathLst>
                <a:path w="228600" h="24129">
                  <a:moveTo>
                    <a:pt x="228600" y="0"/>
                  </a:moveTo>
                  <a:lnTo>
                    <a:pt x="0" y="24133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A98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5" name="object 925"/>
            <p:cNvSpPr/>
            <p:nvPr/>
          </p:nvSpPr>
          <p:spPr>
            <a:xfrm>
              <a:off x="1671980" y="8048665"/>
              <a:ext cx="228600" cy="29209"/>
            </a:xfrm>
            <a:custGeom>
              <a:avLst/>
              <a:gdLst/>
              <a:ahLst/>
              <a:cxnLst/>
              <a:rect l="l" t="t" r="r" b="b"/>
              <a:pathLst>
                <a:path w="228600" h="29209">
                  <a:moveTo>
                    <a:pt x="228600" y="0"/>
                  </a:moveTo>
                  <a:lnTo>
                    <a:pt x="0" y="24133"/>
                  </a:lnTo>
                  <a:lnTo>
                    <a:pt x="0" y="25747"/>
                  </a:lnTo>
                  <a:lnTo>
                    <a:pt x="4342" y="28997"/>
                  </a:lnTo>
                  <a:lnTo>
                    <a:pt x="228600" y="535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809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6" name="object 926"/>
            <p:cNvSpPr/>
            <p:nvPr/>
          </p:nvSpPr>
          <p:spPr>
            <a:xfrm>
              <a:off x="2030652" y="7485752"/>
              <a:ext cx="72390" cy="544830"/>
            </a:xfrm>
            <a:custGeom>
              <a:avLst/>
              <a:gdLst/>
              <a:ahLst/>
              <a:cxnLst/>
              <a:rect l="l" t="t" r="r" b="b"/>
              <a:pathLst>
                <a:path w="72389" h="544829">
                  <a:moveTo>
                    <a:pt x="0" y="0"/>
                  </a:moveTo>
                  <a:lnTo>
                    <a:pt x="212" y="543666"/>
                  </a:lnTo>
                  <a:lnTo>
                    <a:pt x="18006" y="541840"/>
                  </a:lnTo>
                  <a:lnTo>
                    <a:pt x="18282" y="544432"/>
                  </a:lnTo>
                  <a:lnTo>
                    <a:pt x="28244" y="543391"/>
                  </a:lnTo>
                  <a:lnTo>
                    <a:pt x="27967" y="540884"/>
                  </a:lnTo>
                  <a:lnTo>
                    <a:pt x="63023" y="537060"/>
                  </a:lnTo>
                  <a:lnTo>
                    <a:pt x="63300" y="539694"/>
                  </a:lnTo>
                  <a:lnTo>
                    <a:pt x="69622" y="539014"/>
                  </a:lnTo>
                  <a:lnTo>
                    <a:pt x="69345" y="536487"/>
                  </a:lnTo>
                  <a:lnTo>
                    <a:pt x="71793" y="536210"/>
                  </a:lnTo>
                  <a:lnTo>
                    <a:pt x="71601" y="538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B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7" name="object 927"/>
            <p:cNvSpPr/>
            <p:nvPr/>
          </p:nvSpPr>
          <p:spPr>
            <a:xfrm>
              <a:off x="2030652" y="7485752"/>
              <a:ext cx="635" cy="544195"/>
            </a:xfrm>
            <a:custGeom>
              <a:avLst/>
              <a:gdLst/>
              <a:ahLst/>
              <a:cxnLst/>
              <a:rect l="l" t="t" r="r" b="b"/>
              <a:pathLst>
                <a:path w="635" h="544195">
                  <a:moveTo>
                    <a:pt x="0" y="0"/>
                  </a:moveTo>
                  <a:lnTo>
                    <a:pt x="212" y="543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A4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8" name="object 928"/>
            <p:cNvSpPr/>
            <p:nvPr/>
          </p:nvSpPr>
          <p:spPr>
            <a:xfrm>
              <a:off x="2025331" y="7481758"/>
              <a:ext cx="635" cy="548640"/>
            </a:xfrm>
            <a:custGeom>
              <a:avLst/>
              <a:gdLst/>
              <a:ahLst/>
              <a:cxnLst/>
              <a:rect l="l" t="t" r="r" b="b"/>
              <a:pathLst>
                <a:path w="635" h="548640">
                  <a:moveTo>
                    <a:pt x="0" y="0"/>
                  </a:moveTo>
                  <a:lnTo>
                    <a:pt x="212" y="5482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98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9" name="object 929"/>
            <p:cNvSpPr/>
            <p:nvPr/>
          </p:nvSpPr>
          <p:spPr>
            <a:xfrm>
              <a:off x="2025331" y="7481758"/>
              <a:ext cx="5715" cy="548640"/>
            </a:xfrm>
            <a:custGeom>
              <a:avLst/>
              <a:gdLst/>
              <a:ahLst/>
              <a:cxnLst/>
              <a:rect l="l" t="t" r="r" b="b"/>
              <a:pathLst>
                <a:path w="5714" h="548640">
                  <a:moveTo>
                    <a:pt x="0" y="0"/>
                  </a:moveTo>
                  <a:lnTo>
                    <a:pt x="212" y="548234"/>
                  </a:lnTo>
                  <a:lnTo>
                    <a:pt x="5533" y="547660"/>
                  </a:lnTo>
                  <a:lnTo>
                    <a:pt x="5321" y="39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9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0" name="object 930"/>
            <p:cNvSpPr/>
            <p:nvPr/>
          </p:nvSpPr>
          <p:spPr>
            <a:xfrm>
              <a:off x="2104510" y="8406344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406" y="0"/>
                  </a:moveTo>
                  <a:lnTo>
                    <a:pt x="0" y="0"/>
                  </a:lnTo>
                  <a:lnTo>
                    <a:pt x="3426" y="2570"/>
                  </a:lnTo>
                  <a:lnTo>
                    <a:pt x="340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1" name="object 931"/>
            <p:cNvSpPr/>
            <p:nvPr/>
          </p:nvSpPr>
          <p:spPr>
            <a:xfrm>
              <a:off x="1668574" y="8077663"/>
              <a:ext cx="434340" cy="327660"/>
            </a:xfrm>
            <a:custGeom>
              <a:avLst/>
              <a:gdLst/>
              <a:ahLst/>
              <a:cxnLst/>
              <a:rect l="l" t="t" r="r" b="b"/>
              <a:pathLst>
                <a:path w="434339" h="327659">
                  <a:moveTo>
                    <a:pt x="7748" y="0"/>
                  </a:moveTo>
                  <a:lnTo>
                    <a:pt x="0" y="828"/>
                  </a:lnTo>
                  <a:lnTo>
                    <a:pt x="434021" y="327237"/>
                  </a:lnTo>
                  <a:lnTo>
                    <a:pt x="434021" y="320587"/>
                  </a:lnTo>
                  <a:lnTo>
                    <a:pt x="7748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2" name="object 932"/>
            <p:cNvSpPr/>
            <p:nvPr/>
          </p:nvSpPr>
          <p:spPr>
            <a:xfrm>
              <a:off x="1666317" y="7205102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0"/>
                  </a:moveTo>
                  <a:lnTo>
                    <a:pt x="3427" y="2570"/>
                  </a:lnTo>
                  <a:lnTo>
                    <a:pt x="0" y="2931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3" name="object 933"/>
            <p:cNvSpPr/>
            <p:nvPr/>
          </p:nvSpPr>
          <p:spPr>
            <a:xfrm>
              <a:off x="1666329" y="7212329"/>
              <a:ext cx="5715" cy="861060"/>
            </a:xfrm>
            <a:custGeom>
              <a:avLst/>
              <a:gdLst/>
              <a:ahLst/>
              <a:cxnLst/>
              <a:rect l="l" t="t" r="r" b="b"/>
              <a:pathLst>
                <a:path w="5714" h="861059">
                  <a:moveTo>
                    <a:pt x="5372" y="3810"/>
                  </a:moveTo>
                  <a:lnTo>
                    <a:pt x="3276" y="3810"/>
                  </a:lnTo>
                  <a:lnTo>
                    <a:pt x="327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76" y="386080"/>
                  </a:lnTo>
                  <a:lnTo>
                    <a:pt x="152" y="388620"/>
                  </a:lnTo>
                  <a:lnTo>
                    <a:pt x="3009" y="388620"/>
                  </a:lnTo>
                  <a:lnTo>
                    <a:pt x="3009" y="386080"/>
                  </a:lnTo>
                  <a:lnTo>
                    <a:pt x="5372" y="386080"/>
                  </a:lnTo>
                  <a:lnTo>
                    <a:pt x="5372" y="3810"/>
                  </a:lnTo>
                  <a:close/>
                </a:path>
                <a:path w="5714" h="861059">
                  <a:moveTo>
                    <a:pt x="5499" y="442226"/>
                  </a:moveTo>
                  <a:lnTo>
                    <a:pt x="5473" y="392112"/>
                  </a:lnTo>
                  <a:lnTo>
                    <a:pt x="152" y="394068"/>
                  </a:lnTo>
                  <a:lnTo>
                    <a:pt x="177" y="445503"/>
                  </a:lnTo>
                  <a:lnTo>
                    <a:pt x="5499" y="442226"/>
                  </a:lnTo>
                  <a:close/>
                </a:path>
                <a:path w="5714" h="861059">
                  <a:moveTo>
                    <a:pt x="5575" y="452120"/>
                  </a:moveTo>
                  <a:lnTo>
                    <a:pt x="5499" y="448310"/>
                  </a:lnTo>
                  <a:lnTo>
                    <a:pt x="2654" y="448310"/>
                  </a:lnTo>
                  <a:lnTo>
                    <a:pt x="2654" y="452120"/>
                  </a:lnTo>
                  <a:lnTo>
                    <a:pt x="254" y="452120"/>
                  </a:lnTo>
                  <a:lnTo>
                    <a:pt x="254" y="861060"/>
                  </a:lnTo>
                  <a:lnTo>
                    <a:pt x="5575" y="861060"/>
                  </a:lnTo>
                  <a:lnTo>
                    <a:pt x="5575" y="45212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4" name="object 934"/>
            <p:cNvSpPr/>
            <p:nvPr/>
          </p:nvSpPr>
          <p:spPr>
            <a:xfrm>
              <a:off x="1671980" y="807277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5" name="object 935"/>
            <p:cNvSpPr/>
            <p:nvPr/>
          </p:nvSpPr>
          <p:spPr>
            <a:xfrm>
              <a:off x="1666659" y="8072777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5">
                  <a:moveTo>
                    <a:pt x="5321" y="0"/>
                  </a:moveTo>
                  <a:lnTo>
                    <a:pt x="0" y="572"/>
                  </a:lnTo>
                  <a:lnTo>
                    <a:pt x="0" y="4269"/>
                  </a:lnTo>
                  <a:lnTo>
                    <a:pt x="1915" y="5713"/>
                  </a:lnTo>
                  <a:lnTo>
                    <a:pt x="9663" y="4885"/>
                  </a:lnTo>
                  <a:lnTo>
                    <a:pt x="5321" y="1635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6" name="object 936"/>
            <p:cNvSpPr/>
            <p:nvPr/>
          </p:nvSpPr>
          <p:spPr>
            <a:xfrm>
              <a:off x="2107852" y="8220824"/>
              <a:ext cx="349885" cy="180340"/>
            </a:xfrm>
            <a:custGeom>
              <a:avLst/>
              <a:gdLst/>
              <a:ahLst/>
              <a:cxnLst/>
              <a:rect l="l" t="t" r="r" b="b"/>
              <a:pathLst>
                <a:path w="349885" h="180340">
                  <a:moveTo>
                    <a:pt x="143758" y="0"/>
                  </a:moveTo>
                  <a:lnTo>
                    <a:pt x="126709" y="1805"/>
                  </a:lnTo>
                  <a:lnTo>
                    <a:pt x="127007" y="4461"/>
                  </a:lnTo>
                  <a:lnTo>
                    <a:pt x="99038" y="7520"/>
                  </a:lnTo>
                  <a:lnTo>
                    <a:pt x="98741" y="4758"/>
                  </a:lnTo>
                  <a:lnTo>
                    <a:pt x="85161" y="6203"/>
                  </a:lnTo>
                  <a:lnTo>
                    <a:pt x="85437" y="8858"/>
                  </a:lnTo>
                  <a:lnTo>
                    <a:pt x="64748" y="11153"/>
                  </a:lnTo>
                  <a:lnTo>
                    <a:pt x="64728" y="11004"/>
                  </a:lnTo>
                  <a:lnTo>
                    <a:pt x="54021" y="12109"/>
                  </a:lnTo>
                  <a:lnTo>
                    <a:pt x="53723" y="9517"/>
                  </a:lnTo>
                  <a:lnTo>
                    <a:pt x="43761" y="10558"/>
                  </a:lnTo>
                  <a:lnTo>
                    <a:pt x="44060" y="13256"/>
                  </a:lnTo>
                  <a:lnTo>
                    <a:pt x="9004" y="16888"/>
                  </a:lnTo>
                  <a:lnTo>
                    <a:pt x="8705" y="14254"/>
                  </a:lnTo>
                  <a:lnTo>
                    <a:pt x="2383" y="14933"/>
                  </a:lnTo>
                  <a:lnTo>
                    <a:pt x="2682" y="17654"/>
                  </a:lnTo>
                  <a:lnTo>
                    <a:pt x="0" y="17929"/>
                  </a:lnTo>
                  <a:lnTo>
                    <a:pt x="64" y="179806"/>
                  </a:lnTo>
                  <a:lnTo>
                    <a:pt x="349307" y="142970"/>
                  </a:lnTo>
                  <a:lnTo>
                    <a:pt x="160445" y="934"/>
                  </a:lnTo>
                  <a:lnTo>
                    <a:pt x="144056" y="2740"/>
                  </a:lnTo>
                  <a:lnTo>
                    <a:pt x="143758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7" name="object 937"/>
            <p:cNvSpPr/>
            <p:nvPr/>
          </p:nvSpPr>
          <p:spPr>
            <a:xfrm>
              <a:off x="2107916" y="8363815"/>
              <a:ext cx="349250" cy="37465"/>
            </a:xfrm>
            <a:custGeom>
              <a:avLst/>
              <a:gdLst/>
              <a:ahLst/>
              <a:cxnLst/>
              <a:rect l="l" t="t" r="r" b="b"/>
              <a:pathLst>
                <a:path w="349250" h="37465">
                  <a:moveTo>
                    <a:pt x="349242" y="0"/>
                  </a:moveTo>
                  <a:lnTo>
                    <a:pt x="0" y="36837"/>
                  </a:lnTo>
                  <a:lnTo>
                    <a:pt x="349242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8" name="object 938"/>
            <p:cNvSpPr/>
            <p:nvPr/>
          </p:nvSpPr>
          <p:spPr>
            <a:xfrm>
              <a:off x="2107596" y="7503385"/>
              <a:ext cx="354330" cy="857250"/>
            </a:xfrm>
            <a:custGeom>
              <a:avLst/>
              <a:gdLst/>
              <a:ahLst/>
              <a:cxnLst/>
              <a:rect l="l" t="t" r="r" b="b"/>
              <a:pathLst>
                <a:path w="354330" h="857250">
                  <a:moveTo>
                    <a:pt x="189031" y="712702"/>
                  </a:moveTo>
                  <a:lnTo>
                    <a:pt x="168342" y="714890"/>
                  </a:lnTo>
                  <a:lnTo>
                    <a:pt x="168427" y="717524"/>
                  </a:lnTo>
                  <a:lnTo>
                    <a:pt x="353882" y="857009"/>
                  </a:lnTo>
                  <a:lnTo>
                    <a:pt x="353832" y="716930"/>
                  </a:lnTo>
                  <a:lnTo>
                    <a:pt x="202355" y="716930"/>
                  </a:lnTo>
                  <a:lnTo>
                    <a:pt x="200382" y="715399"/>
                  </a:lnTo>
                  <a:lnTo>
                    <a:pt x="189329" y="715399"/>
                  </a:lnTo>
                  <a:lnTo>
                    <a:pt x="189212" y="714338"/>
                  </a:lnTo>
                  <a:lnTo>
                    <a:pt x="189118" y="713488"/>
                  </a:lnTo>
                  <a:lnTo>
                    <a:pt x="189031" y="712702"/>
                  </a:lnTo>
                  <a:close/>
                </a:path>
                <a:path w="354330" h="857250">
                  <a:moveTo>
                    <a:pt x="353827" y="703929"/>
                  </a:moveTo>
                  <a:lnTo>
                    <a:pt x="207336" y="703929"/>
                  </a:lnTo>
                  <a:lnTo>
                    <a:pt x="210210" y="708325"/>
                  </a:lnTo>
                  <a:lnTo>
                    <a:pt x="204463" y="711789"/>
                  </a:lnTo>
                  <a:lnTo>
                    <a:pt x="206762" y="713488"/>
                  </a:lnTo>
                  <a:lnTo>
                    <a:pt x="202355" y="713977"/>
                  </a:lnTo>
                  <a:lnTo>
                    <a:pt x="202355" y="716930"/>
                  </a:lnTo>
                  <a:lnTo>
                    <a:pt x="353832" y="716930"/>
                  </a:lnTo>
                  <a:lnTo>
                    <a:pt x="353827" y="703929"/>
                  </a:lnTo>
                  <a:close/>
                </a:path>
                <a:path w="354330" h="857250">
                  <a:moveTo>
                    <a:pt x="199014" y="714338"/>
                  </a:moveTo>
                  <a:lnTo>
                    <a:pt x="189329" y="715399"/>
                  </a:lnTo>
                  <a:lnTo>
                    <a:pt x="200382" y="715399"/>
                  </a:lnTo>
                  <a:lnTo>
                    <a:pt x="199014" y="714338"/>
                  </a:lnTo>
                  <a:close/>
                </a:path>
                <a:path w="354330" h="857250">
                  <a:moveTo>
                    <a:pt x="353809" y="653135"/>
                  </a:moveTo>
                  <a:lnTo>
                    <a:pt x="201419" y="653135"/>
                  </a:lnTo>
                  <a:lnTo>
                    <a:pt x="203654" y="657957"/>
                  </a:lnTo>
                  <a:lnTo>
                    <a:pt x="202355" y="658552"/>
                  </a:lnTo>
                  <a:lnTo>
                    <a:pt x="202355" y="679264"/>
                  </a:lnTo>
                  <a:lnTo>
                    <a:pt x="199674" y="679264"/>
                  </a:lnTo>
                  <a:lnTo>
                    <a:pt x="199674" y="701060"/>
                  </a:lnTo>
                  <a:lnTo>
                    <a:pt x="202355" y="701060"/>
                  </a:lnTo>
                  <a:lnTo>
                    <a:pt x="202355" y="706881"/>
                  </a:lnTo>
                  <a:lnTo>
                    <a:pt x="207336" y="703929"/>
                  </a:lnTo>
                  <a:lnTo>
                    <a:pt x="353827" y="703929"/>
                  </a:lnTo>
                  <a:lnTo>
                    <a:pt x="353825" y="696897"/>
                  </a:lnTo>
                  <a:lnTo>
                    <a:pt x="228983" y="696897"/>
                  </a:lnTo>
                  <a:lnTo>
                    <a:pt x="226216" y="692372"/>
                  </a:lnTo>
                  <a:lnTo>
                    <a:pt x="245052" y="680900"/>
                  </a:lnTo>
                  <a:lnTo>
                    <a:pt x="353819" y="680900"/>
                  </a:lnTo>
                  <a:lnTo>
                    <a:pt x="353816" y="673953"/>
                  </a:lnTo>
                  <a:lnTo>
                    <a:pt x="266678" y="673953"/>
                  </a:lnTo>
                  <a:lnTo>
                    <a:pt x="263912" y="669429"/>
                  </a:lnTo>
                  <a:lnTo>
                    <a:pt x="282748" y="657957"/>
                  </a:lnTo>
                  <a:lnTo>
                    <a:pt x="353811" y="657957"/>
                  </a:lnTo>
                  <a:lnTo>
                    <a:pt x="353809" y="653135"/>
                  </a:lnTo>
                  <a:close/>
                </a:path>
                <a:path w="354330" h="857250">
                  <a:moveTo>
                    <a:pt x="353819" y="680900"/>
                  </a:moveTo>
                  <a:lnTo>
                    <a:pt x="245052" y="680900"/>
                  </a:lnTo>
                  <a:lnTo>
                    <a:pt x="247841" y="685425"/>
                  </a:lnTo>
                  <a:lnTo>
                    <a:pt x="228983" y="696897"/>
                  </a:lnTo>
                  <a:lnTo>
                    <a:pt x="353825" y="696897"/>
                  </a:lnTo>
                  <a:lnTo>
                    <a:pt x="353819" y="680900"/>
                  </a:lnTo>
                  <a:close/>
                </a:path>
                <a:path w="354330" h="857250">
                  <a:moveTo>
                    <a:pt x="353811" y="657957"/>
                  </a:moveTo>
                  <a:lnTo>
                    <a:pt x="282748" y="657957"/>
                  </a:lnTo>
                  <a:lnTo>
                    <a:pt x="285516" y="662482"/>
                  </a:lnTo>
                  <a:lnTo>
                    <a:pt x="266678" y="673953"/>
                  </a:lnTo>
                  <a:lnTo>
                    <a:pt x="353816" y="673953"/>
                  </a:lnTo>
                  <a:lnTo>
                    <a:pt x="353811" y="657957"/>
                  </a:lnTo>
                  <a:close/>
                </a:path>
                <a:path w="354330" h="857250">
                  <a:moveTo>
                    <a:pt x="231102" y="534149"/>
                  </a:moveTo>
                  <a:lnTo>
                    <a:pt x="209826" y="534149"/>
                  </a:lnTo>
                  <a:lnTo>
                    <a:pt x="210592" y="539311"/>
                  </a:lnTo>
                  <a:lnTo>
                    <a:pt x="206165" y="539949"/>
                  </a:lnTo>
                  <a:lnTo>
                    <a:pt x="206570" y="540268"/>
                  </a:lnTo>
                  <a:lnTo>
                    <a:pt x="202355" y="540628"/>
                  </a:lnTo>
                  <a:lnTo>
                    <a:pt x="202355" y="548871"/>
                  </a:lnTo>
                  <a:lnTo>
                    <a:pt x="199674" y="548871"/>
                  </a:lnTo>
                  <a:lnTo>
                    <a:pt x="199674" y="570666"/>
                  </a:lnTo>
                  <a:lnTo>
                    <a:pt x="202355" y="570666"/>
                  </a:lnTo>
                  <a:lnTo>
                    <a:pt x="202355" y="592272"/>
                  </a:lnTo>
                  <a:lnTo>
                    <a:pt x="199674" y="592272"/>
                  </a:lnTo>
                  <a:lnTo>
                    <a:pt x="199674" y="614067"/>
                  </a:lnTo>
                  <a:lnTo>
                    <a:pt x="202355" y="614067"/>
                  </a:lnTo>
                  <a:lnTo>
                    <a:pt x="202355" y="635863"/>
                  </a:lnTo>
                  <a:lnTo>
                    <a:pt x="199674" y="635863"/>
                  </a:lnTo>
                  <a:lnTo>
                    <a:pt x="199674" y="653942"/>
                  </a:lnTo>
                  <a:lnTo>
                    <a:pt x="201419" y="653135"/>
                  </a:lnTo>
                  <a:lnTo>
                    <a:pt x="353809" y="653135"/>
                  </a:lnTo>
                  <a:lnTo>
                    <a:pt x="353808" y="651010"/>
                  </a:lnTo>
                  <a:lnTo>
                    <a:pt x="304374" y="651010"/>
                  </a:lnTo>
                  <a:lnTo>
                    <a:pt x="303196" y="649099"/>
                  </a:lnTo>
                  <a:lnTo>
                    <a:pt x="222789" y="649099"/>
                  </a:lnTo>
                  <a:lnTo>
                    <a:pt x="220554" y="644276"/>
                  </a:lnTo>
                  <a:lnTo>
                    <a:pt x="239689" y="635417"/>
                  </a:lnTo>
                  <a:lnTo>
                    <a:pt x="319781" y="635417"/>
                  </a:lnTo>
                  <a:lnTo>
                    <a:pt x="320445" y="635013"/>
                  </a:lnTo>
                  <a:lnTo>
                    <a:pt x="353802" y="635013"/>
                  </a:lnTo>
                  <a:lnTo>
                    <a:pt x="353801" y="631360"/>
                  </a:lnTo>
                  <a:lnTo>
                    <a:pt x="261059" y="631360"/>
                  </a:lnTo>
                  <a:lnTo>
                    <a:pt x="258824" y="626559"/>
                  </a:lnTo>
                  <a:lnTo>
                    <a:pt x="277959" y="617679"/>
                  </a:lnTo>
                  <a:lnTo>
                    <a:pt x="348912" y="617679"/>
                  </a:lnTo>
                  <a:lnTo>
                    <a:pt x="353797" y="614705"/>
                  </a:lnTo>
                  <a:lnTo>
                    <a:pt x="353796" y="613643"/>
                  </a:lnTo>
                  <a:lnTo>
                    <a:pt x="299330" y="613643"/>
                  </a:lnTo>
                  <a:lnTo>
                    <a:pt x="297094" y="608821"/>
                  </a:lnTo>
                  <a:lnTo>
                    <a:pt x="316230" y="599961"/>
                  </a:lnTo>
                  <a:lnTo>
                    <a:pt x="353785" y="599961"/>
                  </a:lnTo>
                  <a:lnTo>
                    <a:pt x="353782" y="595925"/>
                  </a:lnTo>
                  <a:lnTo>
                    <a:pt x="337600" y="595925"/>
                  </a:lnTo>
                  <a:lnTo>
                    <a:pt x="335343" y="591103"/>
                  </a:lnTo>
                  <a:lnTo>
                    <a:pt x="353776" y="582564"/>
                  </a:lnTo>
                  <a:lnTo>
                    <a:pt x="353757" y="536252"/>
                  </a:lnTo>
                  <a:lnTo>
                    <a:pt x="231409" y="536252"/>
                  </a:lnTo>
                  <a:lnTo>
                    <a:pt x="231102" y="534149"/>
                  </a:lnTo>
                  <a:close/>
                </a:path>
                <a:path w="354330" h="857250">
                  <a:moveTo>
                    <a:pt x="353802" y="635013"/>
                  </a:moveTo>
                  <a:lnTo>
                    <a:pt x="320445" y="635013"/>
                  </a:lnTo>
                  <a:lnTo>
                    <a:pt x="323211" y="639538"/>
                  </a:lnTo>
                  <a:lnTo>
                    <a:pt x="304374" y="651010"/>
                  </a:lnTo>
                  <a:lnTo>
                    <a:pt x="353808" y="651010"/>
                  </a:lnTo>
                  <a:lnTo>
                    <a:pt x="353802" y="635013"/>
                  </a:lnTo>
                  <a:close/>
                </a:path>
                <a:path w="354330" h="857250">
                  <a:moveTo>
                    <a:pt x="319781" y="635417"/>
                  </a:moveTo>
                  <a:lnTo>
                    <a:pt x="239689" y="635417"/>
                  </a:lnTo>
                  <a:lnTo>
                    <a:pt x="241924" y="640240"/>
                  </a:lnTo>
                  <a:lnTo>
                    <a:pt x="222789" y="649099"/>
                  </a:lnTo>
                  <a:lnTo>
                    <a:pt x="303196" y="649099"/>
                  </a:lnTo>
                  <a:lnTo>
                    <a:pt x="301585" y="646485"/>
                  </a:lnTo>
                  <a:lnTo>
                    <a:pt x="319781" y="635417"/>
                  </a:lnTo>
                  <a:close/>
                </a:path>
                <a:path w="354330" h="857250">
                  <a:moveTo>
                    <a:pt x="348912" y="617679"/>
                  </a:moveTo>
                  <a:lnTo>
                    <a:pt x="277959" y="617679"/>
                  </a:lnTo>
                  <a:lnTo>
                    <a:pt x="280195" y="622501"/>
                  </a:lnTo>
                  <a:lnTo>
                    <a:pt x="261059" y="631360"/>
                  </a:lnTo>
                  <a:lnTo>
                    <a:pt x="353801" y="631360"/>
                  </a:lnTo>
                  <a:lnTo>
                    <a:pt x="353800" y="628068"/>
                  </a:lnTo>
                  <a:lnTo>
                    <a:pt x="342049" y="628068"/>
                  </a:lnTo>
                  <a:lnTo>
                    <a:pt x="339281" y="623543"/>
                  </a:lnTo>
                  <a:lnTo>
                    <a:pt x="348912" y="617679"/>
                  </a:lnTo>
                  <a:close/>
                </a:path>
                <a:path w="354330" h="857250">
                  <a:moveTo>
                    <a:pt x="353797" y="620929"/>
                  </a:moveTo>
                  <a:lnTo>
                    <a:pt x="342049" y="628068"/>
                  </a:lnTo>
                  <a:lnTo>
                    <a:pt x="353800" y="628068"/>
                  </a:lnTo>
                  <a:lnTo>
                    <a:pt x="353797" y="620929"/>
                  </a:lnTo>
                  <a:close/>
                </a:path>
                <a:path w="354330" h="857250">
                  <a:moveTo>
                    <a:pt x="353785" y="599961"/>
                  </a:moveTo>
                  <a:lnTo>
                    <a:pt x="316230" y="599961"/>
                  </a:lnTo>
                  <a:lnTo>
                    <a:pt x="318465" y="604784"/>
                  </a:lnTo>
                  <a:lnTo>
                    <a:pt x="299330" y="613643"/>
                  </a:lnTo>
                  <a:lnTo>
                    <a:pt x="353796" y="613643"/>
                  </a:lnTo>
                  <a:lnTo>
                    <a:pt x="353785" y="599961"/>
                  </a:lnTo>
                  <a:close/>
                </a:path>
                <a:path w="354330" h="857250">
                  <a:moveTo>
                    <a:pt x="353776" y="588426"/>
                  </a:moveTo>
                  <a:lnTo>
                    <a:pt x="337600" y="595925"/>
                  </a:lnTo>
                  <a:lnTo>
                    <a:pt x="353782" y="595925"/>
                  </a:lnTo>
                  <a:lnTo>
                    <a:pt x="353776" y="588426"/>
                  </a:lnTo>
                  <a:close/>
                </a:path>
                <a:path w="354330" h="857250">
                  <a:moveTo>
                    <a:pt x="272868" y="527925"/>
                  </a:moveTo>
                  <a:lnTo>
                    <a:pt x="251523" y="527925"/>
                  </a:lnTo>
                  <a:lnTo>
                    <a:pt x="252312" y="533172"/>
                  </a:lnTo>
                  <a:lnTo>
                    <a:pt x="231409" y="536252"/>
                  </a:lnTo>
                  <a:lnTo>
                    <a:pt x="353757" y="536252"/>
                  </a:lnTo>
                  <a:lnTo>
                    <a:pt x="353755" y="530091"/>
                  </a:lnTo>
                  <a:lnTo>
                    <a:pt x="273192" y="530091"/>
                  </a:lnTo>
                  <a:lnTo>
                    <a:pt x="272868" y="527925"/>
                  </a:lnTo>
                  <a:close/>
                </a:path>
                <a:path w="354330" h="857250">
                  <a:moveTo>
                    <a:pt x="239138" y="529752"/>
                  </a:moveTo>
                  <a:lnTo>
                    <a:pt x="192777" y="529752"/>
                  </a:lnTo>
                  <a:lnTo>
                    <a:pt x="200440" y="535509"/>
                  </a:lnTo>
                  <a:lnTo>
                    <a:pt x="209826" y="534149"/>
                  </a:lnTo>
                  <a:lnTo>
                    <a:pt x="231102" y="534149"/>
                  </a:lnTo>
                  <a:lnTo>
                    <a:pt x="230643" y="531006"/>
                  </a:lnTo>
                  <a:lnTo>
                    <a:pt x="239138" y="529752"/>
                  </a:lnTo>
                  <a:close/>
                </a:path>
                <a:path w="354330" h="857250">
                  <a:moveTo>
                    <a:pt x="186150" y="501263"/>
                  </a:moveTo>
                  <a:lnTo>
                    <a:pt x="165000" y="501263"/>
                  </a:lnTo>
                  <a:lnTo>
                    <a:pt x="165114" y="502794"/>
                  </a:lnTo>
                  <a:lnTo>
                    <a:pt x="165228" y="504323"/>
                  </a:lnTo>
                  <a:lnTo>
                    <a:pt x="165310" y="505428"/>
                  </a:lnTo>
                  <a:lnTo>
                    <a:pt x="165384" y="506426"/>
                  </a:lnTo>
                  <a:lnTo>
                    <a:pt x="161893" y="506618"/>
                  </a:lnTo>
                  <a:lnTo>
                    <a:pt x="164021" y="508253"/>
                  </a:lnTo>
                  <a:lnTo>
                    <a:pt x="174003" y="515603"/>
                  </a:lnTo>
                  <a:lnTo>
                    <a:pt x="183390" y="522678"/>
                  </a:lnTo>
                  <a:lnTo>
                    <a:pt x="181709" y="524845"/>
                  </a:lnTo>
                  <a:lnTo>
                    <a:pt x="191095" y="531919"/>
                  </a:lnTo>
                  <a:lnTo>
                    <a:pt x="192777" y="529752"/>
                  </a:lnTo>
                  <a:lnTo>
                    <a:pt x="239138" y="529752"/>
                  </a:lnTo>
                  <a:lnTo>
                    <a:pt x="251523" y="527925"/>
                  </a:lnTo>
                  <a:lnTo>
                    <a:pt x="272868" y="527925"/>
                  </a:lnTo>
                  <a:lnTo>
                    <a:pt x="272408" y="524845"/>
                  </a:lnTo>
                  <a:lnTo>
                    <a:pt x="272258" y="524845"/>
                  </a:lnTo>
                  <a:lnTo>
                    <a:pt x="293306" y="521743"/>
                  </a:lnTo>
                  <a:lnTo>
                    <a:pt x="314648" y="521743"/>
                  </a:lnTo>
                  <a:lnTo>
                    <a:pt x="314186" y="518662"/>
                  </a:lnTo>
                  <a:lnTo>
                    <a:pt x="334930" y="515603"/>
                  </a:lnTo>
                  <a:lnTo>
                    <a:pt x="353749" y="515603"/>
                  </a:lnTo>
                  <a:lnTo>
                    <a:pt x="353745" y="505428"/>
                  </a:lnTo>
                  <a:lnTo>
                    <a:pt x="186350" y="505428"/>
                  </a:lnTo>
                  <a:lnTo>
                    <a:pt x="186224" y="502794"/>
                  </a:lnTo>
                  <a:lnTo>
                    <a:pt x="186150" y="501263"/>
                  </a:lnTo>
                  <a:close/>
                </a:path>
                <a:path w="354330" h="857250">
                  <a:moveTo>
                    <a:pt x="314648" y="521743"/>
                  </a:moveTo>
                  <a:lnTo>
                    <a:pt x="293306" y="521743"/>
                  </a:lnTo>
                  <a:lnTo>
                    <a:pt x="294072" y="526990"/>
                  </a:lnTo>
                  <a:lnTo>
                    <a:pt x="273192" y="530091"/>
                  </a:lnTo>
                  <a:lnTo>
                    <a:pt x="353755" y="530091"/>
                  </a:lnTo>
                  <a:lnTo>
                    <a:pt x="353752" y="523910"/>
                  </a:lnTo>
                  <a:lnTo>
                    <a:pt x="314973" y="523910"/>
                  </a:lnTo>
                  <a:lnTo>
                    <a:pt x="314648" y="521743"/>
                  </a:lnTo>
                  <a:close/>
                </a:path>
                <a:path w="354330" h="857250">
                  <a:moveTo>
                    <a:pt x="353749" y="515603"/>
                  </a:moveTo>
                  <a:lnTo>
                    <a:pt x="335070" y="515603"/>
                  </a:lnTo>
                  <a:lnTo>
                    <a:pt x="335855" y="520829"/>
                  </a:lnTo>
                  <a:lnTo>
                    <a:pt x="314973" y="523910"/>
                  </a:lnTo>
                  <a:lnTo>
                    <a:pt x="353752" y="523910"/>
                  </a:lnTo>
                  <a:lnTo>
                    <a:pt x="353749" y="515603"/>
                  </a:lnTo>
                  <a:close/>
                </a:path>
                <a:path w="354330" h="857250">
                  <a:moveTo>
                    <a:pt x="353542" y="0"/>
                  </a:moveTo>
                  <a:lnTo>
                    <a:pt x="0" y="37282"/>
                  </a:lnTo>
                  <a:lnTo>
                    <a:pt x="161" y="492512"/>
                  </a:lnTo>
                  <a:lnTo>
                    <a:pt x="170" y="518005"/>
                  </a:lnTo>
                  <a:lnTo>
                    <a:pt x="31097" y="514648"/>
                  </a:lnTo>
                  <a:lnTo>
                    <a:pt x="33992" y="514648"/>
                  </a:lnTo>
                  <a:lnTo>
                    <a:pt x="33971" y="514456"/>
                  </a:lnTo>
                  <a:lnTo>
                    <a:pt x="96037" y="507956"/>
                  </a:lnTo>
                  <a:lnTo>
                    <a:pt x="98760" y="507956"/>
                  </a:lnTo>
                  <a:lnTo>
                    <a:pt x="98719" y="507573"/>
                  </a:lnTo>
                  <a:lnTo>
                    <a:pt x="137607" y="503558"/>
                  </a:lnTo>
                  <a:lnTo>
                    <a:pt x="143817" y="503558"/>
                  </a:lnTo>
                  <a:lnTo>
                    <a:pt x="143737" y="502794"/>
                  </a:lnTo>
                  <a:lnTo>
                    <a:pt x="151974" y="501964"/>
                  </a:lnTo>
                  <a:lnTo>
                    <a:pt x="151974" y="499012"/>
                  </a:lnTo>
                  <a:lnTo>
                    <a:pt x="228231" y="499012"/>
                  </a:lnTo>
                  <a:lnTo>
                    <a:pt x="228174" y="497928"/>
                  </a:lnTo>
                  <a:lnTo>
                    <a:pt x="249224" y="496845"/>
                  </a:lnTo>
                  <a:lnTo>
                    <a:pt x="270311" y="496845"/>
                  </a:lnTo>
                  <a:lnTo>
                    <a:pt x="270254" y="495762"/>
                  </a:lnTo>
                  <a:lnTo>
                    <a:pt x="291304" y="494678"/>
                  </a:lnTo>
                  <a:lnTo>
                    <a:pt x="312412" y="494678"/>
                  </a:lnTo>
                  <a:lnTo>
                    <a:pt x="312356" y="493595"/>
                  </a:lnTo>
                  <a:lnTo>
                    <a:pt x="333386" y="492512"/>
                  </a:lnTo>
                  <a:lnTo>
                    <a:pt x="353740" y="492512"/>
                  </a:lnTo>
                  <a:lnTo>
                    <a:pt x="353557" y="37282"/>
                  </a:lnTo>
                  <a:lnTo>
                    <a:pt x="353542" y="0"/>
                  </a:lnTo>
                  <a:close/>
                </a:path>
                <a:path w="354330" h="857250">
                  <a:moveTo>
                    <a:pt x="33992" y="514648"/>
                  </a:moveTo>
                  <a:lnTo>
                    <a:pt x="31097" y="514648"/>
                  </a:lnTo>
                  <a:lnTo>
                    <a:pt x="31196" y="515603"/>
                  </a:lnTo>
                  <a:lnTo>
                    <a:pt x="31303" y="516623"/>
                  </a:lnTo>
                  <a:lnTo>
                    <a:pt x="31374" y="517304"/>
                  </a:lnTo>
                  <a:lnTo>
                    <a:pt x="34248" y="517005"/>
                  </a:lnTo>
                  <a:lnTo>
                    <a:pt x="34206" y="516623"/>
                  </a:lnTo>
                  <a:lnTo>
                    <a:pt x="34095" y="515603"/>
                  </a:lnTo>
                  <a:lnTo>
                    <a:pt x="33992" y="514648"/>
                  </a:lnTo>
                  <a:close/>
                </a:path>
                <a:path w="354330" h="857250">
                  <a:moveTo>
                    <a:pt x="98760" y="507956"/>
                  </a:moveTo>
                  <a:lnTo>
                    <a:pt x="96037" y="507956"/>
                  </a:lnTo>
                  <a:lnTo>
                    <a:pt x="96281" y="510165"/>
                  </a:lnTo>
                  <a:lnTo>
                    <a:pt x="96314" y="510462"/>
                  </a:lnTo>
                  <a:lnTo>
                    <a:pt x="98996" y="510165"/>
                  </a:lnTo>
                  <a:lnTo>
                    <a:pt x="98792" y="508253"/>
                  </a:lnTo>
                  <a:lnTo>
                    <a:pt x="98760" y="507956"/>
                  </a:lnTo>
                  <a:close/>
                </a:path>
                <a:path w="354330" h="857250">
                  <a:moveTo>
                    <a:pt x="143817" y="503558"/>
                  </a:moveTo>
                  <a:lnTo>
                    <a:pt x="137607" y="503558"/>
                  </a:lnTo>
                  <a:lnTo>
                    <a:pt x="137691" y="504323"/>
                  </a:lnTo>
                  <a:lnTo>
                    <a:pt x="137813" y="505428"/>
                  </a:lnTo>
                  <a:lnTo>
                    <a:pt x="137883" y="506065"/>
                  </a:lnTo>
                  <a:lnTo>
                    <a:pt x="144014" y="505428"/>
                  </a:lnTo>
                  <a:lnTo>
                    <a:pt x="143898" y="504323"/>
                  </a:lnTo>
                  <a:lnTo>
                    <a:pt x="143817" y="503558"/>
                  </a:lnTo>
                  <a:close/>
                </a:path>
                <a:path w="354330" h="857250">
                  <a:moveTo>
                    <a:pt x="228231" y="499012"/>
                  </a:moveTo>
                  <a:lnTo>
                    <a:pt x="207124" y="499012"/>
                  </a:lnTo>
                  <a:lnTo>
                    <a:pt x="207180" y="500095"/>
                  </a:lnTo>
                  <a:lnTo>
                    <a:pt x="207277" y="501964"/>
                  </a:lnTo>
                  <a:lnTo>
                    <a:pt x="207399" y="504323"/>
                  </a:lnTo>
                  <a:lnTo>
                    <a:pt x="185930" y="505428"/>
                  </a:lnTo>
                  <a:lnTo>
                    <a:pt x="353745" y="505428"/>
                  </a:lnTo>
                  <a:lnTo>
                    <a:pt x="353744" y="503240"/>
                  </a:lnTo>
                  <a:lnTo>
                    <a:pt x="228451" y="503240"/>
                  </a:lnTo>
                  <a:lnTo>
                    <a:pt x="228338" y="501073"/>
                  </a:lnTo>
                  <a:lnTo>
                    <a:pt x="228231" y="499012"/>
                  </a:lnTo>
                  <a:close/>
                </a:path>
                <a:path w="354330" h="857250">
                  <a:moveTo>
                    <a:pt x="270311" y="496845"/>
                  </a:moveTo>
                  <a:lnTo>
                    <a:pt x="249224" y="496845"/>
                  </a:lnTo>
                  <a:lnTo>
                    <a:pt x="249276" y="497928"/>
                  </a:lnTo>
                  <a:lnTo>
                    <a:pt x="249381" y="500095"/>
                  </a:lnTo>
                  <a:lnTo>
                    <a:pt x="249480" y="502156"/>
                  </a:lnTo>
                  <a:lnTo>
                    <a:pt x="228451" y="503240"/>
                  </a:lnTo>
                  <a:lnTo>
                    <a:pt x="353744" y="503240"/>
                  </a:lnTo>
                  <a:lnTo>
                    <a:pt x="353743" y="501073"/>
                  </a:lnTo>
                  <a:lnTo>
                    <a:pt x="270531" y="501073"/>
                  </a:lnTo>
                  <a:lnTo>
                    <a:pt x="270424" y="499012"/>
                  </a:lnTo>
                  <a:lnTo>
                    <a:pt x="270311" y="496845"/>
                  </a:lnTo>
                  <a:close/>
                </a:path>
                <a:path w="354330" h="857250">
                  <a:moveTo>
                    <a:pt x="207124" y="499012"/>
                  </a:moveTo>
                  <a:lnTo>
                    <a:pt x="152029" y="499012"/>
                  </a:lnTo>
                  <a:lnTo>
                    <a:pt x="155401" y="501604"/>
                  </a:lnTo>
                  <a:lnTo>
                    <a:pt x="165000" y="501263"/>
                  </a:lnTo>
                  <a:lnTo>
                    <a:pt x="186150" y="501263"/>
                  </a:lnTo>
                  <a:lnTo>
                    <a:pt x="186094" y="500095"/>
                  </a:lnTo>
                  <a:lnTo>
                    <a:pt x="207124" y="499012"/>
                  </a:lnTo>
                  <a:close/>
                </a:path>
                <a:path w="354330" h="857250">
                  <a:moveTo>
                    <a:pt x="312412" y="494678"/>
                  </a:moveTo>
                  <a:lnTo>
                    <a:pt x="291304" y="494678"/>
                  </a:lnTo>
                  <a:lnTo>
                    <a:pt x="291361" y="495762"/>
                  </a:lnTo>
                  <a:lnTo>
                    <a:pt x="291474" y="497928"/>
                  </a:lnTo>
                  <a:lnTo>
                    <a:pt x="291587" y="500095"/>
                  </a:lnTo>
                  <a:lnTo>
                    <a:pt x="289533" y="500095"/>
                  </a:lnTo>
                  <a:lnTo>
                    <a:pt x="270531" y="501073"/>
                  </a:lnTo>
                  <a:lnTo>
                    <a:pt x="353743" y="501073"/>
                  </a:lnTo>
                  <a:lnTo>
                    <a:pt x="353742" y="499012"/>
                  </a:lnTo>
                  <a:lnTo>
                    <a:pt x="312638" y="499012"/>
                  </a:lnTo>
                  <a:lnTo>
                    <a:pt x="312525" y="496845"/>
                  </a:lnTo>
                  <a:lnTo>
                    <a:pt x="312412" y="494678"/>
                  </a:lnTo>
                  <a:close/>
                </a:path>
                <a:path w="354330" h="857250">
                  <a:moveTo>
                    <a:pt x="353740" y="492512"/>
                  </a:moveTo>
                  <a:lnTo>
                    <a:pt x="333386" y="492512"/>
                  </a:lnTo>
                  <a:lnTo>
                    <a:pt x="333442" y="493595"/>
                  </a:lnTo>
                  <a:lnTo>
                    <a:pt x="333555" y="495762"/>
                  </a:lnTo>
                  <a:lnTo>
                    <a:pt x="333667" y="497928"/>
                  </a:lnTo>
                  <a:lnTo>
                    <a:pt x="331615" y="497928"/>
                  </a:lnTo>
                  <a:lnTo>
                    <a:pt x="310587" y="499012"/>
                  </a:lnTo>
                  <a:lnTo>
                    <a:pt x="353742" y="499012"/>
                  </a:lnTo>
                  <a:lnTo>
                    <a:pt x="353740" y="492512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9" name="object 939"/>
            <p:cNvSpPr/>
            <p:nvPr/>
          </p:nvSpPr>
          <p:spPr>
            <a:xfrm>
              <a:off x="2293683" y="7995907"/>
              <a:ext cx="168275" cy="204470"/>
            </a:xfrm>
            <a:custGeom>
              <a:avLst/>
              <a:gdLst/>
              <a:ahLst/>
              <a:cxnLst/>
              <a:rect l="l" t="t" r="r" b="b"/>
              <a:pathLst>
                <a:path w="168275" h="204470">
                  <a:moveTo>
                    <a:pt x="17564" y="165442"/>
                  </a:moveTo>
                  <a:lnTo>
                    <a:pt x="15328" y="160616"/>
                  </a:lnTo>
                  <a:lnTo>
                    <a:pt x="13576" y="161429"/>
                  </a:lnTo>
                  <a:lnTo>
                    <a:pt x="13576" y="164947"/>
                  </a:lnTo>
                  <a:lnTo>
                    <a:pt x="16268" y="164947"/>
                  </a:lnTo>
                  <a:lnTo>
                    <a:pt x="16268" y="166039"/>
                  </a:lnTo>
                  <a:lnTo>
                    <a:pt x="17564" y="165442"/>
                  </a:lnTo>
                  <a:close/>
                </a:path>
                <a:path w="168275" h="204470">
                  <a:moveTo>
                    <a:pt x="21310" y="11811"/>
                  </a:moveTo>
                  <a:lnTo>
                    <a:pt x="21082" y="7581"/>
                  </a:lnTo>
                  <a:lnTo>
                    <a:pt x="21031" y="6489"/>
                  </a:lnTo>
                  <a:lnTo>
                    <a:pt x="0" y="7581"/>
                  </a:lnTo>
                  <a:lnTo>
                    <a:pt x="203" y="11811"/>
                  </a:lnTo>
                  <a:lnTo>
                    <a:pt x="254" y="12890"/>
                  </a:lnTo>
                  <a:lnTo>
                    <a:pt x="21310" y="11811"/>
                  </a:lnTo>
                  <a:close/>
                </a:path>
                <a:path w="168275" h="204470">
                  <a:moveTo>
                    <a:pt x="55829" y="147726"/>
                  </a:moveTo>
                  <a:lnTo>
                    <a:pt x="53594" y="142900"/>
                  </a:lnTo>
                  <a:lnTo>
                    <a:pt x="34467" y="151765"/>
                  </a:lnTo>
                  <a:lnTo>
                    <a:pt x="36703" y="156578"/>
                  </a:lnTo>
                  <a:lnTo>
                    <a:pt x="55829" y="147726"/>
                  </a:lnTo>
                  <a:close/>
                </a:path>
                <a:path w="168275" h="204470">
                  <a:moveTo>
                    <a:pt x="61747" y="192913"/>
                  </a:moveTo>
                  <a:lnTo>
                    <a:pt x="58966" y="188379"/>
                  </a:lnTo>
                  <a:lnTo>
                    <a:pt x="40119" y="199859"/>
                  </a:lnTo>
                  <a:lnTo>
                    <a:pt x="42887" y="204381"/>
                  </a:lnTo>
                  <a:lnTo>
                    <a:pt x="61747" y="192913"/>
                  </a:lnTo>
                  <a:close/>
                </a:path>
                <a:path w="168275" h="204470">
                  <a:moveTo>
                    <a:pt x="63385" y="9639"/>
                  </a:moveTo>
                  <a:lnTo>
                    <a:pt x="63182" y="5410"/>
                  </a:lnTo>
                  <a:lnTo>
                    <a:pt x="63131" y="4330"/>
                  </a:lnTo>
                  <a:lnTo>
                    <a:pt x="42087" y="5410"/>
                  </a:lnTo>
                  <a:lnTo>
                    <a:pt x="42303" y="9639"/>
                  </a:lnTo>
                  <a:lnTo>
                    <a:pt x="42354" y="10718"/>
                  </a:lnTo>
                  <a:lnTo>
                    <a:pt x="63385" y="9639"/>
                  </a:lnTo>
                  <a:close/>
                </a:path>
                <a:path w="168275" h="204470">
                  <a:moveTo>
                    <a:pt x="66217" y="40652"/>
                  </a:moveTo>
                  <a:lnTo>
                    <a:pt x="65430" y="35407"/>
                  </a:lnTo>
                  <a:lnTo>
                    <a:pt x="44551" y="38493"/>
                  </a:lnTo>
                  <a:lnTo>
                    <a:pt x="45313" y="43738"/>
                  </a:lnTo>
                  <a:lnTo>
                    <a:pt x="66217" y="40652"/>
                  </a:lnTo>
                  <a:close/>
                </a:path>
                <a:path w="168275" h="204470">
                  <a:moveTo>
                    <a:pt x="94107" y="129984"/>
                  </a:moveTo>
                  <a:lnTo>
                    <a:pt x="91871" y="125158"/>
                  </a:lnTo>
                  <a:lnTo>
                    <a:pt x="72732" y="134048"/>
                  </a:lnTo>
                  <a:lnTo>
                    <a:pt x="74968" y="138849"/>
                  </a:lnTo>
                  <a:lnTo>
                    <a:pt x="94107" y="129984"/>
                  </a:lnTo>
                  <a:close/>
                </a:path>
                <a:path w="168275" h="204470">
                  <a:moveTo>
                    <a:pt x="99428" y="169964"/>
                  </a:moveTo>
                  <a:lnTo>
                    <a:pt x="96659" y="165442"/>
                  </a:lnTo>
                  <a:lnTo>
                    <a:pt x="77825" y="176911"/>
                  </a:lnTo>
                  <a:lnTo>
                    <a:pt x="80581" y="181432"/>
                  </a:lnTo>
                  <a:lnTo>
                    <a:pt x="99428" y="169964"/>
                  </a:lnTo>
                  <a:close/>
                </a:path>
                <a:path w="168275" h="204470">
                  <a:moveTo>
                    <a:pt x="105486" y="7467"/>
                  </a:moveTo>
                  <a:lnTo>
                    <a:pt x="105270" y="3251"/>
                  </a:lnTo>
                  <a:lnTo>
                    <a:pt x="105206" y="2159"/>
                  </a:lnTo>
                  <a:lnTo>
                    <a:pt x="84162" y="3251"/>
                  </a:lnTo>
                  <a:lnTo>
                    <a:pt x="84378" y="7467"/>
                  </a:lnTo>
                  <a:lnTo>
                    <a:pt x="84442" y="8559"/>
                  </a:lnTo>
                  <a:lnTo>
                    <a:pt x="105486" y="7467"/>
                  </a:lnTo>
                  <a:close/>
                </a:path>
                <a:path w="168275" h="204470">
                  <a:moveTo>
                    <a:pt x="107975" y="34467"/>
                  </a:moveTo>
                  <a:lnTo>
                    <a:pt x="107213" y="29222"/>
                  </a:lnTo>
                  <a:lnTo>
                    <a:pt x="86309" y="32308"/>
                  </a:lnTo>
                  <a:lnTo>
                    <a:pt x="87096" y="37579"/>
                  </a:lnTo>
                  <a:lnTo>
                    <a:pt x="107975" y="34467"/>
                  </a:lnTo>
                  <a:close/>
                </a:path>
                <a:path w="168275" h="204470">
                  <a:moveTo>
                    <a:pt x="132372" y="112268"/>
                  </a:moveTo>
                  <a:lnTo>
                    <a:pt x="130136" y="107442"/>
                  </a:lnTo>
                  <a:lnTo>
                    <a:pt x="110998" y="116306"/>
                  </a:lnTo>
                  <a:lnTo>
                    <a:pt x="113233" y="121132"/>
                  </a:lnTo>
                  <a:lnTo>
                    <a:pt x="132372" y="112268"/>
                  </a:lnTo>
                  <a:close/>
                </a:path>
                <a:path w="168275" h="204470">
                  <a:moveTo>
                    <a:pt x="137121" y="147027"/>
                  </a:moveTo>
                  <a:lnTo>
                    <a:pt x="134353" y="142494"/>
                  </a:lnTo>
                  <a:lnTo>
                    <a:pt x="115493" y="153974"/>
                  </a:lnTo>
                  <a:lnTo>
                    <a:pt x="118287" y="158496"/>
                  </a:lnTo>
                  <a:lnTo>
                    <a:pt x="137121" y="147027"/>
                  </a:lnTo>
                  <a:close/>
                </a:path>
                <a:path w="168275" h="204470">
                  <a:moveTo>
                    <a:pt x="147574" y="5308"/>
                  </a:moveTo>
                  <a:lnTo>
                    <a:pt x="147345" y="1079"/>
                  </a:lnTo>
                  <a:lnTo>
                    <a:pt x="147294" y="0"/>
                  </a:lnTo>
                  <a:lnTo>
                    <a:pt x="126263" y="1079"/>
                  </a:lnTo>
                  <a:lnTo>
                    <a:pt x="126479" y="5308"/>
                  </a:lnTo>
                  <a:lnTo>
                    <a:pt x="126542" y="6388"/>
                  </a:lnTo>
                  <a:lnTo>
                    <a:pt x="147574" y="5308"/>
                  </a:lnTo>
                  <a:close/>
                </a:path>
                <a:path w="168275" h="204470">
                  <a:moveTo>
                    <a:pt x="149758" y="28308"/>
                  </a:moveTo>
                  <a:lnTo>
                    <a:pt x="148971" y="23063"/>
                  </a:lnTo>
                  <a:lnTo>
                    <a:pt x="128092" y="26149"/>
                  </a:lnTo>
                  <a:lnTo>
                    <a:pt x="128879" y="31394"/>
                  </a:lnTo>
                  <a:lnTo>
                    <a:pt x="149758" y="28308"/>
                  </a:lnTo>
                  <a:close/>
                </a:path>
                <a:path w="168275" h="204470">
                  <a:moveTo>
                    <a:pt x="167678" y="90043"/>
                  </a:moveTo>
                  <a:lnTo>
                    <a:pt x="149250" y="98590"/>
                  </a:lnTo>
                  <a:lnTo>
                    <a:pt x="151511" y="103416"/>
                  </a:lnTo>
                  <a:lnTo>
                    <a:pt x="167678" y="95910"/>
                  </a:lnTo>
                  <a:lnTo>
                    <a:pt x="167678" y="90043"/>
                  </a:lnTo>
                  <a:close/>
                </a:path>
                <a:path w="168275" h="204470">
                  <a:moveTo>
                    <a:pt x="167703" y="122186"/>
                  </a:moveTo>
                  <a:lnTo>
                    <a:pt x="153187" y="131025"/>
                  </a:lnTo>
                  <a:lnTo>
                    <a:pt x="155956" y="135547"/>
                  </a:lnTo>
                  <a:lnTo>
                    <a:pt x="167703" y="128409"/>
                  </a:lnTo>
                  <a:lnTo>
                    <a:pt x="167703" y="122186"/>
                  </a:lnTo>
                  <a:close/>
                </a:path>
              </a:pathLst>
            </a:custGeom>
            <a:solidFill>
              <a:srgbClr val="845F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0" name="object 940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268319" y="8220909"/>
              <a:ext cx="193160" cy="142905"/>
            </a:xfrm>
            <a:prstGeom prst="rect">
              <a:avLst/>
            </a:prstGeom>
          </p:spPr>
        </p:pic>
        <p:sp>
          <p:nvSpPr>
            <p:cNvPr id="941" name="object 941"/>
            <p:cNvSpPr/>
            <p:nvPr/>
          </p:nvSpPr>
          <p:spPr>
            <a:xfrm>
              <a:off x="2107852" y="8238754"/>
              <a:ext cx="635" cy="161925"/>
            </a:xfrm>
            <a:custGeom>
              <a:avLst/>
              <a:gdLst/>
              <a:ahLst/>
              <a:cxnLst/>
              <a:rect l="l" t="t" r="r" b="b"/>
              <a:pathLst>
                <a:path w="635" h="161925">
                  <a:moveTo>
                    <a:pt x="0" y="0"/>
                  </a:moveTo>
                  <a:lnTo>
                    <a:pt x="64" y="1618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D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2" name="object 942"/>
            <p:cNvSpPr/>
            <p:nvPr/>
          </p:nvSpPr>
          <p:spPr>
            <a:xfrm>
              <a:off x="2107916" y="840063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3" name="object 943"/>
            <p:cNvSpPr/>
            <p:nvPr/>
          </p:nvSpPr>
          <p:spPr>
            <a:xfrm>
              <a:off x="2107596" y="7540667"/>
              <a:ext cx="635" cy="481330"/>
            </a:xfrm>
            <a:custGeom>
              <a:avLst/>
              <a:gdLst/>
              <a:ahLst/>
              <a:cxnLst/>
              <a:rect l="l" t="t" r="r" b="b"/>
              <a:pathLst>
                <a:path w="635" h="481329">
                  <a:moveTo>
                    <a:pt x="0" y="0"/>
                  </a:moveTo>
                  <a:lnTo>
                    <a:pt x="170" y="480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0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4" name="object 944"/>
            <p:cNvSpPr/>
            <p:nvPr/>
          </p:nvSpPr>
          <p:spPr>
            <a:xfrm>
              <a:off x="2102595" y="8404900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4">
                  <a:moveTo>
                    <a:pt x="0" y="0"/>
                  </a:moveTo>
                  <a:lnTo>
                    <a:pt x="36" y="1443"/>
                  </a:lnTo>
                  <a:lnTo>
                    <a:pt x="1915" y="1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5" name="object 945"/>
            <p:cNvSpPr/>
            <p:nvPr/>
          </p:nvSpPr>
          <p:spPr>
            <a:xfrm>
              <a:off x="2107916" y="8363815"/>
              <a:ext cx="355600" cy="42545"/>
            </a:xfrm>
            <a:custGeom>
              <a:avLst/>
              <a:gdLst/>
              <a:ahLst/>
              <a:cxnLst/>
              <a:rect l="l" t="t" r="r" b="b"/>
              <a:pathLst>
                <a:path w="355600" h="42545">
                  <a:moveTo>
                    <a:pt x="349242" y="0"/>
                  </a:moveTo>
                  <a:lnTo>
                    <a:pt x="0" y="36837"/>
                  </a:lnTo>
                  <a:lnTo>
                    <a:pt x="0" y="42169"/>
                  </a:lnTo>
                  <a:lnTo>
                    <a:pt x="355457" y="4673"/>
                  </a:lnTo>
                  <a:lnTo>
                    <a:pt x="349242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6" name="object 946"/>
            <p:cNvSpPr/>
            <p:nvPr/>
          </p:nvSpPr>
          <p:spPr>
            <a:xfrm>
              <a:off x="2461394" y="8118090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0" y="0"/>
                  </a:moveTo>
                  <a:lnTo>
                    <a:pt x="0" y="6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59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7" name="object 947"/>
            <p:cNvSpPr/>
            <p:nvPr/>
          </p:nvSpPr>
          <p:spPr>
            <a:xfrm>
              <a:off x="2461139" y="7503385"/>
              <a:ext cx="635" cy="582930"/>
            </a:xfrm>
            <a:custGeom>
              <a:avLst/>
              <a:gdLst/>
              <a:ahLst/>
              <a:cxnLst/>
              <a:rect l="l" t="t" r="r" b="b"/>
              <a:pathLst>
                <a:path w="635" h="582929">
                  <a:moveTo>
                    <a:pt x="0" y="0"/>
                  </a:moveTo>
                  <a:lnTo>
                    <a:pt x="233" y="5825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8" name="object 948"/>
            <p:cNvSpPr/>
            <p:nvPr/>
          </p:nvSpPr>
          <p:spPr>
            <a:xfrm>
              <a:off x="2461373" y="8085949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0" y="0"/>
                  </a:moveTo>
                  <a:lnTo>
                    <a:pt x="0" y="5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59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9" name="object 949"/>
            <p:cNvSpPr/>
            <p:nvPr/>
          </p:nvSpPr>
          <p:spPr>
            <a:xfrm>
              <a:off x="2461479" y="836039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8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0" name="object 950"/>
            <p:cNvSpPr/>
            <p:nvPr/>
          </p:nvSpPr>
          <p:spPr>
            <a:xfrm>
              <a:off x="2461139" y="7502810"/>
              <a:ext cx="5715" cy="861694"/>
            </a:xfrm>
            <a:custGeom>
              <a:avLst/>
              <a:gdLst/>
              <a:ahLst/>
              <a:cxnLst/>
              <a:rect l="l" t="t" r="r" b="b"/>
              <a:pathLst>
                <a:path w="5714" h="861695">
                  <a:moveTo>
                    <a:pt x="5576" y="618275"/>
                  </a:moveTo>
                  <a:lnTo>
                    <a:pt x="255" y="621503"/>
                  </a:lnTo>
                  <a:lnTo>
                    <a:pt x="340" y="857584"/>
                  </a:lnTo>
                  <a:lnTo>
                    <a:pt x="5661" y="861578"/>
                  </a:lnTo>
                  <a:lnTo>
                    <a:pt x="5576" y="618275"/>
                  </a:lnTo>
                  <a:close/>
                </a:path>
                <a:path w="5714" h="861695">
                  <a:moveTo>
                    <a:pt x="5562" y="582819"/>
                  </a:moveTo>
                  <a:lnTo>
                    <a:pt x="935" y="582819"/>
                  </a:lnTo>
                  <a:lnTo>
                    <a:pt x="3192" y="587641"/>
                  </a:lnTo>
                  <a:lnTo>
                    <a:pt x="233" y="589000"/>
                  </a:lnTo>
                  <a:lnTo>
                    <a:pt x="255" y="615279"/>
                  </a:lnTo>
                  <a:lnTo>
                    <a:pt x="4575" y="612645"/>
                  </a:lnTo>
                  <a:lnTo>
                    <a:pt x="5575" y="612645"/>
                  </a:lnTo>
                  <a:lnTo>
                    <a:pt x="5562" y="582819"/>
                  </a:lnTo>
                  <a:close/>
                </a:path>
                <a:path w="5714" h="861695">
                  <a:moveTo>
                    <a:pt x="5575" y="612645"/>
                  </a:moveTo>
                  <a:lnTo>
                    <a:pt x="4575" y="612645"/>
                  </a:lnTo>
                  <a:lnTo>
                    <a:pt x="5576" y="614259"/>
                  </a:lnTo>
                  <a:lnTo>
                    <a:pt x="5575" y="612645"/>
                  </a:lnTo>
                  <a:close/>
                </a:path>
                <a:path w="5714" h="861695">
                  <a:moveTo>
                    <a:pt x="894" y="492003"/>
                  </a:moveTo>
                  <a:lnTo>
                    <a:pt x="197" y="492003"/>
                  </a:lnTo>
                  <a:lnTo>
                    <a:pt x="233" y="583138"/>
                  </a:lnTo>
                  <a:lnTo>
                    <a:pt x="935" y="582819"/>
                  </a:lnTo>
                  <a:lnTo>
                    <a:pt x="5562" y="582819"/>
                  </a:lnTo>
                  <a:lnTo>
                    <a:pt x="5534" y="518323"/>
                  </a:lnTo>
                  <a:lnTo>
                    <a:pt x="3192" y="518323"/>
                  </a:lnTo>
                  <a:lnTo>
                    <a:pt x="2426" y="513054"/>
                  </a:lnTo>
                  <a:lnTo>
                    <a:pt x="5534" y="512608"/>
                  </a:lnTo>
                  <a:lnTo>
                    <a:pt x="5534" y="497292"/>
                  </a:lnTo>
                  <a:lnTo>
                    <a:pt x="1170" y="497292"/>
                  </a:lnTo>
                  <a:lnTo>
                    <a:pt x="894" y="492003"/>
                  </a:lnTo>
                  <a:close/>
                </a:path>
                <a:path w="5714" h="861695">
                  <a:moveTo>
                    <a:pt x="5534" y="517961"/>
                  </a:moveTo>
                  <a:lnTo>
                    <a:pt x="3192" y="518323"/>
                  </a:lnTo>
                  <a:lnTo>
                    <a:pt x="5534" y="518323"/>
                  </a:lnTo>
                  <a:lnTo>
                    <a:pt x="5534" y="517961"/>
                  </a:lnTo>
                  <a:close/>
                </a:path>
                <a:path w="5714" h="861695">
                  <a:moveTo>
                    <a:pt x="5534" y="497080"/>
                  </a:moveTo>
                  <a:lnTo>
                    <a:pt x="1159" y="497080"/>
                  </a:lnTo>
                  <a:lnTo>
                    <a:pt x="1170" y="497292"/>
                  </a:lnTo>
                  <a:lnTo>
                    <a:pt x="5534" y="497292"/>
                  </a:lnTo>
                  <a:lnTo>
                    <a:pt x="5534" y="497080"/>
                  </a:lnTo>
                  <a:close/>
                </a:path>
                <a:path w="5714" h="861695">
                  <a:moveTo>
                    <a:pt x="5321" y="0"/>
                  </a:moveTo>
                  <a:lnTo>
                    <a:pt x="0" y="574"/>
                  </a:lnTo>
                  <a:lnTo>
                    <a:pt x="197" y="491769"/>
                  </a:lnTo>
                  <a:lnTo>
                    <a:pt x="5513" y="491769"/>
                  </a:lnTo>
                  <a:lnTo>
                    <a:pt x="5321" y="574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1" name="object 951"/>
            <p:cNvSpPr/>
            <p:nvPr/>
          </p:nvSpPr>
          <p:spPr>
            <a:xfrm>
              <a:off x="2461361" y="7994586"/>
              <a:ext cx="5715" cy="130175"/>
            </a:xfrm>
            <a:custGeom>
              <a:avLst/>
              <a:gdLst/>
              <a:ahLst/>
              <a:cxnLst/>
              <a:rect l="l" t="t" r="r" b="b"/>
              <a:pathLst>
                <a:path w="5714" h="130175">
                  <a:moveTo>
                    <a:pt x="2959" y="95872"/>
                  </a:moveTo>
                  <a:lnTo>
                    <a:pt x="711" y="91046"/>
                  </a:lnTo>
                  <a:lnTo>
                    <a:pt x="0" y="91363"/>
                  </a:lnTo>
                  <a:lnTo>
                    <a:pt x="0" y="97231"/>
                  </a:lnTo>
                  <a:lnTo>
                    <a:pt x="2959" y="95872"/>
                  </a:lnTo>
                  <a:close/>
                </a:path>
                <a:path w="5714" h="130175">
                  <a:moveTo>
                    <a:pt x="5308" y="20840"/>
                  </a:moveTo>
                  <a:lnTo>
                    <a:pt x="2197" y="21285"/>
                  </a:lnTo>
                  <a:lnTo>
                    <a:pt x="2959" y="26555"/>
                  </a:lnTo>
                  <a:lnTo>
                    <a:pt x="5308" y="26187"/>
                  </a:lnTo>
                  <a:lnTo>
                    <a:pt x="5308" y="20840"/>
                  </a:lnTo>
                  <a:close/>
                </a:path>
                <a:path w="5714" h="130175">
                  <a:moveTo>
                    <a:pt x="5308" y="5308"/>
                  </a:moveTo>
                  <a:lnTo>
                    <a:pt x="5283" y="0"/>
                  </a:lnTo>
                  <a:lnTo>
                    <a:pt x="660" y="228"/>
                  </a:lnTo>
                  <a:lnTo>
                    <a:pt x="939" y="5524"/>
                  </a:lnTo>
                  <a:lnTo>
                    <a:pt x="5308" y="5308"/>
                  </a:lnTo>
                  <a:close/>
                </a:path>
                <a:path w="5714" h="130175">
                  <a:moveTo>
                    <a:pt x="5346" y="122491"/>
                  </a:moveTo>
                  <a:lnTo>
                    <a:pt x="4343" y="120878"/>
                  </a:lnTo>
                  <a:lnTo>
                    <a:pt x="25" y="123507"/>
                  </a:lnTo>
                  <a:lnTo>
                    <a:pt x="25" y="129730"/>
                  </a:lnTo>
                  <a:lnTo>
                    <a:pt x="5346" y="126504"/>
                  </a:lnTo>
                  <a:lnTo>
                    <a:pt x="5346" y="122491"/>
                  </a:lnTo>
                  <a:close/>
                </a:path>
              </a:pathLst>
            </a:custGeom>
            <a:solidFill>
              <a:srgbClr val="7C4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2" name="object 952"/>
            <p:cNvSpPr/>
            <p:nvPr/>
          </p:nvSpPr>
          <p:spPr>
            <a:xfrm>
              <a:off x="2457159" y="8360394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4320" y="0"/>
                  </a:moveTo>
                  <a:lnTo>
                    <a:pt x="4320" y="2952"/>
                  </a:lnTo>
                  <a:lnTo>
                    <a:pt x="0" y="3420"/>
                  </a:lnTo>
                  <a:lnTo>
                    <a:pt x="6215" y="8093"/>
                  </a:lnTo>
                  <a:lnTo>
                    <a:pt x="9641" y="7733"/>
                  </a:lnTo>
                  <a:lnTo>
                    <a:pt x="9641" y="3994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3" name="object 953"/>
            <p:cNvSpPr/>
            <p:nvPr/>
          </p:nvSpPr>
          <p:spPr>
            <a:xfrm>
              <a:off x="2102552" y="8239285"/>
              <a:ext cx="635" cy="159385"/>
            </a:xfrm>
            <a:custGeom>
              <a:avLst/>
              <a:gdLst/>
              <a:ahLst/>
              <a:cxnLst/>
              <a:rect l="l" t="t" r="r" b="b"/>
              <a:pathLst>
                <a:path w="635" h="159384">
                  <a:moveTo>
                    <a:pt x="0" y="0"/>
                  </a:moveTo>
                  <a:lnTo>
                    <a:pt x="43" y="1589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96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4" name="object 954"/>
            <p:cNvSpPr/>
            <p:nvPr/>
          </p:nvSpPr>
          <p:spPr>
            <a:xfrm>
              <a:off x="2102595" y="839825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E8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5" name="object 955"/>
            <p:cNvSpPr/>
            <p:nvPr/>
          </p:nvSpPr>
          <p:spPr>
            <a:xfrm>
              <a:off x="2102275" y="7539605"/>
              <a:ext cx="635" cy="482600"/>
            </a:xfrm>
            <a:custGeom>
              <a:avLst/>
              <a:gdLst/>
              <a:ahLst/>
              <a:cxnLst/>
              <a:rect l="l" t="t" r="r" b="b"/>
              <a:pathLst>
                <a:path w="635" h="482600">
                  <a:moveTo>
                    <a:pt x="0" y="0"/>
                  </a:moveTo>
                  <a:lnTo>
                    <a:pt x="170" y="4823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98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6" name="object 956"/>
            <p:cNvSpPr/>
            <p:nvPr/>
          </p:nvSpPr>
          <p:spPr>
            <a:xfrm>
              <a:off x="2102574" y="8238490"/>
              <a:ext cx="5715" cy="162560"/>
            </a:xfrm>
            <a:custGeom>
              <a:avLst/>
              <a:gdLst/>
              <a:ahLst/>
              <a:cxnLst/>
              <a:rect l="l" t="t" r="r" b="b"/>
              <a:pathLst>
                <a:path w="5714" h="162559">
                  <a:moveTo>
                    <a:pt x="5334" y="160020"/>
                  </a:moveTo>
                  <a:lnTo>
                    <a:pt x="5308" y="1270"/>
                  </a:lnTo>
                  <a:lnTo>
                    <a:pt x="5270" y="0"/>
                  </a:lnTo>
                  <a:lnTo>
                    <a:pt x="1574" y="0"/>
                  </a:lnTo>
                  <a:lnTo>
                    <a:pt x="1574" y="1270"/>
                  </a:lnTo>
                  <a:lnTo>
                    <a:pt x="0" y="1270"/>
                  </a:lnTo>
                  <a:lnTo>
                    <a:pt x="0" y="160020"/>
                  </a:lnTo>
                  <a:lnTo>
                    <a:pt x="2032" y="160020"/>
                  </a:lnTo>
                  <a:lnTo>
                    <a:pt x="2032" y="162560"/>
                  </a:lnTo>
                  <a:lnTo>
                    <a:pt x="5334" y="162560"/>
                  </a:lnTo>
                  <a:lnTo>
                    <a:pt x="5334" y="16002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7" name="object 957"/>
            <p:cNvSpPr/>
            <p:nvPr/>
          </p:nvSpPr>
          <p:spPr>
            <a:xfrm>
              <a:off x="2102595" y="8398251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0" y="0"/>
                  </a:moveTo>
                  <a:lnTo>
                    <a:pt x="0" y="6649"/>
                  </a:lnTo>
                  <a:lnTo>
                    <a:pt x="1915" y="8093"/>
                  </a:lnTo>
                  <a:lnTo>
                    <a:pt x="5321" y="7733"/>
                  </a:lnTo>
                  <a:lnTo>
                    <a:pt x="5321" y="2379"/>
                  </a:lnTo>
                  <a:lnTo>
                    <a:pt x="3426" y="25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8" name="object 958"/>
            <p:cNvSpPr/>
            <p:nvPr/>
          </p:nvSpPr>
          <p:spPr>
            <a:xfrm>
              <a:off x="2102269" y="7539989"/>
              <a:ext cx="5715" cy="481330"/>
            </a:xfrm>
            <a:custGeom>
              <a:avLst/>
              <a:gdLst/>
              <a:ahLst/>
              <a:cxnLst/>
              <a:rect l="l" t="t" r="r" b="b"/>
              <a:pathLst>
                <a:path w="5714" h="481329">
                  <a:moveTo>
                    <a:pt x="5397" y="1270"/>
                  </a:moveTo>
                  <a:lnTo>
                    <a:pt x="1358" y="1270"/>
                  </a:lnTo>
                  <a:lnTo>
                    <a:pt x="1358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101" y="481330"/>
                  </a:lnTo>
                  <a:lnTo>
                    <a:pt x="5397" y="481330"/>
                  </a:lnTo>
                  <a:lnTo>
                    <a:pt x="5397" y="127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9" name="object 959"/>
            <p:cNvSpPr/>
            <p:nvPr/>
          </p:nvSpPr>
          <p:spPr>
            <a:xfrm>
              <a:off x="2464565" y="7497479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4">
                  <a:moveTo>
                    <a:pt x="1894" y="0"/>
                  </a:moveTo>
                  <a:lnTo>
                    <a:pt x="0" y="190"/>
                  </a:lnTo>
                  <a:lnTo>
                    <a:pt x="1894" y="1614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0" name="object 960"/>
            <p:cNvSpPr/>
            <p:nvPr/>
          </p:nvSpPr>
          <p:spPr>
            <a:xfrm>
              <a:off x="1675980" y="7175531"/>
              <a:ext cx="349885" cy="299720"/>
            </a:xfrm>
            <a:custGeom>
              <a:avLst/>
              <a:gdLst/>
              <a:ahLst/>
              <a:cxnLst/>
              <a:rect l="l" t="t" r="r" b="b"/>
              <a:pathLst>
                <a:path w="349885" h="299720">
                  <a:moveTo>
                    <a:pt x="349222" y="0"/>
                  </a:moveTo>
                  <a:lnTo>
                    <a:pt x="0" y="36836"/>
                  </a:lnTo>
                  <a:lnTo>
                    <a:pt x="349350" y="299556"/>
                  </a:lnTo>
                  <a:lnTo>
                    <a:pt x="349222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1" name="object 961"/>
            <p:cNvSpPr/>
            <p:nvPr/>
          </p:nvSpPr>
          <p:spPr>
            <a:xfrm>
              <a:off x="2030524" y="7177910"/>
              <a:ext cx="426720" cy="358140"/>
            </a:xfrm>
            <a:custGeom>
              <a:avLst/>
              <a:gdLst/>
              <a:ahLst/>
              <a:cxnLst/>
              <a:rect l="l" t="t" r="r" b="b"/>
              <a:pathLst>
                <a:path w="426719" h="358140">
                  <a:moveTo>
                    <a:pt x="0" y="0"/>
                  </a:moveTo>
                  <a:lnTo>
                    <a:pt x="128" y="301171"/>
                  </a:lnTo>
                  <a:lnTo>
                    <a:pt x="75178" y="357615"/>
                  </a:lnTo>
                  <a:lnTo>
                    <a:pt x="426294" y="3205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B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2" name="object 962"/>
            <p:cNvSpPr/>
            <p:nvPr/>
          </p:nvSpPr>
          <p:spPr>
            <a:xfrm>
              <a:off x="2030524" y="7177910"/>
              <a:ext cx="635" cy="301625"/>
            </a:xfrm>
            <a:custGeom>
              <a:avLst/>
              <a:gdLst/>
              <a:ahLst/>
              <a:cxnLst/>
              <a:rect l="l" t="t" r="r" b="b"/>
              <a:pathLst>
                <a:path w="635" h="301625">
                  <a:moveTo>
                    <a:pt x="0" y="0"/>
                  </a:moveTo>
                  <a:lnTo>
                    <a:pt x="128" y="301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A0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3" name="object 963"/>
            <p:cNvSpPr/>
            <p:nvPr/>
          </p:nvSpPr>
          <p:spPr>
            <a:xfrm>
              <a:off x="2025203" y="7175531"/>
              <a:ext cx="635" cy="299720"/>
            </a:xfrm>
            <a:custGeom>
              <a:avLst/>
              <a:gdLst/>
              <a:ahLst/>
              <a:cxnLst/>
              <a:rect l="l" t="t" r="r" b="b"/>
              <a:pathLst>
                <a:path w="635" h="299720">
                  <a:moveTo>
                    <a:pt x="0" y="0"/>
                  </a:moveTo>
                  <a:lnTo>
                    <a:pt x="128" y="299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4" name="object 964"/>
            <p:cNvSpPr/>
            <p:nvPr/>
          </p:nvSpPr>
          <p:spPr>
            <a:xfrm>
              <a:off x="2025192" y="7175500"/>
              <a:ext cx="5715" cy="303530"/>
            </a:xfrm>
            <a:custGeom>
              <a:avLst/>
              <a:gdLst/>
              <a:ahLst/>
              <a:cxnLst/>
              <a:rect l="l" t="t" r="r" b="b"/>
              <a:pathLst>
                <a:path w="5714" h="303529">
                  <a:moveTo>
                    <a:pt x="5448" y="299720"/>
                  </a:moveTo>
                  <a:lnTo>
                    <a:pt x="5384" y="2540"/>
                  </a:lnTo>
                  <a:lnTo>
                    <a:pt x="3822" y="2540"/>
                  </a:lnTo>
                  <a:lnTo>
                    <a:pt x="3822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63" y="299720"/>
                  </a:lnTo>
                  <a:lnTo>
                    <a:pt x="2844" y="299720"/>
                  </a:lnTo>
                  <a:lnTo>
                    <a:pt x="2844" y="303530"/>
                  </a:lnTo>
                  <a:lnTo>
                    <a:pt x="5448" y="303530"/>
                  </a:lnTo>
                  <a:lnTo>
                    <a:pt x="5448" y="29972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5" name="object 965"/>
            <p:cNvSpPr/>
            <p:nvPr/>
          </p:nvSpPr>
          <p:spPr>
            <a:xfrm>
              <a:off x="1675980" y="7212368"/>
              <a:ext cx="349885" cy="262890"/>
            </a:xfrm>
            <a:custGeom>
              <a:avLst/>
              <a:gdLst/>
              <a:ahLst/>
              <a:cxnLst/>
              <a:rect l="l" t="t" r="r" b="b"/>
              <a:pathLst>
                <a:path w="349885" h="262890">
                  <a:moveTo>
                    <a:pt x="0" y="0"/>
                  </a:moveTo>
                  <a:lnTo>
                    <a:pt x="349350" y="2627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6" name="object 966"/>
            <p:cNvSpPr/>
            <p:nvPr/>
          </p:nvSpPr>
          <p:spPr>
            <a:xfrm>
              <a:off x="2030652" y="7479082"/>
              <a:ext cx="75565" cy="56515"/>
            </a:xfrm>
            <a:custGeom>
              <a:avLst/>
              <a:gdLst/>
              <a:ahLst/>
              <a:cxnLst/>
              <a:rect l="l" t="t" r="r" b="b"/>
              <a:pathLst>
                <a:path w="75564" h="56515">
                  <a:moveTo>
                    <a:pt x="0" y="0"/>
                  </a:moveTo>
                  <a:lnTo>
                    <a:pt x="75029" y="564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9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7" name="object 967"/>
            <p:cNvSpPr/>
            <p:nvPr/>
          </p:nvSpPr>
          <p:spPr>
            <a:xfrm>
              <a:off x="2030652" y="7479082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89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8" name="object 968"/>
            <p:cNvSpPr/>
            <p:nvPr/>
          </p:nvSpPr>
          <p:spPr>
            <a:xfrm>
              <a:off x="2025331" y="747508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8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9" name="object 969"/>
            <p:cNvSpPr/>
            <p:nvPr/>
          </p:nvSpPr>
          <p:spPr>
            <a:xfrm>
              <a:off x="2025331" y="7475088"/>
              <a:ext cx="5715" cy="4445"/>
            </a:xfrm>
            <a:custGeom>
              <a:avLst/>
              <a:gdLst/>
              <a:ahLst/>
              <a:cxnLst/>
              <a:rect l="l" t="t" r="r" b="b"/>
              <a:pathLst>
                <a:path w="5714" h="4445">
                  <a:moveTo>
                    <a:pt x="0" y="0"/>
                  </a:moveTo>
                  <a:lnTo>
                    <a:pt x="5321" y="40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C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0" name="object 970"/>
            <p:cNvSpPr/>
            <p:nvPr/>
          </p:nvSpPr>
          <p:spPr>
            <a:xfrm>
              <a:off x="2105703" y="7498497"/>
              <a:ext cx="351155" cy="37465"/>
            </a:xfrm>
            <a:custGeom>
              <a:avLst/>
              <a:gdLst/>
              <a:ahLst/>
              <a:cxnLst/>
              <a:rect l="l" t="t" r="r" b="b"/>
              <a:pathLst>
                <a:path w="351155" h="37465">
                  <a:moveTo>
                    <a:pt x="351115" y="0"/>
                  </a:moveTo>
                  <a:lnTo>
                    <a:pt x="0" y="37028"/>
                  </a:lnTo>
                  <a:lnTo>
                    <a:pt x="351115" y="0"/>
                  </a:lnTo>
                  <a:close/>
                </a:path>
              </a:pathLst>
            </a:custGeom>
            <a:solidFill>
              <a:srgbClr val="7C9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1" name="object 971"/>
            <p:cNvSpPr/>
            <p:nvPr/>
          </p:nvSpPr>
          <p:spPr>
            <a:xfrm>
              <a:off x="2105681" y="7535526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8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2" name="object 972"/>
            <p:cNvSpPr/>
            <p:nvPr/>
          </p:nvSpPr>
          <p:spPr>
            <a:xfrm>
              <a:off x="1661996" y="7208033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4" h="3809">
                  <a:moveTo>
                    <a:pt x="4320" y="0"/>
                  </a:moveTo>
                  <a:lnTo>
                    <a:pt x="0" y="467"/>
                  </a:lnTo>
                  <a:lnTo>
                    <a:pt x="4320" y="3718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3" name="object 973"/>
            <p:cNvSpPr/>
            <p:nvPr/>
          </p:nvSpPr>
          <p:spPr>
            <a:xfrm>
              <a:off x="1675980" y="7175531"/>
              <a:ext cx="349250" cy="36830"/>
            </a:xfrm>
            <a:custGeom>
              <a:avLst/>
              <a:gdLst/>
              <a:ahLst/>
              <a:cxnLst/>
              <a:rect l="l" t="t" r="r" b="b"/>
              <a:pathLst>
                <a:path w="349250" h="36829">
                  <a:moveTo>
                    <a:pt x="349222" y="0"/>
                  </a:moveTo>
                  <a:lnTo>
                    <a:pt x="0" y="36836"/>
                  </a:lnTo>
                  <a:lnTo>
                    <a:pt x="349222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4" name="object 974"/>
            <p:cNvSpPr/>
            <p:nvPr/>
          </p:nvSpPr>
          <p:spPr>
            <a:xfrm>
              <a:off x="1669766" y="7170177"/>
              <a:ext cx="355600" cy="42545"/>
            </a:xfrm>
            <a:custGeom>
              <a:avLst/>
              <a:gdLst/>
              <a:ahLst/>
              <a:cxnLst/>
              <a:rect l="l" t="t" r="r" b="b"/>
              <a:pathLst>
                <a:path w="355600" h="42545">
                  <a:moveTo>
                    <a:pt x="355436" y="0"/>
                  </a:moveTo>
                  <a:lnTo>
                    <a:pt x="0" y="37495"/>
                  </a:lnTo>
                  <a:lnTo>
                    <a:pt x="6214" y="42169"/>
                  </a:lnTo>
                  <a:lnTo>
                    <a:pt x="355436" y="5332"/>
                  </a:lnTo>
                  <a:lnTo>
                    <a:pt x="355436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5" name="object 975"/>
            <p:cNvSpPr/>
            <p:nvPr/>
          </p:nvSpPr>
          <p:spPr>
            <a:xfrm>
              <a:off x="2030524" y="717788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8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6" name="object 976"/>
            <p:cNvSpPr/>
            <p:nvPr/>
          </p:nvSpPr>
          <p:spPr>
            <a:xfrm>
              <a:off x="2025203" y="7169816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5321" y="5501"/>
                  </a:moveTo>
                  <a:lnTo>
                    <a:pt x="1894" y="5501"/>
                  </a:lnTo>
                  <a:lnTo>
                    <a:pt x="5321" y="8093"/>
                  </a:lnTo>
                  <a:lnTo>
                    <a:pt x="5321" y="5501"/>
                  </a:lnTo>
                  <a:close/>
                </a:path>
                <a:path w="5714" h="8254">
                  <a:moveTo>
                    <a:pt x="3426" y="0"/>
                  </a:moveTo>
                  <a:lnTo>
                    <a:pt x="0" y="360"/>
                  </a:lnTo>
                  <a:lnTo>
                    <a:pt x="0" y="5714"/>
                  </a:lnTo>
                  <a:lnTo>
                    <a:pt x="2176" y="5714"/>
                  </a:lnTo>
                  <a:lnTo>
                    <a:pt x="1894" y="5501"/>
                  </a:lnTo>
                  <a:lnTo>
                    <a:pt x="5321" y="5501"/>
                  </a:lnTo>
                  <a:lnTo>
                    <a:pt x="5321" y="1445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7" name="object 977"/>
            <p:cNvSpPr/>
            <p:nvPr/>
          </p:nvSpPr>
          <p:spPr>
            <a:xfrm>
              <a:off x="1671660" y="7215745"/>
              <a:ext cx="353695" cy="266065"/>
            </a:xfrm>
            <a:custGeom>
              <a:avLst/>
              <a:gdLst/>
              <a:ahLst/>
              <a:cxnLst/>
              <a:rect l="l" t="t" r="r" b="b"/>
              <a:pathLst>
                <a:path w="353694" h="266065">
                  <a:moveTo>
                    <a:pt x="0" y="0"/>
                  </a:moveTo>
                  <a:lnTo>
                    <a:pt x="353670" y="2660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90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8" name="object 978"/>
            <p:cNvSpPr/>
            <p:nvPr/>
          </p:nvSpPr>
          <p:spPr>
            <a:xfrm>
              <a:off x="2030652" y="7485730"/>
              <a:ext cx="71755" cy="53975"/>
            </a:xfrm>
            <a:custGeom>
              <a:avLst/>
              <a:gdLst/>
              <a:ahLst/>
              <a:cxnLst/>
              <a:rect l="l" t="t" r="r" b="b"/>
              <a:pathLst>
                <a:path w="71755" h="53975">
                  <a:moveTo>
                    <a:pt x="0" y="0"/>
                  </a:moveTo>
                  <a:lnTo>
                    <a:pt x="71601" y="538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98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9" name="object 979"/>
            <p:cNvSpPr/>
            <p:nvPr/>
          </p:nvSpPr>
          <p:spPr>
            <a:xfrm>
              <a:off x="2030652" y="748573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6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0" name="object 980"/>
            <p:cNvSpPr/>
            <p:nvPr/>
          </p:nvSpPr>
          <p:spPr>
            <a:xfrm>
              <a:off x="2025331" y="748173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C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1" name="object 981"/>
            <p:cNvSpPr/>
            <p:nvPr/>
          </p:nvSpPr>
          <p:spPr>
            <a:xfrm>
              <a:off x="2025331" y="7481737"/>
              <a:ext cx="5715" cy="4445"/>
            </a:xfrm>
            <a:custGeom>
              <a:avLst/>
              <a:gdLst/>
              <a:ahLst/>
              <a:cxnLst/>
              <a:rect l="l" t="t" r="r" b="b"/>
              <a:pathLst>
                <a:path w="5714" h="4445">
                  <a:moveTo>
                    <a:pt x="0" y="0"/>
                  </a:moveTo>
                  <a:lnTo>
                    <a:pt x="5321" y="40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8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2" name="object 982"/>
            <p:cNvSpPr/>
            <p:nvPr/>
          </p:nvSpPr>
          <p:spPr>
            <a:xfrm>
              <a:off x="1671638" y="7212368"/>
              <a:ext cx="353695" cy="269875"/>
            </a:xfrm>
            <a:custGeom>
              <a:avLst/>
              <a:gdLst/>
              <a:ahLst/>
              <a:cxnLst/>
              <a:rect l="l" t="t" r="r" b="b"/>
              <a:pathLst>
                <a:path w="353694" h="269875">
                  <a:moveTo>
                    <a:pt x="4342" y="0"/>
                  </a:moveTo>
                  <a:lnTo>
                    <a:pt x="0" y="445"/>
                  </a:lnTo>
                  <a:lnTo>
                    <a:pt x="0" y="3398"/>
                  </a:lnTo>
                  <a:lnTo>
                    <a:pt x="353692" y="269369"/>
                  </a:lnTo>
                  <a:lnTo>
                    <a:pt x="353692" y="262741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3" name="object 983"/>
            <p:cNvSpPr/>
            <p:nvPr/>
          </p:nvSpPr>
          <p:spPr>
            <a:xfrm>
              <a:off x="1666339" y="7207673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3427" y="0"/>
                  </a:moveTo>
                  <a:lnTo>
                    <a:pt x="0" y="360"/>
                  </a:lnTo>
                  <a:lnTo>
                    <a:pt x="0" y="4079"/>
                  </a:lnTo>
                  <a:lnTo>
                    <a:pt x="5299" y="8093"/>
                  </a:lnTo>
                  <a:lnTo>
                    <a:pt x="5299" y="5140"/>
                  </a:lnTo>
                  <a:lnTo>
                    <a:pt x="9641" y="4673"/>
                  </a:lnTo>
                  <a:lnTo>
                    <a:pt x="3427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4" name="object 984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025331" y="7475109"/>
              <a:ext cx="80350" cy="64474"/>
            </a:xfrm>
            <a:prstGeom prst="rect">
              <a:avLst/>
            </a:prstGeom>
          </p:spPr>
        </p:pic>
        <p:sp>
          <p:nvSpPr>
            <p:cNvPr id="985" name="object 985"/>
            <p:cNvSpPr/>
            <p:nvPr/>
          </p:nvSpPr>
          <p:spPr>
            <a:xfrm>
              <a:off x="2466460" y="7499115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4" h="3809">
                  <a:moveTo>
                    <a:pt x="0" y="0"/>
                  </a:moveTo>
                  <a:lnTo>
                    <a:pt x="0" y="3695"/>
                  </a:lnTo>
                  <a:lnTo>
                    <a:pt x="4320" y="3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6" name="object 986"/>
            <p:cNvSpPr/>
            <p:nvPr/>
          </p:nvSpPr>
          <p:spPr>
            <a:xfrm>
              <a:off x="2107596" y="7503363"/>
              <a:ext cx="353695" cy="37465"/>
            </a:xfrm>
            <a:custGeom>
              <a:avLst/>
              <a:gdLst/>
              <a:ahLst/>
              <a:cxnLst/>
              <a:rect l="l" t="t" r="r" b="b"/>
              <a:pathLst>
                <a:path w="353694" h="37465">
                  <a:moveTo>
                    <a:pt x="353542" y="0"/>
                  </a:moveTo>
                  <a:lnTo>
                    <a:pt x="0" y="37303"/>
                  </a:lnTo>
                  <a:lnTo>
                    <a:pt x="353542" y="0"/>
                  </a:lnTo>
                  <a:close/>
                </a:path>
              </a:pathLst>
            </a:custGeom>
            <a:solidFill>
              <a:srgbClr val="778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7" name="object 987"/>
            <p:cNvSpPr/>
            <p:nvPr/>
          </p:nvSpPr>
          <p:spPr>
            <a:xfrm>
              <a:off x="2107575" y="754066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777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8" name="object 988"/>
            <p:cNvSpPr/>
            <p:nvPr/>
          </p:nvSpPr>
          <p:spPr>
            <a:xfrm>
              <a:off x="2466460" y="7499093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9" name="object 989"/>
            <p:cNvSpPr/>
            <p:nvPr/>
          </p:nvSpPr>
          <p:spPr>
            <a:xfrm>
              <a:off x="2105703" y="7498497"/>
              <a:ext cx="355600" cy="42545"/>
            </a:xfrm>
            <a:custGeom>
              <a:avLst/>
              <a:gdLst/>
              <a:ahLst/>
              <a:cxnLst/>
              <a:rect l="l" t="t" r="r" b="b"/>
              <a:pathLst>
                <a:path w="355600" h="42545">
                  <a:moveTo>
                    <a:pt x="351115" y="0"/>
                  </a:moveTo>
                  <a:lnTo>
                    <a:pt x="0" y="37028"/>
                  </a:lnTo>
                  <a:lnTo>
                    <a:pt x="1893" y="38451"/>
                  </a:lnTo>
                  <a:lnTo>
                    <a:pt x="1871" y="42169"/>
                  </a:lnTo>
                  <a:lnTo>
                    <a:pt x="355436" y="4865"/>
                  </a:lnTo>
                  <a:lnTo>
                    <a:pt x="355436" y="3251"/>
                  </a:lnTo>
                  <a:lnTo>
                    <a:pt x="351115" y="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0" name="object 990"/>
            <p:cNvSpPr/>
            <p:nvPr/>
          </p:nvSpPr>
          <p:spPr>
            <a:xfrm>
              <a:off x="2456818" y="7497669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5">
                  <a:moveTo>
                    <a:pt x="7747" y="0"/>
                  </a:moveTo>
                  <a:lnTo>
                    <a:pt x="0" y="828"/>
                  </a:lnTo>
                  <a:lnTo>
                    <a:pt x="4320" y="4079"/>
                  </a:lnTo>
                  <a:lnTo>
                    <a:pt x="4320" y="5714"/>
                  </a:lnTo>
                  <a:lnTo>
                    <a:pt x="9641" y="5140"/>
                  </a:lnTo>
                  <a:lnTo>
                    <a:pt x="9641" y="2762"/>
                  </a:lnTo>
                  <a:lnTo>
                    <a:pt x="6981" y="2762"/>
                  </a:lnTo>
                  <a:lnTo>
                    <a:pt x="8577" y="637"/>
                  </a:lnTo>
                  <a:lnTo>
                    <a:pt x="7747" y="0"/>
                  </a:lnTo>
                  <a:close/>
                </a:path>
                <a:path w="10160" h="5715">
                  <a:moveTo>
                    <a:pt x="8577" y="637"/>
                  </a:moveTo>
                  <a:lnTo>
                    <a:pt x="6981" y="2762"/>
                  </a:lnTo>
                  <a:lnTo>
                    <a:pt x="9641" y="2762"/>
                  </a:lnTo>
                  <a:lnTo>
                    <a:pt x="9641" y="1423"/>
                  </a:lnTo>
                  <a:lnTo>
                    <a:pt x="8577" y="637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1" name="object 991"/>
            <p:cNvSpPr/>
            <p:nvPr/>
          </p:nvSpPr>
          <p:spPr>
            <a:xfrm>
              <a:off x="2102253" y="7539583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0" y="0"/>
                  </a:moveTo>
                  <a:lnTo>
                    <a:pt x="21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2" name="object 992"/>
            <p:cNvSpPr/>
            <p:nvPr/>
          </p:nvSpPr>
          <p:spPr>
            <a:xfrm>
              <a:off x="2102253" y="7535526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5">
                  <a:moveTo>
                    <a:pt x="3449" y="0"/>
                  </a:moveTo>
                  <a:lnTo>
                    <a:pt x="0" y="360"/>
                  </a:lnTo>
                  <a:lnTo>
                    <a:pt x="21" y="4079"/>
                  </a:lnTo>
                  <a:lnTo>
                    <a:pt x="1894" y="5501"/>
                  </a:lnTo>
                  <a:lnTo>
                    <a:pt x="5321" y="5140"/>
                  </a:lnTo>
                  <a:lnTo>
                    <a:pt x="5342" y="1423"/>
                  </a:lnTo>
                  <a:lnTo>
                    <a:pt x="3449" y="0"/>
                  </a:lnTo>
                  <a:close/>
                </a:path>
              </a:pathLst>
            </a:custGeom>
            <a:solidFill>
              <a:srgbClr val="686D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3" name="object 993"/>
            <p:cNvSpPr/>
            <p:nvPr/>
          </p:nvSpPr>
          <p:spPr>
            <a:xfrm>
              <a:off x="2030524" y="7177889"/>
              <a:ext cx="426720" cy="320675"/>
            </a:xfrm>
            <a:custGeom>
              <a:avLst/>
              <a:gdLst/>
              <a:ahLst/>
              <a:cxnLst/>
              <a:rect l="l" t="t" r="r" b="b"/>
              <a:pathLst>
                <a:path w="426719" h="320675">
                  <a:moveTo>
                    <a:pt x="0" y="0"/>
                  </a:moveTo>
                  <a:lnTo>
                    <a:pt x="426294" y="320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4" name="object 994"/>
            <p:cNvSpPr/>
            <p:nvPr/>
          </p:nvSpPr>
          <p:spPr>
            <a:xfrm>
              <a:off x="2030524" y="7171262"/>
              <a:ext cx="434340" cy="327660"/>
            </a:xfrm>
            <a:custGeom>
              <a:avLst/>
              <a:gdLst/>
              <a:ahLst/>
              <a:cxnLst/>
              <a:rect l="l" t="t" r="r" b="b"/>
              <a:pathLst>
                <a:path w="434339" h="327659">
                  <a:moveTo>
                    <a:pt x="0" y="0"/>
                  </a:moveTo>
                  <a:lnTo>
                    <a:pt x="0" y="6626"/>
                  </a:lnTo>
                  <a:lnTo>
                    <a:pt x="426294" y="327235"/>
                  </a:lnTo>
                  <a:lnTo>
                    <a:pt x="434041" y="3264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5" name="object 995"/>
            <p:cNvSpPr/>
            <p:nvPr/>
          </p:nvSpPr>
          <p:spPr>
            <a:xfrm>
              <a:off x="1550145" y="7520295"/>
              <a:ext cx="346075" cy="0"/>
            </a:xfrm>
            <a:custGeom>
              <a:avLst/>
              <a:gdLst/>
              <a:ahLst/>
              <a:cxnLst/>
              <a:rect l="l" t="t" r="r" b="b"/>
              <a:pathLst>
                <a:path w="346075">
                  <a:moveTo>
                    <a:pt x="0" y="0"/>
                  </a:moveTo>
                  <a:lnTo>
                    <a:pt x="345580" y="0"/>
                  </a:lnTo>
                </a:path>
              </a:pathLst>
            </a:custGeom>
            <a:ln w="6245">
              <a:solidFill>
                <a:srgbClr val="C7161D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6" name="object 996"/>
            <p:cNvSpPr/>
            <p:nvPr/>
          </p:nvSpPr>
          <p:spPr>
            <a:xfrm>
              <a:off x="1462443" y="7458925"/>
              <a:ext cx="434975" cy="278130"/>
            </a:xfrm>
            <a:custGeom>
              <a:avLst/>
              <a:gdLst/>
              <a:ahLst/>
              <a:cxnLst/>
              <a:rect l="l" t="t" r="r" b="b"/>
              <a:pathLst>
                <a:path w="434975" h="278129">
                  <a:moveTo>
                    <a:pt x="21005" y="214325"/>
                  </a:moveTo>
                  <a:lnTo>
                    <a:pt x="19177" y="209334"/>
                  </a:lnTo>
                  <a:lnTo>
                    <a:pt x="0" y="216344"/>
                  </a:lnTo>
                  <a:lnTo>
                    <a:pt x="1828" y="221335"/>
                  </a:lnTo>
                  <a:lnTo>
                    <a:pt x="21005" y="214325"/>
                  </a:lnTo>
                  <a:close/>
                </a:path>
                <a:path w="434975" h="278129">
                  <a:moveTo>
                    <a:pt x="24498" y="2844"/>
                  </a:moveTo>
                  <a:lnTo>
                    <a:pt x="3517" y="0"/>
                  </a:lnTo>
                  <a:lnTo>
                    <a:pt x="2794" y="5270"/>
                  </a:lnTo>
                  <a:lnTo>
                    <a:pt x="23774" y="8115"/>
                  </a:lnTo>
                  <a:lnTo>
                    <a:pt x="24498" y="2844"/>
                  </a:lnTo>
                  <a:close/>
                </a:path>
                <a:path w="434975" h="278129">
                  <a:moveTo>
                    <a:pt x="59385" y="200304"/>
                  </a:moveTo>
                  <a:lnTo>
                    <a:pt x="57556" y="195313"/>
                  </a:lnTo>
                  <a:lnTo>
                    <a:pt x="38379" y="202323"/>
                  </a:lnTo>
                  <a:lnTo>
                    <a:pt x="40208" y="207314"/>
                  </a:lnTo>
                  <a:lnTo>
                    <a:pt x="59385" y="200304"/>
                  </a:lnTo>
                  <a:close/>
                </a:path>
                <a:path w="434975" h="278129">
                  <a:moveTo>
                    <a:pt x="66471" y="8547"/>
                  </a:moveTo>
                  <a:lnTo>
                    <a:pt x="45491" y="5689"/>
                  </a:lnTo>
                  <a:lnTo>
                    <a:pt x="44767" y="10947"/>
                  </a:lnTo>
                  <a:lnTo>
                    <a:pt x="65747" y="13792"/>
                  </a:lnTo>
                  <a:lnTo>
                    <a:pt x="66471" y="8547"/>
                  </a:lnTo>
                  <a:close/>
                </a:path>
                <a:path w="434975" h="278129">
                  <a:moveTo>
                    <a:pt x="97764" y="186283"/>
                  </a:moveTo>
                  <a:lnTo>
                    <a:pt x="95935" y="181292"/>
                  </a:lnTo>
                  <a:lnTo>
                    <a:pt x="76758" y="188302"/>
                  </a:lnTo>
                  <a:lnTo>
                    <a:pt x="78587" y="193294"/>
                  </a:lnTo>
                  <a:lnTo>
                    <a:pt x="97764" y="186283"/>
                  </a:lnTo>
                  <a:close/>
                </a:path>
                <a:path w="434975" h="278129">
                  <a:moveTo>
                    <a:pt x="104470" y="266484"/>
                  </a:moveTo>
                  <a:lnTo>
                    <a:pt x="101676" y="261962"/>
                  </a:lnTo>
                  <a:lnTo>
                    <a:pt x="82778" y="273596"/>
                  </a:lnTo>
                  <a:lnTo>
                    <a:pt x="85572" y="278104"/>
                  </a:lnTo>
                  <a:lnTo>
                    <a:pt x="104470" y="266484"/>
                  </a:lnTo>
                  <a:close/>
                </a:path>
                <a:path w="434975" h="278129">
                  <a:moveTo>
                    <a:pt x="108445" y="14211"/>
                  </a:moveTo>
                  <a:lnTo>
                    <a:pt x="87464" y="11366"/>
                  </a:lnTo>
                  <a:lnTo>
                    <a:pt x="86741" y="16637"/>
                  </a:lnTo>
                  <a:lnTo>
                    <a:pt x="107721" y="19481"/>
                  </a:lnTo>
                  <a:lnTo>
                    <a:pt x="108445" y="14211"/>
                  </a:lnTo>
                  <a:close/>
                </a:path>
                <a:path w="434975" h="278129">
                  <a:moveTo>
                    <a:pt x="136144" y="172262"/>
                  </a:moveTo>
                  <a:lnTo>
                    <a:pt x="134315" y="167271"/>
                  </a:lnTo>
                  <a:lnTo>
                    <a:pt x="115138" y="174282"/>
                  </a:lnTo>
                  <a:lnTo>
                    <a:pt x="116967" y="179273"/>
                  </a:lnTo>
                  <a:lnTo>
                    <a:pt x="136144" y="172262"/>
                  </a:lnTo>
                  <a:close/>
                </a:path>
                <a:path w="434975" h="278129">
                  <a:moveTo>
                    <a:pt x="142252" y="243217"/>
                  </a:moveTo>
                  <a:lnTo>
                    <a:pt x="139458" y="238696"/>
                  </a:lnTo>
                  <a:lnTo>
                    <a:pt x="120561" y="250317"/>
                  </a:lnTo>
                  <a:lnTo>
                    <a:pt x="123342" y="254838"/>
                  </a:lnTo>
                  <a:lnTo>
                    <a:pt x="142252" y="243217"/>
                  </a:lnTo>
                  <a:close/>
                </a:path>
                <a:path w="434975" h="278129">
                  <a:moveTo>
                    <a:pt x="150406" y="19900"/>
                  </a:moveTo>
                  <a:lnTo>
                    <a:pt x="129413" y="17056"/>
                  </a:lnTo>
                  <a:lnTo>
                    <a:pt x="128714" y="22326"/>
                  </a:lnTo>
                  <a:lnTo>
                    <a:pt x="149694" y="25171"/>
                  </a:lnTo>
                  <a:lnTo>
                    <a:pt x="150406" y="19900"/>
                  </a:lnTo>
                  <a:close/>
                </a:path>
                <a:path w="434975" h="278129">
                  <a:moveTo>
                    <a:pt x="174523" y="158242"/>
                  </a:moveTo>
                  <a:lnTo>
                    <a:pt x="172681" y="153250"/>
                  </a:lnTo>
                  <a:lnTo>
                    <a:pt x="153504" y="160261"/>
                  </a:lnTo>
                  <a:lnTo>
                    <a:pt x="155333" y="165252"/>
                  </a:lnTo>
                  <a:lnTo>
                    <a:pt x="174523" y="158242"/>
                  </a:lnTo>
                  <a:close/>
                </a:path>
                <a:path w="434975" h="278129">
                  <a:moveTo>
                    <a:pt x="180035" y="219938"/>
                  </a:moveTo>
                  <a:lnTo>
                    <a:pt x="177241" y="215417"/>
                  </a:lnTo>
                  <a:lnTo>
                    <a:pt x="158356" y="227050"/>
                  </a:lnTo>
                  <a:lnTo>
                    <a:pt x="161150" y="231584"/>
                  </a:lnTo>
                  <a:lnTo>
                    <a:pt x="180035" y="219938"/>
                  </a:lnTo>
                  <a:close/>
                </a:path>
                <a:path w="434975" h="278129">
                  <a:moveTo>
                    <a:pt x="192379" y="25603"/>
                  </a:moveTo>
                  <a:lnTo>
                    <a:pt x="171386" y="22758"/>
                  </a:lnTo>
                  <a:lnTo>
                    <a:pt x="170688" y="28003"/>
                  </a:lnTo>
                  <a:lnTo>
                    <a:pt x="191668" y="30848"/>
                  </a:lnTo>
                  <a:lnTo>
                    <a:pt x="192379" y="25603"/>
                  </a:lnTo>
                  <a:close/>
                </a:path>
                <a:path w="434975" h="278129">
                  <a:moveTo>
                    <a:pt x="212890" y="144221"/>
                  </a:moveTo>
                  <a:lnTo>
                    <a:pt x="211086" y="139230"/>
                  </a:lnTo>
                  <a:lnTo>
                    <a:pt x="191884" y="146240"/>
                  </a:lnTo>
                  <a:lnTo>
                    <a:pt x="193713" y="151231"/>
                  </a:lnTo>
                  <a:lnTo>
                    <a:pt x="212890" y="144221"/>
                  </a:lnTo>
                  <a:close/>
                </a:path>
                <a:path w="434975" h="278129">
                  <a:moveTo>
                    <a:pt x="217830" y="196672"/>
                  </a:moveTo>
                  <a:lnTo>
                    <a:pt x="215049" y="192151"/>
                  </a:lnTo>
                  <a:lnTo>
                    <a:pt x="196138" y="203796"/>
                  </a:lnTo>
                  <a:lnTo>
                    <a:pt x="198932" y="208318"/>
                  </a:lnTo>
                  <a:lnTo>
                    <a:pt x="217830" y="196672"/>
                  </a:lnTo>
                  <a:close/>
                </a:path>
                <a:path w="434975" h="278129">
                  <a:moveTo>
                    <a:pt x="234353" y="31267"/>
                  </a:moveTo>
                  <a:lnTo>
                    <a:pt x="213360" y="28422"/>
                  </a:lnTo>
                  <a:lnTo>
                    <a:pt x="212661" y="33693"/>
                  </a:lnTo>
                  <a:lnTo>
                    <a:pt x="233641" y="36537"/>
                  </a:lnTo>
                  <a:lnTo>
                    <a:pt x="234353" y="31267"/>
                  </a:lnTo>
                  <a:close/>
                </a:path>
                <a:path w="434975" h="278129">
                  <a:moveTo>
                    <a:pt x="251269" y="130200"/>
                  </a:moveTo>
                  <a:lnTo>
                    <a:pt x="249440" y="125209"/>
                  </a:lnTo>
                  <a:lnTo>
                    <a:pt x="230263" y="132219"/>
                  </a:lnTo>
                  <a:lnTo>
                    <a:pt x="232092" y="137210"/>
                  </a:lnTo>
                  <a:lnTo>
                    <a:pt x="251269" y="130200"/>
                  </a:lnTo>
                  <a:close/>
                </a:path>
                <a:path w="434975" h="278129">
                  <a:moveTo>
                    <a:pt x="255612" y="173418"/>
                  </a:moveTo>
                  <a:lnTo>
                    <a:pt x="252818" y="168884"/>
                  </a:lnTo>
                  <a:lnTo>
                    <a:pt x="233921" y="180530"/>
                  </a:lnTo>
                  <a:lnTo>
                    <a:pt x="236715" y="185039"/>
                  </a:lnTo>
                  <a:lnTo>
                    <a:pt x="255612" y="173418"/>
                  </a:lnTo>
                  <a:close/>
                </a:path>
                <a:path w="434975" h="278129">
                  <a:moveTo>
                    <a:pt x="276326" y="36969"/>
                  </a:moveTo>
                  <a:lnTo>
                    <a:pt x="255333" y="34124"/>
                  </a:lnTo>
                  <a:lnTo>
                    <a:pt x="254635" y="39382"/>
                  </a:lnTo>
                  <a:lnTo>
                    <a:pt x="275615" y="42227"/>
                  </a:lnTo>
                  <a:lnTo>
                    <a:pt x="276326" y="36969"/>
                  </a:lnTo>
                  <a:close/>
                </a:path>
                <a:path w="434975" h="278129">
                  <a:moveTo>
                    <a:pt x="289648" y="116179"/>
                  </a:moveTo>
                  <a:lnTo>
                    <a:pt x="287832" y="111213"/>
                  </a:lnTo>
                  <a:lnTo>
                    <a:pt x="268643" y="118224"/>
                  </a:lnTo>
                  <a:lnTo>
                    <a:pt x="270471" y="123190"/>
                  </a:lnTo>
                  <a:lnTo>
                    <a:pt x="289648" y="116179"/>
                  </a:lnTo>
                  <a:close/>
                </a:path>
                <a:path w="434975" h="278129">
                  <a:moveTo>
                    <a:pt x="293395" y="150126"/>
                  </a:moveTo>
                  <a:lnTo>
                    <a:pt x="290601" y="145630"/>
                  </a:lnTo>
                  <a:lnTo>
                    <a:pt x="271729" y="157251"/>
                  </a:lnTo>
                  <a:lnTo>
                    <a:pt x="274510" y="161772"/>
                  </a:lnTo>
                  <a:lnTo>
                    <a:pt x="293395" y="150126"/>
                  </a:lnTo>
                  <a:close/>
                </a:path>
                <a:path w="434975" h="278129">
                  <a:moveTo>
                    <a:pt x="318300" y="42659"/>
                  </a:moveTo>
                  <a:lnTo>
                    <a:pt x="297307" y="39814"/>
                  </a:lnTo>
                  <a:lnTo>
                    <a:pt x="296583" y="45059"/>
                  </a:lnTo>
                  <a:lnTo>
                    <a:pt x="317588" y="47904"/>
                  </a:lnTo>
                  <a:lnTo>
                    <a:pt x="318300" y="42659"/>
                  </a:lnTo>
                  <a:close/>
                </a:path>
                <a:path w="434975" h="278129">
                  <a:moveTo>
                    <a:pt x="328028" y="102158"/>
                  </a:moveTo>
                  <a:lnTo>
                    <a:pt x="326212" y="97193"/>
                  </a:lnTo>
                  <a:lnTo>
                    <a:pt x="307009" y="104203"/>
                  </a:lnTo>
                  <a:lnTo>
                    <a:pt x="308851" y="109169"/>
                  </a:lnTo>
                  <a:lnTo>
                    <a:pt x="328028" y="102158"/>
                  </a:lnTo>
                  <a:close/>
                </a:path>
                <a:path w="434975" h="278129">
                  <a:moveTo>
                    <a:pt x="331190" y="126873"/>
                  </a:moveTo>
                  <a:lnTo>
                    <a:pt x="328409" y="122339"/>
                  </a:lnTo>
                  <a:lnTo>
                    <a:pt x="309511" y="133985"/>
                  </a:lnTo>
                  <a:lnTo>
                    <a:pt x="312293" y="138506"/>
                  </a:lnTo>
                  <a:lnTo>
                    <a:pt x="331190" y="126873"/>
                  </a:lnTo>
                  <a:close/>
                </a:path>
                <a:path w="434975" h="278129">
                  <a:moveTo>
                    <a:pt x="360273" y="48336"/>
                  </a:moveTo>
                  <a:lnTo>
                    <a:pt x="339280" y="45478"/>
                  </a:lnTo>
                  <a:lnTo>
                    <a:pt x="338556" y="50749"/>
                  </a:lnTo>
                  <a:lnTo>
                    <a:pt x="359549" y="53594"/>
                  </a:lnTo>
                  <a:lnTo>
                    <a:pt x="360273" y="48336"/>
                  </a:lnTo>
                  <a:close/>
                </a:path>
                <a:path w="434975" h="278129">
                  <a:moveTo>
                    <a:pt x="366395" y="88138"/>
                  </a:moveTo>
                  <a:lnTo>
                    <a:pt x="364591" y="83172"/>
                  </a:lnTo>
                  <a:lnTo>
                    <a:pt x="345389" y="90182"/>
                  </a:lnTo>
                  <a:lnTo>
                    <a:pt x="347218" y="95148"/>
                  </a:lnTo>
                  <a:lnTo>
                    <a:pt x="366395" y="88138"/>
                  </a:lnTo>
                  <a:close/>
                </a:path>
                <a:path w="434975" h="278129">
                  <a:moveTo>
                    <a:pt x="368973" y="103606"/>
                  </a:moveTo>
                  <a:lnTo>
                    <a:pt x="366191" y="99085"/>
                  </a:lnTo>
                  <a:lnTo>
                    <a:pt x="347281" y="110718"/>
                  </a:lnTo>
                  <a:lnTo>
                    <a:pt x="350075" y="115252"/>
                  </a:lnTo>
                  <a:lnTo>
                    <a:pt x="368973" y="103606"/>
                  </a:lnTo>
                  <a:close/>
                </a:path>
                <a:path w="434975" h="278129">
                  <a:moveTo>
                    <a:pt x="402247" y="54025"/>
                  </a:moveTo>
                  <a:lnTo>
                    <a:pt x="381254" y="51181"/>
                  </a:lnTo>
                  <a:lnTo>
                    <a:pt x="380530" y="56451"/>
                  </a:lnTo>
                  <a:lnTo>
                    <a:pt x="401523" y="59296"/>
                  </a:lnTo>
                  <a:lnTo>
                    <a:pt x="402247" y="54025"/>
                  </a:lnTo>
                  <a:close/>
                </a:path>
                <a:path w="434975" h="278129">
                  <a:moveTo>
                    <a:pt x="404799" y="74142"/>
                  </a:moveTo>
                  <a:lnTo>
                    <a:pt x="402945" y="69151"/>
                  </a:lnTo>
                  <a:lnTo>
                    <a:pt x="383768" y="76161"/>
                  </a:lnTo>
                  <a:lnTo>
                    <a:pt x="385597" y="81153"/>
                  </a:lnTo>
                  <a:lnTo>
                    <a:pt x="404799" y="74142"/>
                  </a:lnTo>
                  <a:close/>
                </a:path>
                <a:path w="434975" h="278129">
                  <a:moveTo>
                    <a:pt x="406781" y="80340"/>
                  </a:moveTo>
                  <a:lnTo>
                    <a:pt x="403974" y="75819"/>
                  </a:lnTo>
                  <a:lnTo>
                    <a:pt x="385089" y="87464"/>
                  </a:lnTo>
                  <a:lnTo>
                    <a:pt x="387883" y="91960"/>
                  </a:lnTo>
                  <a:lnTo>
                    <a:pt x="406781" y="80340"/>
                  </a:lnTo>
                  <a:close/>
                </a:path>
                <a:path w="434975" h="278129">
                  <a:moveTo>
                    <a:pt x="434682" y="63157"/>
                  </a:moveTo>
                  <a:lnTo>
                    <a:pt x="433273" y="60921"/>
                  </a:lnTo>
                  <a:lnTo>
                    <a:pt x="433616" y="58267"/>
                  </a:lnTo>
                  <a:lnTo>
                    <a:pt x="423087" y="56845"/>
                  </a:lnTo>
                  <a:lnTo>
                    <a:pt x="422376" y="62052"/>
                  </a:lnTo>
                  <a:lnTo>
                    <a:pt x="423087" y="64058"/>
                  </a:lnTo>
                  <a:lnTo>
                    <a:pt x="422821" y="64223"/>
                  </a:lnTo>
                  <a:lnTo>
                    <a:pt x="423646" y="65570"/>
                  </a:lnTo>
                  <a:lnTo>
                    <a:pt x="424192" y="67043"/>
                  </a:lnTo>
                  <a:lnTo>
                    <a:pt x="424484" y="66941"/>
                  </a:lnTo>
                  <a:lnTo>
                    <a:pt x="425615" y="68745"/>
                  </a:lnTo>
                  <a:lnTo>
                    <a:pt x="434682" y="63157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7" name="object 997"/>
            <p:cNvSpPr/>
            <p:nvPr/>
          </p:nvSpPr>
          <p:spPr>
            <a:xfrm>
              <a:off x="1018806" y="7035076"/>
              <a:ext cx="598805" cy="1502410"/>
            </a:xfrm>
            <a:custGeom>
              <a:avLst/>
              <a:gdLst/>
              <a:ahLst/>
              <a:cxnLst/>
              <a:rect l="l" t="t" r="r" b="b"/>
              <a:pathLst>
                <a:path w="598805" h="1502409">
                  <a:moveTo>
                    <a:pt x="4343" y="1092454"/>
                  </a:moveTo>
                  <a:lnTo>
                    <a:pt x="4318" y="1088732"/>
                  </a:lnTo>
                  <a:lnTo>
                    <a:pt x="0" y="1089177"/>
                  </a:lnTo>
                  <a:lnTo>
                    <a:pt x="4318" y="1092454"/>
                  </a:lnTo>
                  <a:close/>
                </a:path>
                <a:path w="598805" h="1502409">
                  <a:moveTo>
                    <a:pt x="6210" y="1093876"/>
                  </a:moveTo>
                  <a:lnTo>
                    <a:pt x="4318" y="1092454"/>
                  </a:lnTo>
                  <a:lnTo>
                    <a:pt x="4356" y="1093876"/>
                  </a:lnTo>
                  <a:lnTo>
                    <a:pt x="6210" y="1093876"/>
                  </a:lnTo>
                  <a:close/>
                </a:path>
                <a:path w="598805" h="1502409">
                  <a:moveTo>
                    <a:pt x="47180" y="2565"/>
                  </a:moveTo>
                  <a:lnTo>
                    <a:pt x="43764" y="0"/>
                  </a:lnTo>
                  <a:lnTo>
                    <a:pt x="43764" y="2565"/>
                  </a:lnTo>
                  <a:lnTo>
                    <a:pt x="47180" y="2565"/>
                  </a:lnTo>
                  <a:close/>
                </a:path>
                <a:path w="598805" h="1502409">
                  <a:moveTo>
                    <a:pt x="49085" y="2565"/>
                  </a:moveTo>
                  <a:lnTo>
                    <a:pt x="47180" y="2565"/>
                  </a:lnTo>
                  <a:lnTo>
                    <a:pt x="49085" y="3987"/>
                  </a:lnTo>
                  <a:lnTo>
                    <a:pt x="49085" y="2565"/>
                  </a:lnTo>
                  <a:close/>
                </a:path>
                <a:path w="598805" h="1502409">
                  <a:moveTo>
                    <a:pt x="594360" y="1499438"/>
                  </a:moveTo>
                  <a:lnTo>
                    <a:pt x="590931" y="1499438"/>
                  </a:lnTo>
                  <a:lnTo>
                    <a:pt x="594360" y="1502003"/>
                  </a:lnTo>
                  <a:lnTo>
                    <a:pt x="594360" y="1499438"/>
                  </a:lnTo>
                  <a:close/>
                </a:path>
                <a:path w="598805" h="1502409">
                  <a:moveTo>
                    <a:pt x="598703" y="1498612"/>
                  </a:moveTo>
                  <a:lnTo>
                    <a:pt x="594360" y="1495361"/>
                  </a:lnTo>
                  <a:lnTo>
                    <a:pt x="594360" y="1499082"/>
                  </a:lnTo>
                  <a:lnTo>
                    <a:pt x="598703" y="1498612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8" name="object 998"/>
            <p:cNvSpPr/>
            <p:nvPr/>
          </p:nvSpPr>
          <p:spPr>
            <a:xfrm>
              <a:off x="1613169" y="8530429"/>
              <a:ext cx="0" cy="2540"/>
            </a:xfrm>
            <a:custGeom>
              <a:avLst/>
              <a:gdLst/>
              <a:ahLst/>
              <a:cxnLst/>
              <a:rect l="l" t="t" r="r" b="b"/>
              <a:pathLst>
                <a:path h="2540">
                  <a:moveTo>
                    <a:pt x="0" y="0"/>
                  </a:moveTo>
                  <a:lnTo>
                    <a:pt x="0" y="22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9" name="object 999"/>
            <p:cNvSpPr/>
            <p:nvPr/>
          </p:nvSpPr>
          <p:spPr>
            <a:xfrm>
              <a:off x="1569876" y="8538353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3426" y="0"/>
                  </a:moveTo>
                  <a:lnTo>
                    <a:pt x="0" y="361"/>
                  </a:lnTo>
                  <a:lnTo>
                    <a:pt x="3426" y="2931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0" name="object 1000"/>
            <p:cNvSpPr/>
            <p:nvPr/>
          </p:nvSpPr>
          <p:spPr>
            <a:xfrm>
              <a:off x="1025046" y="8128542"/>
              <a:ext cx="543560" cy="408940"/>
            </a:xfrm>
            <a:custGeom>
              <a:avLst/>
              <a:gdLst/>
              <a:ahLst/>
              <a:cxnLst/>
              <a:rect l="l" t="t" r="r" b="b"/>
              <a:pathLst>
                <a:path w="543560" h="408940">
                  <a:moveTo>
                    <a:pt x="3831" y="0"/>
                  </a:moveTo>
                  <a:lnTo>
                    <a:pt x="0" y="403"/>
                  </a:lnTo>
                  <a:lnTo>
                    <a:pt x="542935" y="408748"/>
                  </a:lnTo>
                  <a:lnTo>
                    <a:pt x="542935" y="405434"/>
                  </a:lnTo>
                  <a:lnTo>
                    <a:pt x="3831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1" name="object 1001"/>
            <p:cNvSpPr/>
            <p:nvPr/>
          </p:nvSpPr>
          <p:spPr>
            <a:xfrm>
              <a:off x="1022704" y="7039274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0" y="0"/>
                  </a:moveTo>
                  <a:lnTo>
                    <a:pt x="0" y="2570"/>
                  </a:lnTo>
                  <a:lnTo>
                    <a:pt x="3426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2" name="object 1002"/>
            <p:cNvSpPr/>
            <p:nvPr/>
          </p:nvSpPr>
          <p:spPr>
            <a:xfrm>
              <a:off x="1022692" y="7045934"/>
              <a:ext cx="3175" cy="1077595"/>
            </a:xfrm>
            <a:custGeom>
              <a:avLst/>
              <a:gdLst/>
              <a:ahLst/>
              <a:cxnLst/>
              <a:rect l="l" t="t" r="r" b="b"/>
              <a:pathLst>
                <a:path w="3175" h="1077595">
                  <a:moveTo>
                    <a:pt x="3073" y="1077595"/>
                  </a:moveTo>
                  <a:lnTo>
                    <a:pt x="2641" y="1968"/>
                  </a:lnTo>
                  <a:lnTo>
                    <a:pt x="0" y="0"/>
                  </a:lnTo>
                  <a:lnTo>
                    <a:pt x="431" y="1077595"/>
                  </a:lnTo>
                  <a:lnTo>
                    <a:pt x="3073" y="1077595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3" name="object 1003"/>
            <p:cNvSpPr/>
            <p:nvPr/>
          </p:nvSpPr>
          <p:spPr>
            <a:xfrm>
              <a:off x="1023130" y="8123528"/>
              <a:ext cx="6350" cy="5715"/>
            </a:xfrm>
            <a:custGeom>
              <a:avLst/>
              <a:gdLst/>
              <a:ahLst/>
              <a:cxnLst/>
              <a:rect l="l" t="t" r="r" b="b"/>
              <a:pathLst>
                <a:path w="6350" h="5715">
                  <a:moveTo>
                    <a:pt x="2639" y="0"/>
                  </a:moveTo>
                  <a:lnTo>
                    <a:pt x="0" y="276"/>
                  </a:lnTo>
                  <a:lnTo>
                    <a:pt x="0" y="3972"/>
                  </a:lnTo>
                  <a:lnTo>
                    <a:pt x="1915" y="5417"/>
                  </a:lnTo>
                  <a:lnTo>
                    <a:pt x="5747" y="5013"/>
                  </a:lnTo>
                  <a:lnTo>
                    <a:pt x="2639" y="2677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4" name="object 1004"/>
            <p:cNvSpPr/>
            <p:nvPr/>
          </p:nvSpPr>
          <p:spPr>
            <a:xfrm>
              <a:off x="1025046" y="8128946"/>
              <a:ext cx="478155" cy="360045"/>
            </a:xfrm>
            <a:custGeom>
              <a:avLst/>
              <a:gdLst/>
              <a:ahLst/>
              <a:cxnLst/>
              <a:rect l="l" t="t" r="r" b="b"/>
              <a:pathLst>
                <a:path w="478155" h="360045">
                  <a:moveTo>
                    <a:pt x="0" y="0"/>
                  </a:moveTo>
                  <a:lnTo>
                    <a:pt x="478016" y="3595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5" name="object 1005"/>
            <p:cNvSpPr/>
            <p:nvPr/>
          </p:nvSpPr>
          <p:spPr>
            <a:xfrm>
              <a:off x="1573302" y="8507082"/>
              <a:ext cx="30480" cy="26034"/>
            </a:xfrm>
            <a:custGeom>
              <a:avLst/>
              <a:gdLst/>
              <a:ahLst/>
              <a:cxnLst/>
              <a:rect l="l" t="t" r="r" b="b"/>
              <a:pathLst>
                <a:path w="30480" h="26034">
                  <a:moveTo>
                    <a:pt x="0" y="0"/>
                  </a:moveTo>
                  <a:lnTo>
                    <a:pt x="0" y="25917"/>
                  </a:lnTo>
                  <a:lnTo>
                    <a:pt x="30203" y="22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6" name="object 1006"/>
            <p:cNvSpPr/>
            <p:nvPr/>
          </p:nvSpPr>
          <p:spPr>
            <a:xfrm>
              <a:off x="1573302" y="8529834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224" y="0"/>
                  </a:moveTo>
                  <a:lnTo>
                    <a:pt x="0" y="3186"/>
                  </a:lnTo>
                  <a:lnTo>
                    <a:pt x="30224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7" name="object 1007"/>
            <p:cNvSpPr/>
            <p:nvPr/>
          </p:nvSpPr>
          <p:spPr>
            <a:xfrm>
              <a:off x="1572877" y="7453122"/>
              <a:ext cx="35560" cy="1073785"/>
            </a:xfrm>
            <a:custGeom>
              <a:avLst/>
              <a:gdLst/>
              <a:ahLst/>
              <a:cxnLst/>
              <a:rect l="l" t="t" r="r" b="b"/>
              <a:pathLst>
                <a:path w="35559" h="1073784">
                  <a:moveTo>
                    <a:pt x="34545" y="0"/>
                  </a:moveTo>
                  <a:lnTo>
                    <a:pt x="0" y="3632"/>
                  </a:lnTo>
                  <a:lnTo>
                    <a:pt x="403" y="1047311"/>
                  </a:lnTo>
                  <a:lnTo>
                    <a:pt x="34970" y="1073292"/>
                  </a:lnTo>
                  <a:lnTo>
                    <a:pt x="34643" y="260638"/>
                  </a:lnTo>
                  <a:lnTo>
                    <a:pt x="12919" y="260638"/>
                  </a:lnTo>
                  <a:lnTo>
                    <a:pt x="10132" y="256113"/>
                  </a:lnTo>
                  <a:lnTo>
                    <a:pt x="29032" y="244492"/>
                  </a:lnTo>
                  <a:lnTo>
                    <a:pt x="34637" y="244492"/>
                  </a:lnTo>
                  <a:lnTo>
                    <a:pt x="34613" y="185074"/>
                  </a:lnTo>
                  <a:lnTo>
                    <a:pt x="6534" y="185074"/>
                  </a:lnTo>
                  <a:lnTo>
                    <a:pt x="4704" y="180082"/>
                  </a:lnTo>
                  <a:lnTo>
                    <a:pt x="23882" y="173071"/>
                  </a:lnTo>
                  <a:lnTo>
                    <a:pt x="34608" y="173071"/>
                  </a:lnTo>
                  <a:lnTo>
                    <a:pt x="34566" y="70167"/>
                  </a:lnTo>
                  <a:lnTo>
                    <a:pt x="19135" y="70167"/>
                  </a:lnTo>
                  <a:lnTo>
                    <a:pt x="19113" y="64856"/>
                  </a:lnTo>
                  <a:lnTo>
                    <a:pt x="34566" y="64856"/>
                  </a:lnTo>
                  <a:lnTo>
                    <a:pt x="34566" y="30336"/>
                  </a:lnTo>
                  <a:lnTo>
                    <a:pt x="18284" y="28126"/>
                  </a:lnTo>
                  <a:lnTo>
                    <a:pt x="18986" y="22858"/>
                  </a:lnTo>
                  <a:lnTo>
                    <a:pt x="34565" y="22858"/>
                  </a:lnTo>
                  <a:lnTo>
                    <a:pt x="34545" y="0"/>
                  </a:lnTo>
                  <a:close/>
                </a:path>
                <a:path w="35559" h="1073784">
                  <a:moveTo>
                    <a:pt x="34637" y="244492"/>
                  </a:moveTo>
                  <a:lnTo>
                    <a:pt x="29032" y="244492"/>
                  </a:lnTo>
                  <a:lnTo>
                    <a:pt x="31821" y="249017"/>
                  </a:lnTo>
                  <a:lnTo>
                    <a:pt x="12919" y="260638"/>
                  </a:lnTo>
                  <a:lnTo>
                    <a:pt x="34643" y="260638"/>
                  </a:lnTo>
                  <a:lnTo>
                    <a:pt x="34637" y="244492"/>
                  </a:lnTo>
                  <a:close/>
                </a:path>
                <a:path w="35559" h="1073784">
                  <a:moveTo>
                    <a:pt x="34608" y="173071"/>
                  </a:moveTo>
                  <a:lnTo>
                    <a:pt x="23882" y="173071"/>
                  </a:lnTo>
                  <a:lnTo>
                    <a:pt x="25712" y="178064"/>
                  </a:lnTo>
                  <a:lnTo>
                    <a:pt x="6534" y="185074"/>
                  </a:lnTo>
                  <a:lnTo>
                    <a:pt x="34613" y="185074"/>
                  </a:lnTo>
                  <a:lnTo>
                    <a:pt x="34608" y="173071"/>
                  </a:lnTo>
                  <a:close/>
                </a:path>
                <a:path w="35559" h="1073784">
                  <a:moveTo>
                    <a:pt x="34565" y="22858"/>
                  </a:moveTo>
                  <a:lnTo>
                    <a:pt x="18986" y="22858"/>
                  </a:lnTo>
                  <a:lnTo>
                    <a:pt x="34566" y="24961"/>
                  </a:lnTo>
                  <a:lnTo>
                    <a:pt x="34565" y="22858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8" name="object 1008"/>
            <p:cNvSpPr/>
            <p:nvPr/>
          </p:nvSpPr>
          <p:spPr>
            <a:xfrm>
              <a:off x="1577581" y="7475982"/>
              <a:ext cx="30480" cy="238125"/>
            </a:xfrm>
            <a:custGeom>
              <a:avLst/>
              <a:gdLst/>
              <a:ahLst/>
              <a:cxnLst/>
              <a:rect l="l" t="t" r="r" b="b"/>
              <a:pathLst>
                <a:path w="30480" h="238125">
                  <a:moveTo>
                    <a:pt x="21005" y="155206"/>
                  </a:moveTo>
                  <a:lnTo>
                    <a:pt x="19177" y="150215"/>
                  </a:lnTo>
                  <a:lnTo>
                    <a:pt x="0" y="157226"/>
                  </a:lnTo>
                  <a:lnTo>
                    <a:pt x="1828" y="162217"/>
                  </a:lnTo>
                  <a:lnTo>
                    <a:pt x="21005" y="155206"/>
                  </a:lnTo>
                  <a:close/>
                </a:path>
                <a:path w="30480" h="238125">
                  <a:moveTo>
                    <a:pt x="27114" y="226161"/>
                  </a:moveTo>
                  <a:lnTo>
                    <a:pt x="24320" y="221640"/>
                  </a:lnTo>
                  <a:lnTo>
                    <a:pt x="5422" y="233260"/>
                  </a:lnTo>
                  <a:lnTo>
                    <a:pt x="8204" y="237782"/>
                  </a:lnTo>
                  <a:lnTo>
                    <a:pt x="27114" y="226161"/>
                  </a:lnTo>
                  <a:close/>
                </a:path>
                <a:path w="30480" h="238125">
                  <a:moveTo>
                    <a:pt x="29857" y="41960"/>
                  </a:moveTo>
                  <a:lnTo>
                    <a:pt x="14401" y="41998"/>
                  </a:lnTo>
                  <a:lnTo>
                    <a:pt x="14427" y="47307"/>
                  </a:lnTo>
                  <a:lnTo>
                    <a:pt x="29857" y="47269"/>
                  </a:lnTo>
                  <a:lnTo>
                    <a:pt x="29857" y="41960"/>
                  </a:lnTo>
                  <a:close/>
                </a:path>
                <a:path w="30480" h="238125">
                  <a:moveTo>
                    <a:pt x="29857" y="2108"/>
                  </a:moveTo>
                  <a:lnTo>
                    <a:pt x="14274" y="0"/>
                  </a:lnTo>
                  <a:lnTo>
                    <a:pt x="13576" y="5270"/>
                  </a:lnTo>
                  <a:lnTo>
                    <a:pt x="29857" y="7480"/>
                  </a:lnTo>
                  <a:lnTo>
                    <a:pt x="29857" y="2108"/>
                  </a:lnTo>
                  <a:close/>
                </a:path>
              </a:pathLst>
            </a:custGeom>
            <a:solidFill>
              <a:srgbClr val="845F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9" name="object 1009"/>
            <p:cNvSpPr/>
            <p:nvPr/>
          </p:nvSpPr>
          <p:spPr>
            <a:xfrm>
              <a:off x="1573281" y="8500433"/>
              <a:ext cx="34925" cy="26034"/>
            </a:xfrm>
            <a:custGeom>
              <a:avLst/>
              <a:gdLst/>
              <a:ahLst/>
              <a:cxnLst/>
              <a:rect l="l" t="t" r="r" b="b"/>
              <a:pathLst>
                <a:path w="34925" h="26034">
                  <a:moveTo>
                    <a:pt x="0" y="0"/>
                  </a:moveTo>
                  <a:lnTo>
                    <a:pt x="34566" y="26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95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0" name="object 1010"/>
            <p:cNvSpPr/>
            <p:nvPr/>
          </p:nvSpPr>
          <p:spPr>
            <a:xfrm>
              <a:off x="1573302" y="8507082"/>
              <a:ext cx="30480" cy="22860"/>
            </a:xfrm>
            <a:custGeom>
              <a:avLst/>
              <a:gdLst/>
              <a:ahLst/>
              <a:cxnLst/>
              <a:rect l="l" t="t" r="r" b="b"/>
              <a:pathLst>
                <a:path w="30480" h="22859">
                  <a:moveTo>
                    <a:pt x="0" y="0"/>
                  </a:moveTo>
                  <a:lnTo>
                    <a:pt x="30203" y="22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D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1" name="object 1011"/>
            <p:cNvSpPr/>
            <p:nvPr/>
          </p:nvSpPr>
          <p:spPr>
            <a:xfrm>
              <a:off x="1573281" y="8500433"/>
              <a:ext cx="34925" cy="29845"/>
            </a:xfrm>
            <a:custGeom>
              <a:avLst/>
              <a:gdLst/>
              <a:ahLst/>
              <a:cxnLst/>
              <a:rect l="l" t="t" r="r" b="b"/>
              <a:pathLst>
                <a:path w="34925" h="29845">
                  <a:moveTo>
                    <a:pt x="0" y="0"/>
                  </a:moveTo>
                  <a:lnTo>
                    <a:pt x="21" y="6649"/>
                  </a:lnTo>
                  <a:lnTo>
                    <a:pt x="30246" y="29401"/>
                  </a:lnTo>
                  <a:lnTo>
                    <a:pt x="34566" y="28933"/>
                  </a:lnTo>
                  <a:lnTo>
                    <a:pt x="34566" y="260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2" name="object 1012"/>
            <p:cNvSpPr/>
            <p:nvPr/>
          </p:nvSpPr>
          <p:spPr>
            <a:xfrm>
              <a:off x="1572877" y="7456754"/>
              <a:ext cx="635" cy="635000"/>
            </a:xfrm>
            <a:custGeom>
              <a:avLst/>
              <a:gdLst/>
              <a:ahLst/>
              <a:cxnLst/>
              <a:rect l="l" t="t" r="r" b="b"/>
              <a:pathLst>
                <a:path w="634" h="635000">
                  <a:moveTo>
                    <a:pt x="0" y="0"/>
                  </a:moveTo>
                  <a:lnTo>
                    <a:pt x="233" y="634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0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3" name="object 1013"/>
            <p:cNvSpPr/>
            <p:nvPr/>
          </p:nvSpPr>
          <p:spPr>
            <a:xfrm>
              <a:off x="1567981" y="8537291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4">
                  <a:moveTo>
                    <a:pt x="0" y="0"/>
                  </a:moveTo>
                  <a:lnTo>
                    <a:pt x="0" y="1423"/>
                  </a:lnTo>
                  <a:lnTo>
                    <a:pt x="1894" y="1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4" name="object 1014"/>
            <p:cNvSpPr/>
            <p:nvPr/>
          </p:nvSpPr>
          <p:spPr>
            <a:xfrm>
              <a:off x="1573301" y="7452550"/>
              <a:ext cx="40005" cy="1085850"/>
            </a:xfrm>
            <a:custGeom>
              <a:avLst/>
              <a:gdLst/>
              <a:ahLst/>
              <a:cxnLst/>
              <a:rect l="l" t="t" r="r" b="b"/>
              <a:pathLst>
                <a:path w="40005" h="1085850">
                  <a:moveTo>
                    <a:pt x="36436" y="1081963"/>
                  </a:moveTo>
                  <a:lnTo>
                    <a:pt x="30226" y="1077290"/>
                  </a:lnTo>
                  <a:lnTo>
                    <a:pt x="0" y="1080452"/>
                  </a:lnTo>
                  <a:lnTo>
                    <a:pt x="0" y="1085811"/>
                  </a:lnTo>
                  <a:lnTo>
                    <a:pt x="36436" y="1081963"/>
                  </a:lnTo>
                  <a:close/>
                </a:path>
                <a:path w="40005" h="1085850">
                  <a:moveTo>
                    <a:pt x="39458" y="31559"/>
                  </a:moveTo>
                  <a:lnTo>
                    <a:pt x="34264" y="31559"/>
                  </a:lnTo>
                  <a:lnTo>
                    <a:pt x="34264" y="30289"/>
                  </a:lnTo>
                  <a:lnTo>
                    <a:pt x="34137" y="30289"/>
                  </a:lnTo>
                  <a:lnTo>
                    <a:pt x="34137" y="31559"/>
                  </a:lnTo>
                  <a:lnTo>
                    <a:pt x="34137" y="65849"/>
                  </a:lnTo>
                  <a:lnTo>
                    <a:pt x="39458" y="65849"/>
                  </a:lnTo>
                  <a:lnTo>
                    <a:pt x="39458" y="31559"/>
                  </a:lnTo>
                  <a:close/>
                </a:path>
                <a:path w="40005" h="1085850">
                  <a:moveTo>
                    <a:pt x="39458" y="27025"/>
                  </a:moveTo>
                  <a:lnTo>
                    <a:pt x="38925" y="30911"/>
                  </a:lnTo>
                  <a:lnTo>
                    <a:pt x="38836" y="31546"/>
                  </a:lnTo>
                  <a:lnTo>
                    <a:pt x="39458" y="31546"/>
                  </a:lnTo>
                  <a:lnTo>
                    <a:pt x="39458" y="27025"/>
                  </a:lnTo>
                  <a:close/>
                </a:path>
                <a:path w="40005" h="1085850">
                  <a:moveTo>
                    <a:pt x="39458" y="26263"/>
                  </a:moveTo>
                  <a:lnTo>
                    <a:pt x="39433" y="0"/>
                  </a:lnTo>
                  <a:lnTo>
                    <a:pt x="34112" y="558"/>
                  </a:lnTo>
                  <a:lnTo>
                    <a:pt x="34137" y="25539"/>
                  </a:lnTo>
                  <a:lnTo>
                    <a:pt x="39458" y="26263"/>
                  </a:lnTo>
                  <a:close/>
                </a:path>
                <a:path w="40005" h="1085850">
                  <a:moveTo>
                    <a:pt x="39865" y="1077887"/>
                  </a:moveTo>
                  <a:lnTo>
                    <a:pt x="39458" y="70700"/>
                  </a:lnTo>
                  <a:lnTo>
                    <a:pt x="34163" y="70700"/>
                  </a:lnTo>
                  <a:lnTo>
                    <a:pt x="34544" y="1073873"/>
                  </a:lnTo>
                  <a:lnTo>
                    <a:pt x="39865" y="1077887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5" name="object 1015"/>
            <p:cNvSpPr/>
            <p:nvPr/>
          </p:nvSpPr>
          <p:spPr>
            <a:xfrm>
              <a:off x="1607439" y="7478090"/>
              <a:ext cx="5715" cy="45720"/>
            </a:xfrm>
            <a:custGeom>
              <a:avLst/>
              <a:gdLst/>
              <a:ahLst/>
              <a:cxnLst/>
              <a:rect l="l" t="t" r="r" b="b"/>
              <a:pathLst>
                <a:path w="5715" h="45720">
                  <a:moveTo>
                    <a:pt x="5321" y="39852"/>
                  </a:moveTo>
                  <a:lnTo>
                    <a:pt x="0" y="39852"/>
                  </a:lnTo>
                  <a:lnTo>
                    <a:pt x="25" y="45161"/>
                  </a:lnTo>
                  <a:lnTo>
                    <a:pt x="5321" y="45161"/>
                  </a:lnTo>
                  <a:lnTo>
                    <a:pt x="5321" y="39852"/>
                  </a:lnTo>
                  <a:close/>
                </a:path>
                <a:path w="5715" h="45720">
                  <a:moveTo>
                    <a:pt x="5321" y="723"/>
                  </a:moveTo>
                  <a:lnTo>
                    <a:pt x="0" y="0"/>
                  </a:lnTo>
                  <a:lnTo>
                    <a:pt x="0" y="5372"/>
                  </a:lnTo>
                  <a:lnTo>
                    <a:pt x="4699" y="6007"/>
                  </a:lnTo>
                  <a:lnTo>
                    <a:pt x="5321" y="1485"/>
                  </a:lnTo>
                  <a:lnTo>
                    <a:pt x="5321" y="723"/>
                  </a:lnTo>
                  <a:close/>
                </a:path>
              </a:pathLst>
            </a:custGeom>
            <a:solidFill>
              <a:srgbClr val="7C4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6" name="object 1016"/>
            <p:cNvSpPr/>
            <p:nvPr/>
          </p:nvSpPr>
          <p:spPr>
            <a:xfrm>
              <a:off x="1573281" y="8507082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7" name="object 1017"/>
            <p:cNvSpPr/>
            <p:nvPr/>
          </p:nvSpPr>
          <p:spPr>
            <a:xfrm>
              <a:off x="1603527" y="8526414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59" h="8254">
                  <a:moveTo>
                    <a:pt x="4320" y="0"/>
                  </a:moveTo>
                  <a:lnTo>
                    <a:pt x="4320" y="2952"/>
                  </a:lnTo>
                  <a:lnTo>
                    <a:pt x="0" y="3420"/>
                  </a:lnTo>
                  <a:lnTo>
                    <a:pt x="6215" y="8093"/>
                  </a:lnTo>
                  <a:lnTo>
                    <a:pt x="9641" y="7732"/>
                  </a:lnTo>
                  <a:lnTo>
                    <a:pt x="9641" y="4015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8" name="object 1018"/>
            <p:cNvSpPr/>
            <p:nvPr/>
          </p:nvSpPr>
          <p:spPr>
            <a:xfrm>
              <a:off x="1569876" y="8538353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09" h="634">
                  <a:moveTo>
                    <a:pt x="3426" y="0"/>
                  </a:moveTo>
                  <a:lnTo>
                    <a:pt x="0" y="361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9" name="object 1019"/>
            <p:cNvSpPr/>
            <p:nvPr/>
          </p:nvSpPr>
          <p:spPr>
            <a:xfrm>
              <a:off x="1567981" y="8532617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5" h="6350">
                  <a:moveTo>
                    <a:pt x="2639" y="0"/>
                  </a:moveTo>
                  <a:lnTo>
                    <a:pt x="2639" y="3356"/>
                  </a:lnTo>
                  <a:lnTo>
                    <a:pt x="0" y="1359"/>
                  </a:lnTo>
                  <a:lnTo>
                    <a:pt x="0" y="4673"/>
                  </a:lnTo>
                  <a:lnTo>
                    <a:pt x="1894" y="6096"/>
                  </a:lnTo>
                  <a:lnTo>
                    <a:pt x="5321" y="5735"/>
                  </a:lnTo>
                  <a:lnTo>
                    <a:pt x="5321" y="382"/>
                  </a:lnTo>
                  <a:lnTo>
                    <a:pt x="3406" y="594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0" name="object 1020"/>
            <p:cNvSpPr/>
            <p:nvPr/>
          </p:nvSpPr>
          <p:spPr>
            <a:xfrm>
              <a:off x="1570600" y="8505064"/>
              <a:ext cx="3175" cy="28575"/>
            </a:xfrm>
            <a:custGeom>
              <a:avLst/>
              <a:gdLst/>
              <a:ahLst/>
              <a:cxnLst/>
              <a:rect l="l" t="t" r="r" b="b"/>
              <a:pathLst>
                <a:path w="3175" h="28575">
                  <a:moveTo>
                    <a:pt x="0" y="0"/>
                  </a:moveTo>
                  <a:lnTo>
                    <a:pt x="20" y="27553"/>
                  </a:lnTo>
                  <a:lnTo>
                    <a:pt x="787" y="28147"/>
                  </a:lnTo>
                  <a:lnTo>
                    <a:pt x="2702" y="27935"/>
                  </a:lnTo>
                  <a:lnTo>
                    <a:pt x="2680" y="2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1" name="object 1021"/>
            <p:cNvSpPr/>
            <p:nvPr/>
          </p:nvSpPr>
          <p:spPr>
            <a:xfrm>
              <a:off x="1570195" y="7456754"/>
              <a:ext cx="3175" cy="1043940"/>
            </a:xfrm>
            <a:custGeom>
              <a:avLst/>
              <a:gdLst/>
              <a:ahLst/>
              <a:cxnLst/>
              <a:rect l="l" t="t" r="r" b="b"/>
              <a:pathLst>
                <a:path w="3175" h="1043940">
                  <a:moveTo>
                    <a:pt x="2660" y="0"/>
                  </a:moveTo>
                  <a:lnTo>
                    <a:pt x="0" y="298"/>
                  </a:lnTo>
                  <a:lnTo>
                    <a:pt x="0" y="16294"/>
                  </a:lnTo>
                  <a:lnTo>
                    <a:pt x="702" y="16379"/>
                  </a:lnTo>
                  <a:lnTo>
                    <a:pt x="0" y="21456"/>
                  </a:lnTo>
                  <a:lnTo>
                    <a:pt x="21" y="61288"/>
                  </a:lnTo>
                  <a:lnTo>
                    <a:pt x="872" y="61288"/>
                  </a:lnTo>
                  <a:lnTo>
                    <a:pt x="894" y="66598"/>
                  </a:lnTo>
                  <a:lnTo>
                    <a:pt x="21" y="66598"/>
                  </a:lnTo>
                  <a:lnTo>
                    <a:pt x="405" y="1041660"/>
                  </a:lnTo>
                  <a:lnTo>
                    <a:pt x="3086" y="1043657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2" name="object 1022"/>
            <p:cNvSpPr/>
            <p:nvPr/>
          </p:nvSpPr>
          <p:spPr>
            <a:xfrm>
              <a:off x="1570190" y="7473048"/>
              <a:ext cx="1270" cy="50800"/>
            </a:xfrm>
            <a:custGeom>
              <a:avLst/>
              <a:gdLst/>
              <a:ahLst/>
              <a:cxnLst/>
              <a:rect l="l" t="t" r="r" b="b"/>
              <a:pathLst>
                <a:path w="1269" h="50800">
                  <a:moveTo>
                    <a:pt x="698" y="88"/>
                  </a:moveTo>
                  <a:lnTo>
                    <a:pt x="0" y="0"/>
                  </a:lnTo>
                  <a:lnTo>
                    <a:pt x="0" y="5168"/>
                  </a:lnTo>
                  <a:lnTo>
                    <a:pt x="698" y="88"/>
                  </a:lnTo>
                  <a:close/>
                </a:path>
                <a:path w="1269" h="50800">
                  <a:moveTo>
                    <a:pt x="889" y="50304"/>
                  </a:moveTo>
                  <a:lnTo>
                    <a:pt x="876" y="44996"/>
                  </a:lnTo>
                  <a:lnTo>
                    <a:pt x="25" y="44996"/>
                  </a:lnTo>
                  <a:lnTo>
                    <a:pt x="25" y="50304"/>
                  </a:lnTo>
                  <a:lnTo>
                    <a:pt x="889" y="50304"/>
                  </a:lnTo>
                  <a:close/>
                </a:path>
              </a:pathLst>
            </a:custGeom>
            <a:solidFill>
              <a:srgbClr val="7256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3" name="object 1023"/>
            <p:cNvSpPr/>
            <p:nvPr/>
          </p:nvSpPr>
          <p:spPr>
            <a:xfrm>
              <a:off x="1570600" y="8498415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80" y="2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2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4" name="object 1024"/>
            <p:cNvSpPr/>
            <p:nvPr/>
          </p:nvSpPr>
          <p:spPr>
            <a:xfrm>
              <a:off x="1570600" y="8505064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80" y="2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C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5" name="object 1025"/>
            <p:cNvSpPr/>
            <p:nvPr/>
          </p:nvSpPr>
          <p:spPr>
            <a:xfrm>
              <a:off x="1570600" y="8498415"/>
              <a:ext cx="3175" cy="8890"/>
            </a:xfrm>
            <a:custGeom>
              <a:avLst/>
              <a:gdLst/>
              <a:ahLst/>
              <a:cxnLst/>
              <a:rect l="l" t="t" r="r" b="b"/>
              <a:pathLst>
                <a:path w="3175" h="8890">
                  <a:moveTo>
                    <a:pt x="0" y="0"/>
                  </a:moveTo>
                  <a:lnTo>
                    <a:pt x="0" y="6649"/>
                  </a:lnTo>
                  <a:lnTo>
                    <a:pt x="2680" y="8667"/>
                  </a:lnTo>
                  <a:lnTo>
                    <a:pt x="2680" y="2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6" name="object 1026"/>
            <p:cNvSpPr/>
            <p:nvPr/>
          </p:nvSpPr>
          <p:spPr>
            <a:xfrm>
              <a:off x="1610849" y="7447216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4">
                  <a:moveTo>
                    <a:pt x="1894" y="0"/>
                  </a:moveTo>
                  <a:lnTo>
                    <a:pt x="0" y="190"/>
                  </a:lnTo>
                  <a:lnTo>
                    <a:pt x="1894" y="1614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7" name="object 1027"/>
            <p:cNvSpPr/>
            <p:nvPr/>
          </p:nvSpPr>
          <p:spPr>
            <a:xfrm>
              <a:off x="1032368" y="7043354"/>
              <a:ext cx="30480" cy="26034"/>
            </a:xfrm>
            <a:custGeom>
              <a:avLst/>
              <a:gdLst/>
              <a:ahLst/>
              <a:cxnLst/>
              <a:rect l="l" t="t" r="r" b="b"/>
              <a:pathLst>
                <a:path w="30480" h="26034">
                  <a:moveTo>
                    <a:pt x="30203" y="0"/>
                  </a:moveTo>
                  <a:lnTo>
                    <a:pt x="0" y="3186"/>
                  </a:lnTo>
                  <a:lnTo>
                    <a:pt x="30224" y="25916"/>
                  </a:lnTo>
                  <a:lnTo>
                    <a:pt x="30203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8" name="object 1028"/>
            <p:cNvSpPr/>
            <p:nvPr/>
          </p:nvSpPr>
          <p:spPr>
            <a:xfrm>
              <a:off x="1067892" y="7045732"/>
              <a:ext cx="535305" cy="406400"/>
            </a:xfrm>
            <a:custGeom>
              <a:avLst/>
              <a:gdLst/>
              <a:ahLst/>
              <a:cxnLst/>
              <a:rect l="l" t="t" r="r" b="b"/>
              <a:pathLst>
                <a:path w="535305" h="406400">
                  <a:moveTo>
                    <a:pt x="0" y="0"/>
                  </a:moveTo>
                  <a:lnTo>
                    <a:pt x="21" y="27532"/>
                  </a:lnTo>
                  <a:lnTo>
                    <a:pt x="503089" y="405880"/>
                  </a:lnTo>
                  <a:lnTo>
                    <a:pt x="535187" y="4025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B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9" name="object 1029"/>
            <p:cNvSpPr/>
            <p:nvPr/>
          </p:nvSpPr>
          <p:spPr>
            <a:xfrm>
              <a:off x="1067892" y="7045732"/>
              <a:ext cx="635" cy="27940"/>
            </a:xfrm>
            <a:custGeom>
              <a:avLst/>
              <a:gdLst/>
              <a:ahLst/>
              <a:cxnLst/>
              <a:rect l="l" t="t" r="r" b="b"/>
              <a:pathLst>
                <a:path w="634" h="27940">
                  <a:moveTo>
                    <a:pt x="0" y="0"/>
                  </a:moveTo>
                  <a:lnTo>
                    <a:pt x="21" y="275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0" name="object 1030"/>
            <p:cNvSpPr/>
            <p:nvPr/>
          </p:nvSpPr>
          <p:spPr>
            <a:xfrm>
              <a:off x="1062571" y="7043354"/>
              <a:ext cx="635" cy="26034"/>
            </a:xfrm>
            <a:custGeom>
              <a:avLst/>
              <a:gdLst/>
              <a:ahLst/>
              <a:cxnLst/>
              <a:rect l="l" t="t" r="r" b="b"/>
              <a:pathLst>
                <a:path w="634" h="26034">
                  <a:moveTo>
                    <a:pt x="0" y="0"/>
                  </a:moveTo>
                  <a:lnTo>
                    <a:pt x="21" y="259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1" name="object 1031"/>
            <p:cNvSpPr/>
            <p:nvPr/>
          </p:nvSpPr>
          <p:spPr>
            <a:xfrm>
              <a:off x="1062571" y="7043140"/>
              <a:ext cx="5715" cy="30480"/>
            </a:xfrm>
            <a:custGeom>
              <a:avLst/>
              <a:gdLst/>
              <a:ahLst/>
              <a:cxnLst/>
              <a:rect l="l" t="t" r="r" b="b"/>
              <a:pathLst>
                <a:path w="5715" h="30479">
                  <a:moveTo>
                    <a:pt x="1894" y="0"/>
                  </a:moveTo>
                  <a:lnTo>
                    <a:pt x="0" y="213"/>
                  </a:lnTo>
                  <a:lnTo>
                    <a:pt x="21" y="26130"/>
                  </a:lnTo>
                  <a:lnTo>
                    <a:pt x="5342" y="30124"/>
                  </a:lnTo>
                  <a:lnTo>
                    <a:pt x="5321" y="2592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2" name="object 1032"/>
            <p:cNvSpPr/>
            <p:nvPr/>
          </p:nvSpPr>
          <p:spPr>
            <a:xfrm>
              <a:off x="1032368" y="7046540"/>
              <a:ext cx="30480" cy="22860"/>
            </a:xfrm>
            <a:custGeom>
              <a:avLst/>
              <a:gdLst/>
              <a:ahLst/>
              <a:cxnLst/>
              <a:rect l="l" t="t" r="r" b="b"/>
              <a:pathLst>
                <a:path w="30480" h="22859">
                  <a:moveTo>
                    <a:pt x="0" y="0"/>
                  </a:moveTo>
                  <a:lnTo>
                    <a:pt x="30224" y="22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3" name="object 1033"/>
            <p:cNvSpPr/>
            <p:nvPr/>
          </p:nvSpPr>
          <p:spPr>
            <a:xfrm>
              <a:off x="1067913" y="7073265"/>
              <a:ext cx="503555" cy="378460"/>
            </a:xfrm>
            <a:custGeom>
              <a:avLst/>
              <a:gdLst/>
              <a:ahLst/>
              <a:cxnLst/>
              <a:rect l="l" t="t" r="r" b="b"/>
              <a:pathLst>
                <a:path w="503555" h="378459">
                  <a:moveTo>
                    <a:pt x="0" y="0"/>
                  </a:moveTo>
                  <a:lnTo>
                    <a:pt x="503068" y="378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9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4" name="object 1034"/>
            <p:cNvSpPr/>
            <p:nvPr/>
          </p:nvSpPr>
          <p:spPr>
            <a:xfrm>
              <a:off x="1067913" y="707326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5" name="object 1035"/>
            <p:cNvSpPr/>
            <p:nvPr/>
          </p:nvSpPr>
          <p:spPr>
            <a:xfrm>
              <a:off x="1062592" y="706927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98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6" name="object 1036"/>
            <p:cNvSpPr/>
            <p:nvPr/>
          </p:nvSpPr>
          <p:spPr>
            <a:xfrm>
              <a:off x="1062592" y="7069271"/>
              <a:ext cx="5715" cy="4445"/>
            </a:xfrm>
            <a:custGeom>
              <a:avLst/>
              <a:gdLst/>
              <a:ahLst/>
              <a:cxnLst/>
              <a:rect l="l" t="t" r="r" b="b"/>
              <a:pathLst>
                <a:path w="5715" h="4445">
                  <a:moveTo>
                    <a:pt x="0" y="0"/>
                  </a:moveTo>
                  <a:lnTo>
                    <a:pt x="5321" y="39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C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7" name="object 1037"/>
            <p:cNvSpPr/>
            <p:nvPr/>
          </p:nvSpPr>
          <p:spPr>
            <a:xfrm>
              <a:off x="1570982" y="7448236"/>
              <a:ext cx="32384" cy="3810"/>
            </a:xfrm>
            <a:custGeom>
              <a:avLst/>
              <a:gdLst/>
              <a:ahLst/>
              <a:cxnLst/>
              <a:rect l="l" t="t" r="r" b="b"/>
              <a:pathLst>
                <a:path w="32384" h="3809">
                  <a:moveTo>
                    <a:pt x="32097" y="0"/>
                  </a:moveTo>
                  <a:lnTo>
                    <a:pt x="0" y="3376"/>
                  </a:lnTo>
                  <a:lnTo>
                    <a:pt x="32097" y="0"/>
                  </a:lnTo>
                  <a:close/>
                </a:path>
              </a:pathLst>
            </a:custGeom>
            <a:solidFill>
              <a:srgbClr val="7C9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8" name="object 1038"/>
            <p:cNvSpPr/>
            <p:nvPr/>
          </p:nvSpPr>
          <p:spPr>
            <a:xfrm>
              <a:off x="1570982" y="745161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D8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9" name="object 1039"/>
            <p:cNvSpPr/>
            <p:nvPr/>
          </p:nvSpPr>
          <p:spPr>
            <a:xfrm>
              <a:off x="1018383" y="7042206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4" h="3809">
                  <a:moveTo>
                    <a:pt x="4320" y="0"/>
                  </a:moveTo>
                  <a:lnTo>
                    <a:pt x="0" y="467"/>
                  </a:lnTo>
                  <a:lnTo>
                    <a:pt x="4320" y="3718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0" name="object 1040"/>
            <p:cNvSpPr/>
            <p:nvPr/>
          </p:nvSpPr>
          <p:spPr>
            <a:xfrm>
              <a:off x="1032368" y="7043354"/>
              <a:ext cx="30480" cy="3810"/>
            </a:xfrm>
            <a:custGeom>
              <a:avLst/>
              <a:gdLst/>
              <a:ahLst/>
              <a:cxnLst/>
              <a:rect l="l" t="t" r="r" b="b"/>
              <a:pathLst>
                <a:path w="30480" h="3809">
                  <a:moveTo>
                    <a:pt x="30203" y="0"/>
                  </a:moveTo>
                  <a:lnTo>
                    <a:pt x="0" y="3186"/>
                  </a:lnTo>
                  <a:lnTo>
                    <a:pt x="30203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1" name="object 1041"/>
            <p:cNvSpPr/>
            <p:nvPr/>
          </p:nvSpPr>
          <p:spPr>
            <a:xfrm>
              <a:off x="1026131" y="7037999"/>
              <a:ext cx="36830" cy="8890"/>
            </a:xfrm>
            <a:custGeom>
              <a:avLst/>
              <a:gdLst/>
              <a:ahLst/>
              <a:cxnLst/>
              <a:rect l="l" t="t" r="r" b="b"/>
              <a:pathLst>
                <a:path w="36830" h="8890">
                  <a:moveTo>
                    <a:pt x="36439" y="0"/>
                  </a:moveTo>
                  <a:lnTo>
                    <a:pt x="0" y="3845"/>
                  </a:lnTo>
                  <a:lnTo>
                    <a:pt x="6215" y="8519"/>
                  </a:lnTo>
                  <a:lnTo>
                    <a:pt x="36439" y="5332"/>
                  </a:lnTo>
                  <a:lnTo>
                    <a:pt x="36439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2" name="object 1042"/>
            <p:cNvSpPr/>
            <p:nvPr/>
          </p:nvSpPr>
          <p:spPr>
            <a:xfrm>
              <a:off x="1062571" y="7037639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5" h="8254">
                  <a:moveTo>
                    <a:pt x="3426" y="0"/>
                  </a:moveTo>
                  <a:lnTo>
                    <a:pt x="0" y="360"/>
                  </a:lnTo>
                  <a:lnTo>
                    <a:pt x="0" y="5714"/>
                  </a:lnTo>
                  <a:lnTo>
                    <a:pt x="1894" y="5501"/>
                  </a:lnTo>
                  <a:lnTo>
                    <a:pt x="5321" y="8093"/>
                  </a:lnTo>
                  <a:lnTo>
                    <a:pt x="5321" y="144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3" name="object 1043"/>
            <p:cNvSpPr/>
            <p:nvPr/>
          </p:nvSpPr>
          <p:spPr>
            <a:xfrm>
              <a:off x="1022704" y="7042206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4" name="object 1044"/>
            <p:cNvSpPr/>
            <p:nvPr/>
          </p:nvSpPr>
          <p:spPr>
            <a:xfrm>
              <a:off x="1022704" y="7041845"/>
              <a:ext cx="10160" cy="6350"/>
            </a:xfrm>
            <a:custGeom>
              <a:avLst/>
              <a:gdLst/>
              <a:ahLst/>
              <a:cxnLst/>
              <a:rect l="l" t="t" r="r" b="b"/>
              <a:pathLst>
                <a:path w="10159" h="6350">
                  <a:moveTo>
                    <a:pt x="3426" y="0"/>
                  </a:moveTo>
                  <a:lnTo>
                    <a:pt x="0" y="360"/>
                  </a:lnTo>
                  <a:lnTo>
                    <a:pt x="0" y="4079"/>
                  </a:lnTo>
                  <a:lnTo>
                    <a:pt x="2639" y="6054"/>
                  </a:lnTo>
                  <a:lnTo>
                    <a:pt x="2639" y="2762"/>
                  </a:lnTo>
                  <a:lnTo>
                    <a:pt x="5747" y="5099"/>
                  </a:lnTo>
                  <a:lnTo>
                    <a:pt x="9642" y="467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5" name="object 1045"/>
            <p:cNvSpPr/>
            <p:nvPr/>
          </p:nvSpPr>
          <p:spPr>
            <a:xfrm>
              <a:off x="1028451" y="7046540"/>
              <a:ext cx="34290" cy="26670"/>
            </a:xfrm>
            <a:custGeom>
              <a:avLst/>
              <a:gdLst/>
              <a:ahLst/>
              <a:cxnLst/>
              <a:rect l="l" t="t" r="r" b="b"/>
              <a:pathLst>
                <a:path w="34290" h="26670">
                  <a:moveTo>
                    <a:pt x="3895" y="0"/>
                  </a:moveTo>
                  <a:lnTo>
                    <a:pt x="0" y="403"/>
                  </a:lnTo>
                  <a:lnTo>
                    <a:pt x="34141" y="26065"/>
                  </a:lnTo>
                  <a:lnTo>
                    <a:pt x="34141" y="22730"/>
                  </a:lnTo>
                  <a:lnTo>
                    <a:pt x="3895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6" name="object 1046"/>
            <p:cNvSpPr/>
            <p:nvPr/>
          </p:nvSpPr>
          <p:spPr>
            <a:xfrm>
              <a:off x="1067913" y="7073265"/>
              <a:ext cx="503555" cy="379730"/>
            </a:xfrm>
            <a:custGeom>
              <a:avLst/>
              <a:gdLst/>
              <a:ahLst/>
              <a:cxnLst/>
              <a:rect l="l" t="t" r="r" b="b"/>
              <a:pathLst>
                <a:path w="503555" h="379729">
                  <a:moveTo>
                    <a:pt x="0" y="0"/>
                  </a:moveTo>
                  <a:lnTo>
                    <a:pt x="0" y="3356"/>
                  </a:lnTo>
                  <a:lnTo>
                    <a:pt x="499620" y="379114"/>
                  </a:lnTo>
                  <a:lnTo>
                    <a:pt x="499620" y="378710"/>
                  </a:lnTo>
                  <a:lnTo>
                    <a:pt x="503068" y="3783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7" name="object 1047"/>
            <p:cNvSpPr/>
            <p:nvPr/>
          </p:nvSpPr>
          <p:spPr>
            <a:xfrm>
              <a:off x="1067913" y="7073265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" name="object 1048"/>
            <p:cNvSpPr/>
            <p:nvPr/>
          </p:nvSpPr>
          <p:spPr>
            <a:xfrm>
              <a:off x="1062592" y="7069271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67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9" name="object 1049"/>
            <p:cNvSpPr/>
            <p:nvPr/>
          </p:nvSpPr>
          <p:spPr>
            <a:xfrm>
              <a:off x="1062592" y="7069271"/>
              <a:ext cx="5715" cy="7620"/>
            </a:xfrm>
            <a:custGeom>
              <a:avLst/>
              <a:gdLst/>
              <a:ahLst/>
              <a:cxnLst/>
              <a:rect l="l" t="t" r="r" b="b"/>
              <a:pathLst>
                <a:path w="5715" h="7620">
                  <a:moveTo>
                    <a:pt x="0" y="0"/>
                  </a:moveTo>
                  <a:lnTo>
                    <a:pt x="0" y="3335"/>
                  </a:lnTo>
                  <a:lnTo>
                    <a:pt x="5321" y="7350"/>
                  </a:lnTo>
                  <a:lnTo>
                    <a:pt x="5321" y="39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0" name="object 1050"/>
            <p:cNvSpPr/>
            <p:nvPr/>
          </p:nvSpPr>
          <p:spPr>
            <a:xfrm>
              <a:off x="1612743" y="7448852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4" h="3809">
                  <a:moveTo>
                    <a:pt x="0" y="0"/>
                  </a:moveTo>
                  <a:lnTo>
                    <a:pt x="0" y="3695"/>
                  </a:lnTo>
                  <a:lnTo>
                    <a:pt x="4320" y="3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1" name="object 1051"/>
            <p:cNvSpPr/>
            <p:nvPr/>
          </p:nvSpPr>
          <p:spPr>
            <a:xfrm>
              <a:off x="1572877" y="7453122"/>
              <a:ext cx="34925" cy="3810"/>
            </a:xfrm>
            <a:custGeom>
              <a:avLst/>
              <a:gdLst/>
              <a:ahLst/>
              <a:cxnLst/>
              <a:rect l="l" t="t" r="r" b="b"/>
              <a:pathLst>
                <a:path w="34925" h="3809">
                  <a:moveTo>
                    <a:pt x="34545" y="0"/>
                  </a:moveTo>
                  <a:lnTo>
                    <a:pt x="0" y="3632"/>
                  </a:lnTo>
                  <a:lnTo>
                    <a:pt x="34545" y="0"/>
                  </a:lnTo>
                  <a:close/>
                </a:path>
              </a:pathLst>
            </a:custGeom>
            <a:solidFill>
              <a:srgbClr val="778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2" name="object 1052"/>
            <p:cNvSpPr/>
            <p:nvPr/>
          </p:nvSpPr>
          <p:spPr>
            <a:xfrm>
              <a:off x="1607422" y="745310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7F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3" name="object 1053"/>
            <p:cNvSpPr/>
            <p:nvPr/>
          </p:nvSpPr>
          <p:spPr>
            <a:xfrm>
              <a:off x="1572855" y="7456754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solidFill>
              <a:srgbClr val="6777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4" name="object 1054"/>
            <p:cNvSpPr/>
            <p:nvPr/>
          </p:nvSpPr>
          <p:spPr>
            <a:xfrm>
              <a:off x="1612743" y="7448830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5" name="object 1055"/>
            <p:cNvSpPr/>
            <p:nvPr/>
          </p:nvSpPr>
          <p:spPr>
            <a:xfrm>
              <a:off x="1570982" y="7448236"/>
              <a:ext cx="36830" cy="8890"/>
            </a:xfrm>
            <a:custGeom>
              <a:avLst/>
              <a:gdLst/>
              <a:ahLst/>
              <a:cxnLst/>
              <a:rect l="l" t="t" r="r" b="b"/>
              <a:pathLst>
                <a:path w="36830" h="8890">
                  <a:moveTo>
                    <a:pt x="32119" y="0"/>
                  </a:moveTo>
                  <a:lnTo>
                    <a:pt x="0" y="3376"/>
                  </a:lnTo>
                  <a:lnTo>
                    <a:pt x="1894" y="4800"/>
                  </a:lnTo>
                  <a:lnTo>
                    <a:pt x="1894" y="8517"/>
                  </a:lnTo>
                  <a:lnTo>
                    <a:pt x="36440" y="4864"/>
                  </a:lnTo>
                  <a:lnTo>
                    <a:pt x="36440" y="3249"/>
                  </a:lnTo>
                  <a:lnTo>
                    <a:pt x="32119" y="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6" name="object 1056"/>
            <p:cNvSpPr/>
            <p:nvPr/>
          </p:nvSpPr>
          <p:spPr>
            <a:xfrm>
              <a:off x="1603102" y="7447407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59" h="5715">
                  <a:moveTo>
                    <a:pt x="7746" y="0"/>
                  </a:moveTo>
                  <a:lnTo>
                    <a:pt x="0" y="829"/>
                  </a:lnTo>
                  <a:lnTo>
                    <a:pt x="4320" y="4079"/>
                  </a:lnTo>
                  <a:lnTo>
                    <a:pt x="4320" y="5715"/>
                  </a:lnTo>
                  <a:lnTo>
                    <a:pt x="9641" y="5140"/>
                  </a:lnTo>
                  <a:lnTo>
                    <a:pt x="9641" y="2762"/>
                  </a:lnTo>
                  <a:lnTo>
                    <a:pt x="6981" y="2762"/>
                  </a:lnTo>
                  <a:lnTo>
                    <a:pt x="8577" y="637"/>
                  </a:lnTo>
                  <a:lnTo>
                    <a:pt x="7746" y="0"/>
                  </a:lnTo>
                  <a:close/>
                </a:path>
                <a:path w="10159" h="5715">
                  <a:moveTo>
                    <a:pt x="8577" y="637"/>
                  </a:moveTo>
                  <a:lnTo>
                    <a:pt x="6981" y="2762"/>
                  </a:lnTo>
                  <a:lnTo>
                    <a:pt x="9641" y="2762"/>
                  </a:lnTo>
                  <a:lnTo>
                    <a:pt x="9641" y="1445"/>
                  </a:lnTo>
                  <a:lnTo>
                    <a:pt x="8577" y="637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7" name="object 1057"/>
            <p:cNvSpPr/>
            <p:nvPr/>
          </p:nvSpPr>
          <p:spPr>
            <a:xfrm>
              <a:off x="1567534" y="7451613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5">
                  <a:moveTo>
                    <a:pt x="3448" y="0"/>
                  </a:moveTo>
                  <a:lnTo>
                    <a:pt x="0" y="361"/>
                  </a:lnTo>
                  <a:lnTo>
                    <a:pt x="0" y="765"/>
                  </a:lnTo>
                  <a:lnTo>
                    <a:pt x="2660" y="2762"/>
                  </a:lnTo>
                  <a:lnTo>
                    <a:pt x="2660" y="5439"/>
                  </a:lnTo>
                  <a:lnTo>
                    <a:pt x="5342" y="5140"/>
                  </a:lnTo>
                  <a:lnTo>
                    <a:pt x="5342" y="1423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rgbClr val="686D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8" name="object 1058"/>
            <p:cNvSpPr/>
            <p:nvPr/>
          </p:nvSpPr>
          <p:spPr>
            <a:xfrm>
              <a:off x="1067892" y="7045711"/>
              <a:ext cx="535305" cy="402590"/>
            </a:xfrm>
            <a:custGeom>
              <a:avLst/>
              <a:gdLst/>
              <a:ahLst/>
              <a:cxnLst/>
              <a:rect l="l" t="t" r="r" b="b"/>
              <a:pathLst>
                <a:path w="535305" h="402590">
                  <a:moveTo>
                    <a:pt x="0" y="0"/>
                  </a:moveTo>
                  <a:lnTo>
                    <a:pt x="535187" y="402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9" name="object 1059"/>
            <p:cNvSpPr/>
            <p:nvPr/>
          </p:nvSpPr>
          <p:spPr>
            <a:xfrm>
              <a:off x="1067892" y="7039083"/>
              <a:ext cx="543560" cy="409575"/>
            </a:xfrm>
            <a:custGeom>
              <a:avLst/>
              <a:gdLst/>
              <a:ahLst/>
              <a:cxnLst/>
              <a:rect l="l" t="t" r="r" b="b"/>
              <a:pathLst>
                <a:path w="543560" h="409575">
                  <a:moveTo>
                    <a:pt x="0" y="0"/>
                  </a:moveTo>
                  <a:lnTo>
                    <a:pt x="0" y="6628"/>
                  </a:lnTo>
                  <a:lnTo>
                    <a:pt x="535209" y="409153"/>
                  </a:lnTo>
                  <a:lnTo>
                    <a:pt x="542956" y="408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0" name="object 1060"/>
            <p:cNvSpPr/>
            <p:nvPr/>
          </p:nvSpPr>
          <p:spPr>
            <a:xfrm>
              <a:off x="1567981" y="8533977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39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9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1" name="object 1061"/>
            <p:cNvSpPr/>
            <p:nvPr/>
          </p:nvSpPr>
          <p:spPr>
            <a:xfrm>
              <a:off x="1570164" y="7473048"/>
              <a:ext cx="635" cy="50800"/>
            </a:xfrm>
            <a:custGeom>
              <a:avLst/>
              <a:gdLst/>
              <a:ahLst/>
              <a:cxnLst/>
              <a:rect l="l" t="t" r="r" b="b"/>
              <a:pathLst>
                <a:path w="634" h="50800">
                  <a:moveTo>
                    <a:pt x="25" y="0"/>
                  </a:moveTo>
                  <a:lnTo>
                    <a:pt x="0" y="5270"/>
                  </a:lnTo>
                  <a:lnTo>
                    <a:pt x="25" y="0"/>
                  </a:lnTo>
                  <a:close/>
                </a:path>
                <a:path w="634" h="50800">
                  <a:moveTo>
                    <a:pt x="50" y="44996"/>
                  </a:moveTo>
                  <a:lnTo>
                    <a:pt x="25" y="50304"/>
                  </a:lnTo>
                  <a:lnTo>
                    <a:pt x="50" y="44996"/>
                  </a:lnTo>
                  <a:close/>
                </a:path>
              </a:pathLst>
            </a:custGeom>
            <a:solidFill>
              <a:srgbClr val="978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2" name="object 1062"/>
            <p:cNvSpPr/>
            <p:nvPr/>
          </p:nvSpPr>
          <p:spPr>
            <a:xfrm>
              <a:off x="1028451" y="7046944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90" h="26034">
                  <a:moveTo>
                    <a:pt x="0" y="0"/>
                  </a:moveTo>
                  <a:lnTo>
                    <a:pt x="34141" y="25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9C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3" name="object 1063"/>
            <p:cNvSpPr/>
            <p:nvPr/>
          </p:nvSpPr>
          <p:spPr>
            <a:xfrm>
              <a:off x="1067913" y="7076621"/>
              <a:ext cx="499745" cy="375920"/>
            </a:xfrm>
            <a:custGeom>
              <a:avLst/>
              <a:gdLst/>
              <a:ahLst/>
              <a:cxnLst/>
              <a:rect l="l" t="t" r="r" b="b"/>
              <a:pathLst>
                <a:path w="499744" h="375920">
                  <a:moveTo>
                    <a:pt x="0" y="0"/>
                  </a:moveTo>
                  <a:lnTo>
                    <a:pt x="499620" y="3757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A0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4" name="object 1064"/>
            <p:cNvSpPr/>
            <p:nvPr/>
          </p:nvSpPr>
          <p:spPr>
            <a:xfrm>
              <a:off x="1567534" y="7452379"/>
              <a:ext cx="3175" cy="5080"/>
            </a:xfrm>
            <a:custGeom>
              <a:avLst/>
              <a:gdLst/>
              <a:ahLst/>
              <a:cxnLst/>
              <a:rect l="l" t="t" r="r" b="b"/>
              <a:pathLst>
                <a:path w="3175" h="5079">
                  <a:moveTo>
                    <a:pt x="0" y="0"/>
                  </a:moveTo>
                  <a:lnTo>
                    <a:pt x="2640" y="1996"/>
                  </a:lnTo>
                  <a:lnTo>
                    <a:pt x="2640" y="4673"/>
                  </a:lnTo>
                  <a:lnTo>
                    <a:pt x="266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96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5" name="object 1065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027642" y="7049939"/>
              <a:ext cx="40271" cy="1078177"/>
            </a:xfrm>
            <a:prstGeom prst="rect">
              <a:avLst/>
            </a:prstGeom>
          </p:spPr>
        </p:pic>
        <p:pic>
          <p:nvPicPr>
            <p:cNvPr id="1066" name="object 1066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032793" y="8124740"/>
              <a:ext cx="535187" cy="405880"/>
            </a:xfrm>
            <a:prstGeom prst="rect">
              <a:avLst/>
            </a:prstGeom>
          </p:spPr>
        </p:pic>
        <p:pic>
          <p:nvPicPr>
            <p:cNvPr id="1067" name="object 1067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062592" y="7075920"/>
              <a:ext cx="505368" cy="1420497"/>
            </a:xfrm>
            <a:prstGeom prst="rect">
              <a:avLst/>
            </a:prstGeom>
          </p:spPr>
        </p:pic>
        <p:pic>
          <p:nvPicPr>
            <p:cNvPr id="1068" name="object 106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062997" y="8119599"/>
              <a:ext cx="504963" cy="383468"/>
            </a:xfrm>
            <a:prstGeom prst="rect">
              <a:avLst/>
            </a:prstGeom>
          </p:spPr>
        </p:pic>
        <p:pic>
          <p:nvPicPr>
            <p:cNvPr id="1069" name="object 1069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025344" y="7044585"/>
              <a:ext cx="545304" cy="1491388"/>
            </a:xfrm>
            <a:prstGeom prst="rect">
              <a:avLst/>
            </a:prstGeom>
          </p:spPr>
        </p:pic>
        <p:pic>
          <p:nvPicPr>
            <p:cNvPr id="1070" name="object 1070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062592" y="7072611"/>
              <a:ext cx="507583" cy="384504"/>
            </a:xfrm>
            <a:prstGeom prst="rect">
              <a:avLst/>
            </a:prstGeom>
          </p:spPr>
        </p:pic>
        <p:sp>
          <p:nvSpPr>
            <p:cNvPr id="1071" name="object 1071"/>
            <p:cNvSpPr/>
            <p:nvPr/>
          </p:nvSpPr>
          <p:spPr>
            <a:xfrm>
              <a:off x="3915750" y="7964243"/>
              <a:ext cx="90170" cy="57150"/>
            </a:xfrm>
            <a:custGeom>
              <a:avLst/>
              <a:gdLst/>
              <a:ahLst/>
              <a:cxnLst/>
              <a:rect l="l" t="t" r="r" b="b"/>
              <a:pathLst>
                <a:path w="90170" h="57150">
                  <a:moveTo>
                    <a:pt x="69240" y="50518"/>
                  </a:moveTo>
                  <a:lnTo>
                    <a:pt x="66047" y="54766"/>
                  </a:lnTo>
                  <a:lnTo>
                    <a:pt x="69070" y="57039"/>
                  </a:lnTo>
                  <a:lnTo>
                    <a:pt x="72262" y="52811"/>
                  </a:lnTo>
                  <a:lnTo>
                    <a:pt x="69240" y="50518"/>
                  </a:lnTo>
                  <a:close/>
                </a:path>
                <a:path w="90170" h="57150">
                  <a:moveTo>
                    <a:pt x="89801" y="27999"/>
                  </a:moveTo>
                  <a:lnTo>
                    <a:pt x="84480" y="27999"/>
                  </a:lnTo>
                  <a:lnTo>
                    <a:pt x="84500" y="49242"/>
                  </a:lnTo>
                  <a:lnTo>
                    <a:pt x="89822" y="49242"/>
                  </a:lnTo>
                  <a:lnTo>
                    <a:pt x="89801" y="27999"/>
                  </a:lnTo>
                  <a:close/>
                </a:path>
                <a:path w="90170" h="57150">
                  <a:moveTo>
                    <a:pt x="35247" y="24961"/>
                  </a:moveTo>
                  <a:lnTo>
                    <a:pt x="32034" y="29188"/>
                  </a:lnTo>
                  <a:lnTo>
                    <a:pt x="35077" y="31461"/>
                  </a:lnTo>
                  <a:lnTo>
                    <a:pt x="38270" y="27235"/>
                  </a:lnTo>
                  <a:lnTo>
                    <a:pt x="35247" y="24961"/>
                  </a:lnTo>
                  <a:close/>
                </a:path>
                <a:path w="90170" h="57150">
                  <a:moveTo>
                    <a:pt x="2788" y="0"/>
                  </a:moveTo>
                  <a:lnTo>
                    <a:pt x="0" y="0"/>
                  </a:lnTo>
                  <a:lnTo>
                    <a:pt x="0" y="5099"/>
                  </a:lnTo>
                  <a:lnTo>
                    <a:pt x="1064" y="5905"/>
                  </a:lnTo>
                  <a:lnTo>
                    <a:pt x="2660" y="3782"/>
                  </a:lnTo>
                  <a:lnTo>
                    <a:pt x="830" y="1847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2" name="object 1072"/>
            <p:cNvSpPr/>
            <p:nvPr/>
          </p:nvSpPr>
          <p:spPr>
            <a:xfrm>
              <a:off x="3916580" y="7964243"/>
              <a:ext cx="6350" cy="3810"/>
            </a:xfrm>
            <a:custGeom>
              <a:avLst/>
              <a:gdLst/>
              <a:ahLst/>
              <a:cxnLst/>
              <a:rect l="l" t="t" r="r" b="b"/>
              <a:pathLst>
                <a:path w="6350" h="3809">
                  <a:moveTo>
                    <a:pt x="4490" y="0"/>
                  </a:moveTo>
                  <a:lnTo>
                    <a:pt x="1958" y="0"/>
                  </a:lnTo>
                  <a:lnTo>
                    <a:pt x="0" y="1847"/>
                  </a:lnTo>
                  <a:lnTo>
                    <a:pt x="1830" y="3782"/>
                  </a:lnTo>
                  <a:lnTo>
                    <a:pt x="3448" y="1657"/>
                  </a:lnTo>
                  <a:lnTo>
                    <a:pt x="5938" y="3548"/>
                  </a:lnTo>
                  <a:lnTo>
                    <a:pt x="4490" y="2443"/>
                  </a:lnTo>
                  <a:lnTo>
                    <a:pt x="4490" y="0"/>
                  </a:lnTo>
                  <a:close/>
                </a:path>
              </a:pathLst>
            </a:custGeom>
            <a:solidFill>
              <a:srgbClr val="ABA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3" name="object 1073"/>
            <p:cNvSpPr/>
            <p:nvPr/>
          </p:nvSpPr>
          <p:spPr>
            <a:xfrm>
              <a:off x="3915727" y="7888706"/>
              <a:ext cx="90170" cy="82550"/>
            </a:xfrm>
            <a:custGeom>
              <a:avLst/>
              <a:gdLst/>
              <a:ahLst/>
              <a:cxnLst/>
              <a:rect l="l" t="t" r="r" b="b"/>
              <a:pathLst>
                <a:path w="90170" h="82550">
                  <a:moveTo>
                    <a:pt x="5321" y="0"/>
                  </a:moveTo>
                  <a:lnTo>
                    <a:pt x="0" y="571"/>
                  </a:lnTo>
                  <a:lnTo>
                    <a:pt x="0" y="11811"/>
                  </a:lnTo>
                  <a:lnTo>
                    <a:pt x="5321" y="11811"/>
                  </a:lnTo>
                  <a:lnTo>
                    <a:pt x="5321" y="0"/>
                  </a:lnTo>
                  <a:close/>
                </a:path>
                <a:path w="90170" h="82550">
                  <a:moveTo>
                    <a:pt x="5334" y="54305"/>
                  </a:moveTo>
                  <a:lnTo>
                    <a:pt x="5321" y="33058"/>
                  </a:lnTo>
                  <a:lnTo>
                    <a:pt x="0" y="33058"/>
                  </a:lnTo>
                  <a:lnTo>
                    <a:pt x="12" y="54305"/>
                  </a:lnTo>
                  <a:lnTo>
                    <a:pt x="5334" y="54305"/>
                  </a:lnTo>
                  <a:close/>
                </a:path>
                <a:path w="90170" h="82550">
                  <a:moveTo>
                    <a:pt x="89801" y="18567"/>
                  </a:moveTo>
                  <a:lnTo>
                    <a:pt x="84480" y="18567"/>
                  </a:lnTo>
                  <a:lnTo>
                    <a:pt x="84480" y="39814"/>
                  </a:lnTo>
                  <a:lnTo>
                    <a:pt x="89801" y="39814"/>
                  </a:lnTo>
                  <a:lnTo>
                    <a:pt x="89801" y="18567"/>
                  </a:lnTo>
                  <a:close/>
                </a:path>
                <a:path w="90170" h="82550">
                  <a:moveTo>
                    <a:pt x="89814" y="61048"/>
                  </a:moveTo>
                  <a:lnTo>
                    <a:pt x="84493" y="61048"/>
                  </a:lnTo>
                  <a:lnTo>
                    <a:pt x="84493" y="82296"/>
                  </a:lnTo>
                  <a:lnTo>
                    <a:pt x="89814" y="82296"/>
                  </a:lnTo>
                  <a:lnTo>
                    <a:pt x="89814" y="61048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4" name="object 1074"/>
            <p:cNvSpPr/>
            <p:nvPr/>
          </p:nvSpPr>
          <p:spPr>
            <a:xfrm>
              <a:off x="3915727" y="7879270"/>
              <a:ext cx="5715" cy="10160"/>
            </a:xfrm>
            <a:custGeom>
              <a:avLst/>
              <a:gdLst/>
              <a:ahLst/>
              <a:cxnLst/>
              <a:rect l="l" t="t" r="r" b="b"/>
              <a:pathLst>
                <a:path w="5714" h="10159">
                  <a:moveTo>
                    <a:pt x="5321" y="0"/>
                  </a:moveTo>
                  <a:lnTo>
                    <a:pt x="0" y="0"/>
                  </a:lnTo>
                  <a:lnTo>
                    <a:pt x="0" y="10007"/>
                  </a:lnTo>
                  <a:lnTo>
                    <a:pt x="5321" y="9436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B4C4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5" name="object 1075"/>
            <p:cNvSpPr/>
            <p:nvPr/>
          </p:nvSpPr>
          <p:spPr>
            <a:xfrm>
              <a:off x="4000187" y="7864781"/>
              <a:ext cx="5715" cy="21590"/>
            </a:xfrm>
            <a:custGeom>
              <a:avLst/>
              <a:gdLst/>
              <a:ahLst/>
              <a:cxnLst/>
              <a:rect l="l" t="t" r="r" b="b"/>
              <a:pathLst>
                <a:path w="5714" h="21590">
                  <a:moveTo>
                    <a:pt x="5321" y="0"/>
                  </a:moveTo>
                  <a:lnTo>
                    <a:pt x="0" y="0"/>
                  </a:lnTo>
                  <a:lnTo>
                    <a:pt x="21" y="21243"/>
                  </a:lnTo>
                  <a:lnTo>
                    <a:pt x="638" y="21243"/>
                  </a:lnTo>
                  <a:lnTo>
                    <a:pt x="5342" y="16783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6" name="object 1076"/>
            <p:cNvSpPr/>
            <p:nvPr/>
          </p:nvSpPr>
          <p:spPr>
            <a:xfrm>
              <a:off x="4000804" y="7881564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79">
                  <a:moveTo>
                    <a:pt x="4725" y="0"/>
                  </a:moveTo>
                  <a:lnTo>
                    <a:pt x="0" y="4460"/>
                  </a:lnTo>
                  <a:lnTo>
                    <a:pt x="4725" y="4460"/>
                  </a:lnTo>
                  <a:lnTo>
                    <a:pt x="4725" y="0"/>
                  </a:lnTo>
                  <a:close/>
                </a:path>
              </a:pathLst>
            </a:custGeom>
            <a:solidFill>
              <a:srgbClr val="ABA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7" name="object 1077"/>
            <p:cNvSpPr/>
            <p:nvPr/>
          </p:nvSpPr>
          <p:spPr>
            <a:xfrm>
              <a:off x="3915708" y="7836782"/>
              <a:ext cx="5715" cy="14604"/>
            </a:xfrm>
            <a:custGeom>
              <a:avLst/>
              <a:gdLst/>
              <a:ahLst/>
              <a:cxnLst/>
              <a:rect l="l" t="t" r="r" b="b"/>
              <a:pathLst>
                <a:path w="5714" h="14604">
                  <a:moveTo>
                    <a:pt x="5321" y="0"/>
                  </a:moveTo>
                  <a:lnTo>
                    <a:pt x="0" y="0"/>
                  </a:lnTo>
                  <a:lnTo>
                    <a:pt x="0" y="14466"/>
                  </a:lnTo>
                  <a:lnTo>
                    <a:pt x="5321" y="1389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8" name="object 1078"/>
            <p:cNvSpPr/>
            <p:nvPr/>
          </p:nvSpPr>
          <p:spPr>
            <a:xfrm>
              <a:off x="3915708" y="7850675"/>
              <a:ext cx="5715" cy="7620"/>
            </a:xfrm>
            <a:custGeom>
              <a:avLst/>
              <a:gdLst/>
              <a:ahLst/>
              <a:cxnLst/>
              <a:rect l="l" t="t" r="r" b="b"/>
              <a:pathLst>
                <a:path w="5714" h="7620">
                  <a:moveTo>
                    <a:pt x="5321" y="0"/>
                  </a:moveTo>
                  <a:lnTo>
                    <a:pt x="0" y="574"/>
                  </a:lnTo>
                  <a:lnTo>
                    <a:pt x="0" y="7350"/>
                  </a:lnTo>
                  <a:lnTo>
                    <a:pt x="5321" y="7350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B4C4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9" name="object 1079"/>
            <p:cNvSpPr/>
            <p:nvPr/>
          </p:nvSpPr>
          <p:spPr>
            <a:xfrm>
              <a:off x="3915686" y="7794294"/>
              <a:ext cx="90170" cy="49530"/>
            </a:xfrm>
            <a:custGeom>
              <a:avLst/>
              <a:gdLst/>
              <a:ahLst/>
              <a:cxnLst/>
              <a:rect l="l" t="t" r="r" b="b"/>
              <a:pathLst>
                <a:path w="90170" h="49529">
                  <a:moveTo>
                    <a:pt x="89822" y="27999"/>
                  </a:moveTo>
                  <a:lnTo>
                    <a:pt x="84500" y="27999"/>
                  </a:lnTo>
                  <a:lnTo>
                    <a:pt x="84500" y="49242"/>
                  </a:lnTo>
                  <a:lnTo>
                    <a:pt x="89822" y="49242"/>
                  </a:lnTo>
                  <a:lnTo>
                    <a:pt x="89822" y="27999"/>
                  </a:lnTo>
                  <a:close/>
                </a:path>
                <a:path w="90170" h="49529">
                  <a:moveTo>
                    <a:pt x="5333" y="12426"/>
                  </a:moveTo>
                  <a:lnTo>
                    <a:pt x="2192" y="12426"/>
                  </a:lnTo>
                  <a:lnTo>
                    <a:pt x="2767" y="17717"/>
                  </a:lnTo>
                  <a:lnTo>
                    <a:pt x="0" y="18014"/>
                  </a:lnTo>
                  <a:lnTo>
                    <a:pt x="21" y="21243"/>
                  </a:lnTo>
                  <a:lnTo>
                    <a:pt x="5342" y="21243"/>
                  </a:lnTo>
                  <a:lnTo>
                    <a:pt x="5333" y="12426"/>
                  </a:lnTo>
                  <a:close/>
                </a:path>
                <a:path w="90170" h="49529">
                  <a:moveTo>
                    <a:pt x="5321" y="0"/>
                  </a:moveTo>
                  <a:lnTo>
                    <a:pt x="0" y="0"/>
                  </a:lnTo>
                  <a:lnTo>
                    <a:pt x="0" y="12660"/>
                  </a:lnTo>
                  <a:lnTo>
                    <a:pt x="2217" y="12660"/>
                  </a:lnTo>
                  <a:lnTo>
                    <a:pt x="2192" y="12426"/>
                  </a:lnTo>
                  <a:lnTo>
                    <a:pt x="5333" y="12426"/>
                  </a:lnTo>
                  <a:lnTo>
                    <a:pt x="5321" y="0"/>
                  </a:lnTo>
                  <a:close/>
                </a:path>
                <a:path w="90170" h="49529">
                  <a:moveTo>
                    <a:pt x="86118" y="2039"/>
                  </a:moveTo>
                  <a:lnTo>
                    <a:pt x="84862" y="3717"/>
                  </a:lnTo>
                  <a:lnTo>
                    <a:pt x="85922" y="3717"/>
                  </a:lnTo>
                  <a:lnTo>
                    <a:pt x="87076" y="2762"/>
                  </a:lnTo>
                  <a:lnTo>
                    <a:pt x="86118" y="2039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0" name="object 1080"/>
            <p:cNvSpPr/>
            <p:nvPr/>
          </p:nvSpPr>
          <p:spPr>
            <a:xfrm>
              <a:off x="4001762" y="7797057"/>
              <a:ext cx="3810" cy="4445"/>
            </a:xfrm>
            <a:custGeom>
              <a:avLst/>
              <a:gdLst/>
              <a:ahLst/>
              <a:cxnLst/>
              <a:rect l="l" t="t" r="r" b="b"/>
              <a:pathLst>
                <a:path w="3810" h="4445">
                  <a:moveTo>
                    <a:pt x="1000" y="0"/>
                  </a:moveTo>
                  <a:lnTo>
                    <a:pt x="0" y="828"/>
                  </a:lnTo>
                  <a:lnTo>
                    <a:pt x="788" y="742"/>
                  </a:lnTo>
                  <a:lnTo>
                    <a:pt x="1064" y="3376"/>
                  </a:lnTo>
                  <a:lnTo>
                    <a:pt x="1576" y="3992"/>
                  </a:lnTo>
                  <a:lnTo>
                    <a:pt x="3724" y="3992"/>
                  </a:lnTo>
                  <a:lnTo>
                    <a:pt x="3724" y="2059"/>
                  </a:lnTo>
                  <a:lnTo>
                    <a:pt x="1000" y="0"/>
                  </a:lnTo>
                  <a:close/>
                </a:path>
              </a:pathLst>
            </a:custGeom>
            <a:solidFill>
              <a:srgbClr val="ABA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1" name="object 1081"/>
            <p:cNvSpPr/>
            <p:nvPr/>
          </p:nvSpPr>
          <p:spPr>
            <a:xfrm>
              <a:off x="3915665" y="7745200"/>
              <a:ext cx="55880" cy="32384"/>
            </a:xfrm>
            <a:custGeom>
              <a:avLst/>
              <a:gdLst/>
              <a:ahLst/>
              <a:cxnLst/>
              <a:rect l="l" t="t" r="r" b="b"/>
              <a:pathLst>
                <a:path w="55879" h="32384">
                  <a:moveTo>
                    <a:pt x="52127" y="25577"/>
                  </a:moveTo>
                  <a:lnTo>
                    <a:pt x="48932" y="29808"/>
                  </a:lnTo>
                  <a:lnTo>
                    <a:pt x="52063" y="32162"/>
                  </a:lnTo>
                  <a:lnTo>
                    <a:pt x="55255" y="27914"/>
                  </a:lnTo>
                  <a:lnTo>
                    <a:pt x="52127" y="25577"/>
                  </a:lnTo>
                  <a:close/>
                </a:path>
                <a:path w="55879" h="32384">
                  <a:moveTo>
                    <a:pt x="5321" y="6606"/>
                  </a:moveTo>
                  <a:lnTo>
                    <a:pt x="0" y="6606"/>
                  </a:lnTo>
                  <a:lnTo>
                    <a:pt x="21" y="27851"/>
                  </a:lnTo>
                  <a:lnTo>
                    <a:pt x="5342" y="27851"/>
                  </a:lnTo>
                  <a:lnTo>
                    <a:pt x="5321" y="6606"/>
                  </a:lnTo>
                  <a:close/>
                </a:path>
                <a:path w="55879" h="32384">
                  <a:moveTo>
                    <a:pt x="18134" y="0"/>
                  </a:moveTo>
                  <a:lnTo>
                    <a:pt x="14937" y="4232"/>
                  </a:lnTo>
                  <a:lnTo>
                    <a:pt x="18070" y="6586"/>
                  </a:lnTo>
                  <a:lnTo>
                    <a:pt x="21263" y="2336"/>
                  </a:lnTo>
                  <a:lnTo>
                    <a:pt x="18134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2" name="object 1082"/>
            <p:cNvSpPr/>
            <p:nvPr/>
          </p:nvSpPr>
          <p:spPr>
            <a:xfrm>
              <a:off x="3498630" y="8061751"/>
              <a:ext cx="102235" cy="22225"/>
            </a:xfrm>
            <a:custGeom>
              <a:avLst/>
              <a:gdLst/>
              <a:ahLst/>
              <a:cxnLst/>
              <a:rect l="l" t="t" r="r" b="b"/>
              <a:pathLst>
                <a:path w="102235" h="22225">
                  <a:moveTo>
                    <a:pt x="58894" y="14149"/>
                  </a:moveTo>
                  <a:lnTo>
                    <a:pt x="37738" y="16379"/>
                  </a:lnTo>
                  <a:lnTo>
                    <a:pt x="38291" y="21668"/>
                  </a:lnTo>
                  <a:lnTo>
                    <a:pt x="59448" y="19417"/>
                  </a:lnTo>
                  <a:lnTo>
                    <a:pt x="58894" y="14149"/>
                  </a:lnTo>
                  <a:close/>
                </a:path>
                <a:path w="102235" h="22225">
                  <a:moveTo>
                    <a:pt x="101230" y="9687"/>
                  </a:moveTo>
                  <a:lnTo>
                    <a:pt x="80073" y="11917"/>
                  </a:lnTo>
                  <a:lnTo>
                    <a:pt x="80627" y="17186"/>
                  </a:lnTo>
                  <a:lnTo>
                    <a:pt x="101784" y="14955"/>
                  </a:lnTo>
                  <a:lnTo>
                    <a:pt x="101230" y="9687"/>
                  </a:lnTo>
                  <a:close/>
                </a:path>
                <a:path w="102235" h="22225">
                  <a:moveTo>
                    <a:pt x="3214" y="0"/>
                  </a:moveTo>
                  <a:lnTo>
                    <a:pt x="0" y="4249"/>
                  </a:lnTo>
                  <a:lnTo>
                    <a:pt x="4640" y="7733"/>
                  </a:lnTo>
                  <a:lnTo>
                    <a:pt x="7853" y="3484"/>
                  </a:lnTo>
                  <a:lnTo>
                    <a:pt x="3214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3" name="object 1083"/>
            <p:cNvSpPr/>
            <p:nvPr/>
          </p:nvSpPr>
          <p:spPr>
            <a:xfrm>
              <a:off x="3621933" y="8066957"/>
              <a:ext cx="20955" cy="7620"/>
            </a:xfrm>
            <a:custGeom>
              <a:avLst/>
              <a:gdLst/>
              <a:ahLst/>
              <a:cxnLst/>
              <a:rect l="l" t="t" r="r" b="b"/>
              <a:pathLst>
                <a:path w="20954" h="7620">
                  <a:moveTo>
                    <a:pt x="20264" y="0"/>
                  </a:moveTo>
                  <a:lnTo>
                    <a:pt x="0" y="2145"/>
                  </a:lnTo>
                  <a:lnTo>
                    <a:pt x="0" y="7477"/>
                  </a:lnTo>
                  <a:lnTo>
                    <a:pt x="20816" y="5289"/>
                  </a:lnTo>
                  <a:lnTo>
                    <a:pt x="20264" y="0"/>
                  </a:lnTo>
                  <a:close/>
                </a:path>
              </a:pathLst>
            </a:custGeom>
            <a:solidFill>
              <a:srgbClr val="A3B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4" name="object 1084"/>
            <p:cNvSpPr/>
            <p:nvPr/>
          </p:nvSpPr>
          <p:spPr>
            <a:xfrm>
              <a:off x="3621933" y="8069102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BB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5" name="object 1085"/>
            <p:cNvSpPr/>
            <p:nvPr/>
          </p:nvSpPr>
          <p:spPr>
            <a:xfrm>
              <a:off x="3621018" y="8069102"/>
              <a:ext cx="1270" cy="5715"/>
            </a:xfrm>
            <a:custGeom>
              <a:avLst/>
              <a:gdLst/>
              <a:ahLst/>
              <a:cxnLst/>
              <a:rect l="l" t="t" r="r" b="b"/>
              <a:pathLst>
                <a:path w="1270" h="5715">
                  <a:moveTo>
                    <a:pt x="914" y="0"/>
                  </a:moveTo>
                  <a:lnTo>
                    <a:pt x="0" y="106"/>
                  </a:lnTo>
                  <a:lnTo>
                    <a:pt x="574" y="5374"/>
                  </a:lnTo>
                  <a:lnTo>
                    <a:pt x="914" y="5332"/>
                  </a:lnTo>
                  <a:lnTo>
                    <a:pt x="914" y="0"/>
                  </a:lnTo>
                  <a:close/>
                </a:path>
              </a:pathLst>
            </a:custGeom>
            <a:solidFill>
              <a:srgbClr val="9CA4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6" name="object 1086"/>
            <p:cNvSpPr/>
            <p:nvPr/>
          </p:nvSpPr>
          <p:spPr>
            <a:xfrm>
              <a:off x="3663354" y="8049112"/>
              <a:ext cx="149225" cy="20955"/>
            </a:xfrm>
            <a:custGeom>
              <a:avLst/>
              <a:gdLst/>
              <a:ahLst/>
              <a:cxnLst/>
              <a:rect l="l" t="t" r="r" b="b"/>
              <a:pathLst>
                <a:path w="149225" h="20954">
                  <a:moveTo>
                    <a:pt x="21178" y="13383"/>
                  </a:moveTo>
                  <a:lnTo>
                    <a:pt x="0" y="15613"/>
                  </a:lnTo>
                  <a:lnTo>
                    <a:pt x="574" y="20902"/>
                  </a:lnTo>
                  <a:lnTo>
                    <a:pt x="21730" y="18672"/>
                  </a:lnTo>
                  <a:lnTo>
                    <a:pt x="21178" y="13383"/>
                  </a:lnTo>
                  <a:close/>
                </a:path>
                <a:path w="149225" h="20954">
                  <a:moveTo>
                    <a:pt x="63513" y="8921"/>
                  </a:moveTo>
                  <a:lnTo>
                    <a:pt x="42335" y="11151"/>
                  </a:lnTo>
                  <a:lnTo>
                    <a:pt x="42889" y="16442"/>
                  </a:lnTo>
                  <a:lnTo>
                    <a:pt x="64067" y="14211"/>
                  </a:lnTo>
                  <a:lnTo>
                    <a:pt x="63513" y="8921"/>
                  </a:lnTo>
                  <a:close/>
                </a:path>
                <a:path w="149225" h="20954">
                  <a:moveTo>
                    <a:pt x="105849" y="4460"/>
                  </a:moveTo>
                  <a:lnTo>
                    <a:pt x="84670" y="6691"/>
                  </a:lnTo>
                  <a:lnTo>
                    <a:pt x="85224" y="11981"/>
                  </a:lnTo>
                  <a:lnTo>
                    <a:pt x="106403" y="9729"/>
                  </a:lnTo>
                  <a:lnTo>
                    <a:pt x="105849" y="4460"/>
                  </a:lnTo>
                  <a:close/>
                </a:path>
                <a:path w="149225" h="20954">
                  <a:moveTo>
                    <a:pt x="148164" y="0"/>
                  </a:moveTo>
                  <a:lnTo>
                    <a:pt x="127006" y="2230"/>
                  </a:lnTo>
                  <a:lnTo>
                    <a:pt x="127560" y="7498"/>
                  </a:lnTo>
                  <a:lnTo>
                    <a:pt x="148738" y="5267"/>
                  </a:lnTo>
                  <a:lnTo>
                    <a:pt x="148164" y="0"/>
                  </a:lnTo>
                  <a:close/>
                </a:path>
              </a:pathLst>
            </a:custGeom>
            <a:solidFill>
              <a:srgbClr val="A3B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7" name="object 1087"/>
            <p:cNvSpPr/>
            <p:nvPr/>
          </p:nvSpPr>
          <p:spPr>
            <a:xfrm>
              <a:off x="3464637" y="8036175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3192" y="0"/>
                  </a:moveTo>
                  <a:lnTo>
                    <a:pt x="0" y="4248"/>
                  </a:lnTo>
                  <a:lnTo>
                    <a:pt x="17007" y="17037"/>
                  </a:lnTo>
                  <a:lnTo>
                    <a:pt x="4640" y="7731"/>
                  </a:lnTo>
                  <a:lnTo>
                    <a:pt x="7833" y="3483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8" name="object 1088"/>
            <p:cNvSpPr/>
            <p:nvPr/>
          </p:nvSpPr>
          <p:spPr>
            <a:xfrm>
              <a:off x="3832697" y="8035707"/>
              <a:ext cx="106680" cy="16510"/>
            </a:xfrm>
            <a:custGeom>
              <a:avLst/>
              <a:gdLst/>
              <a:ahLst/>
              <a:cxnLst/>
              <a:rect l="l" t="t" r="r" b="b"/>
              <a:pathLst>
                <a:path w="106679" h="16509">
                  <a:moveTo>
                    <a:pt x="21156" y="8921"/>
                  </a:moveTo>
                  <a:lnTo>
                    <a:pt x="0" y="11153"/>
                  </a:lnTo>
                  <a:lnTo>
                    <a:pt x="552" y="16442"/>
                  </a:lnTo>
                  <a:lnTo>
                    <a:pt x="21730" y="14211"/>
                  </a:lnTo>
                  <a:lnTo>
                    <a:pt x="21156" y="8921"/>
                  </a:lnTo>
                  <a:close/>
                </a:path>
                <a:path w="106679" h="16509">
                  <a:moveTo>
                    <a:pt x="63492" y="4460"/>
                  </a:moveTo>
                  <a:lnTo>
                    <a:pt x="42335" y="6691"/>
                  </a:lnTo>
                  <a:lnTo>
                    <a:pt x="42887" y="11981"/>
                  </a:lnTo>
                  <a:lnTo>
                    <a:pt x="64066" y="9751"/>
                  </a:lnTo>
                  <a:lnTo>
                    <a:pt x="63492" y="4460"/>
                  </a:lnTo>
                  <a:close/>
                </a:path>
                <a:path w="106679" h="16509">
                  <a:moveTo>
                    <a:pt x="105827" y="0"/>
                  </a:moveTo>
                  <a:lnTo>
                    <a:pt x="84670" y="2230"/>
                  </a:lnTo>
                  <a:lnTo>
                    <a:pt x="85224" y="7519"/>
                  </a:lnTo>
                  <a:lnTo>
                    <a:pt x="106403" y="5289"/>
                  </a:lnTo>
                  <a:lnTo>
                    <a:pt x="105827" y="0"/>
                  </a:lnTo>
                  <a:close/>
                </a:path>
              </a:pathLst>
            </a:custGeom>
            <a:solidFill>
              <a:srgbClr val="A3B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9" name="object 1089"/>
            <p:cNvSpPr/>
            <p:nvPr/>
          </p:nvSpPr>
          <p:spPr>
            <a:xfrm>
              <a:off x="3965408" y="8031246"/>
              <a:ext cx="16510" cy="6350"/>
            </a:xfrm>
            <a:custGeom>
              <a:avLst/>
              <a:gdLst/>
              <a:ahLst/>
              <a:cxnLst/>
              <a:rect l="l" t="t" r="r" b="b"/>
              <a:pathLst>
                <a:path w="16510" h="6350">
                  <a:moveTo>
                    <a:pt x="15452" y="0"/>
                  </a:moveTo>
                  <a:lnTo>
                    <a:pt x="0" y="1614"/>
                  </a:lnTo>
                  <a:lnTo>
                    <a:pt x="6235" y="6309"/>
                  </a:lnTo>
                  <a:lnTo>
                    <a:pt x="16027" y="5267"/>
                  </a:lnTo>
                  <a:lnTo>
                    <a:pt x="15452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0" name="object 1090"/>
            <p:cNvSpPr/>
            <p:nvPr/>
          </p:nvSpPr>
          <p:spPr>
            <a:xfrm>
              <a:off x="3959895" y="8035367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09">
                  <a:moveTo>
                    <a:pt x="0" y="0"/>
                  </a:moveTo>
                  <a:lnTo>
                    <a:pt x="361" y="3378"/>
                  </a:lnTo>
                  <a:lnTo>
                    <a:pt x="3980" y="2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B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1" name="object 1091"/>
            <p:cNvSpPr/>
            <p:nvPr/>
          </p:nvSpPr>
          <p:spPr>
            <a:xfrm>
              <a:off x="3959895" y="8035367"/>
              <a:ext cx="4445" cy="3175"/>
            </a:xfrm>
            <a:custGeom>
              <a:avLst/>
              <a:gdLst/>
              <a:ahLst/>
              <a:cxnLst/>
              <a:rect l="l" t="t" r="r" b="b"/>
              <a:pathLst>
                <a:path w="4445" h="3175">
                  <a:moveTo>
                    <a:pt x="0" y="0"/>
                  </a:moveTo>
                  <a:lnTo>
                    <a:pt x="3980" y="2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D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2" name="object 1092"/>
            <p:cNvSpPr/>
            <p:nvPr/>
          </p:nvSpPr>
          <p:spPr>
            <a:xfrm>
              <a:off x="3965408" y="8032860"/>
              <a:ext cx="6350" cy="5080"/>
            </a:xfrm>
            <a:custGeom>
              <a:avLst/>
              <a:gdLst/>
              <a:ahLst/>
              <a:cxnLst/>
              <a:rect l="l" t="t" r="r" b="b"/>
              <a:pathLst>
                <a:path w="6350" h="5079">
                  <a:moveTo>
                    <a:pt x="0" y="0"/>
                  </a:moveTo>
                  <a:lnTo>
                    <a:pt x="6235" y="46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AC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3" name="object 1093"/>
            <p:cNvSpPr/>
            <p:nvPr/>
          </p:nvSpPr>
          <p:spPr>
            <a:xfrm>
              <a:off x="3959703" y="8032882"/>
              <a:ext cx="12065" cy="5715"/>
            </a:xfrm>
            <a:custGeom>
              <a:avLst/>
              <a:gdLst/>
              <a:ahLst/>
              <a:cxnLst/>
              <a:rect l="l" t="t" r="r" b="b"/>
              <a:pathLst>
                <a:path w="12064" h="5715">
                  <a:moveTo>
                    <a:pt x="5704" y="0"/>
                  </a:moveTo>
                  <a:lnTo>
                    <a:pt x="0" y="594"/>
                  </a:lnTo>
                  <a:lnTo>
                    <a:pt x="191" y="2485"/>
                  </a:lnTo>
                  <a:lnTo>
                    <a:pt x="4193" y="5481"/>
                  </a:lnTo>
                  <a:lnTo>
                    <a:pt x="11940" y="4673"/>
                  </a:lnTo>
                  <a:lnTo>
                    <a:pt x="5704" y="0"/>
                  </a:lnTo>
                  <a:close/>
                </a:path>
              </a:pathLst>
            </a:custGeom>
            <a:solidFill>
              <a:srgbClr val="95A4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4" name="object 1094"/>
            <p:cNvSpPr/>
            <p:nvPr/>
          </p:nvSpPr>
          <p:spPr>
            <a:xfrm>
              <a:off x="3984820" y="8021283"/>
              <a:ext cx="25400" cy="13335"/>
            </a:xfrm>
            <a:custGeom>
              <a:avLst/>
              <a:gdLst/>
              <a:ahLst/>
              <a:cxnLst/>
              <a:rect l="l" t="t" r="r" b="b"/>
              <a:pathLst>
                <a:path w="25400" h="13334">
                  <a:moveTo>
                    <a:pt x="0" y="0"/>
                  </a:moveTo>
                  <a:lnTo>
                    <a:pt x="16494" y="12426"/>
                  </a:lnTo>
                  <a:lnTo>
                    <a:pt x="17559" y="11024"/>
                  </a:lnTo>
                  <a:lnTo>
                    <a:pt x="17772" y="13000"/>
                  </a:lnTo>
                  <a:lnTo>
                    <a:pt x="25093" y="12236"/>
                  </a:lnTo>
                  <a:lnTo>
                    <a:pt x="21965" y="9878"/>
                  </a:lnTo>
                  <a:lnTo>
                    <a:pt x="20114" y="12024"/>
                  </a:lnTo>
                  <a:lnTo>
                    <a:pt x="16090" y="8561"/>
                  </a:lnTo>
                  <a:lnTo>
                    <a:pt x="17708" y="6670"/>
                  </a:lnTo>
                  <a:lnTo>
                    <a:pt x="17155" y="6266"/>
                  </a:lnTo>
                  <a:lnTo>
                    <a:pt x="13962" y="105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5" name="object 1095"/>
            <p:cNvSpPr/>
            <p:nvPr/>
          </p:nvSpPr>
          <p:spPr>
            <a:xfrm>
              <a:off x="4000911" y="8027953"/>
              <a:ext cx="6350" cy="5715"/>
            </a:xfrm>
            <a:custGeom>
              <a:avLst/>
              <a:gdLst/>
              <a:ahLst/>
              <a:cxnLst/>
              <a:rect l="l" t="t" r="r" b="b"/>
              <a:pathLst>
                <a:path w="6350" h="5715">
                  <a:moveTo>
                    <a:pt x="1617" y="0"/>
                  </a:moveTo>
                  <a:lnTo>
                    <a:pt x="0" y="1891"/>
                  </a:lnTo>
                  <a:lnTo>
                    <a:pt x="4023" y="5354"/>
                  </a:lnTo>
                  <a:lnTo>
                    <a:pt x="5875" y="3208"/>
                  </a:lnTo>
                  <a:lnTo>
                    <a:pt x="1617" y="0"/>
                  </a:lnTo>
                  <a:close/>
                </a:path>
              </a:pathLst>
            </a:custGeom>
            <a:solidFill>
              <a:srgbClr val="ABA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6" name="object 1096"/>
            <p:cNvSpPr/>
            <p:nvPr/>
          </p:nvSpPr>
          <p:spPr>
            <a:xfrm>
              <a:off x="3984820" y="8017055"/>
              <a:ext cx="17780" cy="15240"/>
            </a:xfrm>
            <a:custGeom>
              <a:avLst/>
              <a:gdLst/>
              <a:ahLst/>
              <a:cxnLst/>
              <a:rect l="l" t="t" r="r" b="b"/>
              <a:pathLst>
                <a:path w="17779" h="15240">
                  <a:moveTo>
                    <a:pt x="3192" y="0"/>
                  </a:moveTo>
                  <a:lnTo>
                    <a:pt x="0" y="4227"/>
                  </a:lnTo>
                  <a:lnTo>
                    <a:pt x="13962" y="14743"/>
                  </a:lnTo>
                  <a:lnTo>
                    <a:pt x="17155" y="10494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rgbClr val="BBD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7" name="object 1097"/>
            <p:cNvSpPr/>
            <p:nvPr/>
          </p:nvSpPr>
          <p:spPr>
            <a:xfrm>
              <a:off x="3432923" y="8001462"/>
              <a:ext cx="144145" cy="19050"/>
            </a:xfrm>
            <a:custGeom>
              <a:avLst/>
              <a:gdLst/>
              <a:ahLst/>
              <a:cxnLst/>
              <a:rect l="l" t="t" r="r" b="b"/>
              <a:pathLst>
                <a:path w="144145" h="19050">
                  <a:moveTo>
                    <a:pt x="16262" y="13384"/>
                  </a:moveTo>
                  <a:lnTo>
                    <a:pt x="9643" y="14085"/>
                  </a:lnTo>
                  <a:lnTo>
                    <a:pt x="9643" y="15699"/>
                  </a:lnTo>
                  <a:lnTo>
                    <a:pt x="13985" y="18971"/>
                  </a:lnTo>
                  <a:lnTo>
                    <a:pt x="16816" y="18674"/>
                  </a:lnTo>
                  <a:lnTo>
                    <a:pt x="16504" y="15699"/>
                  </a:lnTo>
                  <a:lnTo>
                    <a:pt x="16393" y="14636"/>
                  </a:lnTo>
                  <a:lnTo>
                    <a:pt x="16335" y="14085"/>
                  </a:lnTo>
                  <a:lnTo>
                    <a:pt x="16262" y="13384"/>
                  </a:lnTo>
                  <a:close/>
                </a:path>
                <a:path w="144145" h="19050">
                  <a:moveTo>
                    <a:pt x="4321" y="14636"/>
                  </a:moveTo>
                  <a:lnTo>
                    <a:pt x="0" y="15104"/>
                  </a:lnTo>
                  <a:lnTo>
                    <a:pt x="4321" y="18356"/>
                  </a:lnTo>
                  <a:lnTo>
                    <a:pt x="4321" y="14636"/>
                  </a:lnTo>
                  <a:close/>
                </a:path>
                <a:path w="144145" h="19050">
                  <a:moveTo>
                    <a:pt x="58597" y="8923"/>
                  </a:moveTo>
                  <a:lnTo>
                    <a:pt x="37440" y="11153"/>
                  </a:lnTo>
                  <a:lnTo>
                    <a:pt x="37994" y="16442"/>
                  </a:lnTo>
                  <a:lnTo>
                    <a:pt x="59151" y="14212"/>
                  </a:lnTo>
                  <a:lnTo>
                    <a:pt x="58597" y="8923"/>
                  </a:lnTo>
                  <a:close/>
                </a:path>
                <a:path w="144145" h="19050">
                  <a:moveTo>
                    <a:pt x="88800" y="5736"/>
                  </a:moveTo>
                  <a:lnTo>
                    <a:pt x="79776" y="6691"/>
                  </a:lnTo>
                  <a:lnTo>
                    <a:pt x="80234" y="11068"/>
                  </a:lnTo>
                  <a:lnTo>
                    <a:pt x="80330" y="11982"/>
                  </a:lnTo>
                  <a:lnTo>
                    <a:pt x="88800" y="11068"/>
                  </a:lnTo>
                  <a:lnTo>
                    <a:pt x="88800" y="5736"/>
                  </a:lnTo>
                  <a:close/>
                </a:path>
                <a:path w="144145" h="19050">
                  <a:moveTo>
                    <a:pt x="100933" y="4461"/>
                  </a:moveTo>
                  <a:lnTo>
                    <a:pt x="94122" y="5184"/>
                  </a:lnTo>
                  <a:lnTo>
                    <a:pt x="94122" y="10515"/>
                  </a:lnTo>
                  <a:lnTo>
                    <a:pt x="101486" y="9729"/>
                  </a:lnTo>
                  <a:lnTo>
                    <a:pt x="101009" y="5184"/>
                  </a:lnTo>
                  <a:lnTo>
                    <a:pt x="100933" y="4461"/>
                  </a:lnTo>
                  <a:close/>
                </a:path>
                <a:path w="144145" h="19050">
                  <a:moveTo>
                    <a:pt x="143268" y="0"/>
                  </a:moveTo>
                  <a:lnTo>
                    <a:pt x="122090" y="2231"/>
                  </a:lnTo>
                  <a:lnTo>
                    <a:pt x="122665" y="7499"/>
                  </a:lnTo>
                  <a:lnTo>
                    <a:pt x="143822" y="5269"/>
                  </a:lnTo>
                  <a:lnTo>
                    <a:pt x="143268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8" name="object 1098"/>
            <p:cNvSpPr/>
            <p:nvPr/>
          </p:nvSpPr>
          <p:spPr>
            <a:xfrm>
              <a:off x="3950807" y="7995705"/>
              <a:ext cx="20320" cy="13335"/>
            </a:xfrm>
            <a:custGeom>
              <a:avLst/>
              <a:gdLst/>
              <a:ahLst/>
              <a:cxnLst/>
              <a:rect l="l" t="t" r="r" b="b"/>
              <a:pathLst>
                <a:path w="20320" h="13334">
                  <a:moveTo>
                    <a:pt x="20" y="0"/>
                  </a:moveTo>
                  <a:lnTo>
                    <a:pt x="17006" y="12788"/>
                  </a:lnTo>
                  <a:lnTo>
                    <a:pt x="20219" y="8561"/>
                  </a:lnTo>
                  <a:lnTo>
                    <a:pt x="17176" y="6289"/>
                  </a:lnTo>
                  <a:lnTo>
                    <a:pt x="13983" y="1051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9" name="object 1099"/>
            <p:cNvSpPr/>
            <p:nvPr/>
          </p:nvSpPr>
          <p:spPr>
            <a:xfrm>
              <a:off x="3950827" y="7991478"/>
              <a:ext cx="17780" cy="15240"/>
            </a:xfrm>
            <a:custGeom>
              <a:avLst/>
              <a:gdLst/>
              <a:ahLst/>
              <a:cxnLst/>
              <a:rect l="l" t="t" r="r" b="b"/>
              <a:pathLst>
                <a:path w="17779" h="15240">
                  <a:moveTo>
                    <a:pt x="3192" y="0"/>
                  </a:moveTo>
                  <a:lnTo>
                    <a:pt x="0" y="4226"/>
                  </a:lnTo>
                  <a:lnTo>
                    <a:pt x="13963" y="14742"/>
                  </a:lnTo>
                  <a:lnTo>
                    <a:pt x="17156" y="10515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rgbClr val="BBD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0" name="object 1100"/>
            <p:cNvSpPr/>
            <p:nvPr/>
          </p:nvSpPr>
          <p:spPr>
            <a:xfrm>
              <a:off x="3597349" y="7997192"/>
              <a:ext cx="19685" cy="7620"/>
            </a:xfrm>
            <a:custGeom>
              <a:avLst/>
              <a:gdLst/>
              <a:ahLst/>
              <a:cxnLst/>
              <a:rect l="l" t="t" r="r" b="b"/>
              <a:pathLst>
                <a:path w="19685" h="7620">
                  <a:moveTo>
                    <a:pt x="19240" y="0"/>
                  </a:moveTo>
                  <a:lnTo>
                    <a:pt x="0" y="2018"/>
                  </a:lnTo>
                  <a:lnTo>
                    <a:pt x="574" y="7307"/>
                  </a:lnTo>
                  <a:lnTo>
                    <a:pt x="19240" y="5332"/>
                  </a:lnTo>
                  <a:lnTo>
                    <a:pt x="19240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1" name="object 1101"/>
            <p:cNvSpPr/>
            <p:nvPr/>
          </p:nvSpPr>
          <p:spPr>
            <a:xfrm>
              <a:off x="3616590" y="7997192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BB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2" name="object 1102"/>
            <p:cNvSpPr/>
            <p:nvPr/>
          </p:nvSpPr>
          <p:spPr>
            <a:xfrm>
              <a:off x="3616590" y="7996980"/>
              <a:ext cx="2540" cy="5715"/>
            </a:xfrm>
            <a:custGeom>
              <a:avLst/>
              <a:gdLst/>
              <a:ahLst/>
              <a:cxnLst/>
              <a:rect l="l" t="t" r="r" b="b"/>
              <a:pathLst>
                <a:path w="2539" h="5715">
                  <a:moveTo>
                    <a:pt x="1938" y="0"/>
                  </a:moveTo>
                  <a:lnTo>
                    <a:pt x="0" y="212"/>
                  </a:lnTo>
                  <a:lnTo>
                    <a:pt x="0" y="5544"/>
                  </a:lnTo>
                  <a:lnTo>
                    <a:pt x="2490" y="5289"/>
                  </a:lnTo>
                  <a:lnTo>
                    <a:pt x="1938" y="0"/>
                  </a:lnTo>
                  <a:close/>
                </a:path>
              </a:pathLst>
            </a:custGeom>
            <a:solidFill>
              <a:srgbClr val="9CA4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3" name="object 1103"/>
            <p:cNvSpPr/>
            <p:nvPr/>
          </p:nvSpPr>
          <p:spPr>
            <a:xfrm>
              <a:off x="3639685" y="7979135"/>
              <a:ext cx="149225" cy="20955"/>
            </a:xfrm>
            <a:custGeom>
              <a:avLst/>
              <a:gdLst/>
              <a:ahLst/>
              <a:cxnLst/>
              <a:rect l="l" t="t" r="r" b="b"/>
              <a:pathLst>
                <a:path w="149225" h="20954">
                  <a:moveTo>
                    <a:pt x="21178" y="13383"/>
                  </a:moveTo>
                  <a:lnTo>
                    <a:pt x="0" y="15614"/>
                  </a:lnTo>
                  <a:lnTo>
                    <a:pt x="574" y="20904"/>
                  </a:lnTo>
                  <a:lnTo>
                    <a:pt x="21732" y="18672"/>
                  </a:lnTo>
                  <a:lnTo>
                    <a:pt x="21178" y="13383"/>
                  </a:lnTo>
                  <a:close/>
                </a:path>
                <a:path w="149225" h="20954">
                  <a:moveTo>
                    <a:pt x="63513" y="8921"/>
                  </a:moveTo>
                  <a:lnTo>
                    <a:pt x="42335" y="11153"/>
                  </a:lnTo>
                  <a:lnTo>
                    <a:pt x="42910" y="16442"/>
                  </a:lnTo>
                  <a:lnTo>
                    <a:pt x="64067" y="14190"/>
                  </a:lnTo>
                  <a:lnTo>
                    <a:pt x="63513" y="8921"/>
                  </a:lnTo>
                  <a:close/>
                </a:path>
                <a:path w="149225" h="20954">
                  <a:moveTo>
                    <a:pt x="105849" y="4461"/>
                  </a:moveTo>
                  <a:lnTo>
                    <a:pt x="84670" y="6691"/>
                  </a:lnTo>
                  <a:lnTo>
                    <a:pt x="85246" y="11959"/>
                  </a:lnTo>
                  <a:lnTo>
                    <a:pt x="106403" y="9729"/>
                  </a:lnTo>
                  <a:lnTo>
                    <a:pt x="105849" y="4461"/>
                  </a:lnTo>
                  <a:close/>
                </a:path>
                <a:path w="149225" h="20954">
                  <a:moveTo>
                    <a:pt x="148184" y="0"/>
                  </a:moveTo>
                  <a:lnTo>
                    <a:pt x="127006" y="2230"/>
                  </a:lnTo>
                  <a:lnTo>
                    <a:pt x="127560" y="7499"/>
                  </a:lnTo>
                  <a:lnTo>
                    <a:pt x="148738" y="5267"/>
                  </a:lnTo>
                  <a:lnTo>
                    <a:pt x="148184" y="0"/>
                  </a:lnTo>
                  <a:close/>
                </a:path>
              </a:pathLst>
            </a:custGeom>
            <a:solidFill>
              <a:srgbClr val="A3B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4" name="object 1104"/>
            <p:cNvSpPr/>
            <p:nvPr/>
          </p:nvSpPr>
          <p:spPr>
            <a:xfrm>
              <a:off x="3916814" y="7970149"/>
              <a:ext cx="20320" cy="13335"/>
            </a:xfrm>
            <a:custGeom>
              <a:avLst/>
              <a:gdLst/>
              <a:ahLst/>
              <a:cxnLst/>
              <a:rect l="l" t="t" r="r" b="b"/>
              <a:pathLst>
                <a:path w="20320" h="13334">
                  <a:moveTo>
                    <a:pt x="0" y="0"/>
                  </a:moveTo>
                  <a:lnTo>
                    <a:pt x="17006" y="12788"/>
                  </a:lnTo>
                  <a:lnTo>
                    <a:pt x="20199" y="8540"/>
                  </a:lnTo>
                  <a:lnTo>
                    <a:pt x="17176" y="6267"/>
                  </a:lnTo>
                  <a:lnTo>
                    <a:pt x="13983" y="104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5" name="object 1105"/>
            <p:cNvSpPr/>
            <p:nvPr/>
          </p:nvSpPr>
          <p:spPr>
            <a:xfrm>
              <a:off x="3916814" y="7967792"/>
              <a:ext cx="17780" cy="13335"/>
            </a:xfrm>
            <a:custGeom>
              <a:avLst/>
              <a:gdLst/>
              <a:ahLst/>
              <a:cxnLst/>
              <a:rect l="l" t="t" r="r" b="b"/>
              <a:pathLst>
                <a:path w="17779" h="13334">
                  <a:moveTo>
                    <a:pt x="5704" y="0"/>
                  </a:moveTo>
                  <a:lnTo>
                    <a:pt x="3448" y="2145"/>
                  </a:lnTo>
                  <a:lnTo>
                    <a:pt x="1596" y="233"/>
                  </a:lnTo>
                  <a:lnTo>
                    <a:pt x="0" y="2357"/>
                  </a:lnTo>
                  <a:lnTo>
                    <a:pt x="13983" y="12852"/>
                  </a:lnTo>
                  <a:lnTo>
                    <a:pt x="17176" y="8624"/>
                  </a:lnTo>
                  <a:lnTo>
                    <a:pt x="5704" y="0"/>
                  </a:lnTo>
                  <a:close/>
                </a:path>
              </a:pathLst>
            </a:custGeom>
            <a:solidFill>
              <a:srgbClr val="BBD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6" name="object 1106"/>
            <p:cNvSpPr/>
            <p:nvPr/>
          </p:nvSpPr>
          <p:spPr>
            <a:xfrm>
              <a:off x="3918411" y="7965901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1617" y="0"/>
                  </a:moveTo>
                  <a:lnTo>
                    <a:pt x="0" y="2124"/>
                  </a:lnTo>
                  <a:lnTo>
                    <a:pt x="1851" y="4036"/>
                  </a:lnTo>
                  <a:lnTo>
                    <a:pt x="4108" y="1891"/>
                  </a:lnTo>
                  <a:lnTo>
                    <a:pt x="1617" y="0"/>
                  </a:lnTo>
                  <a:close/>
                </a:path>
              </a:pathLst>
            </a:custGeom>
            <a:solidFill>
              <a:srgbClr val="C1B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7" name="object 1107"/>
            <p:cNvSpPr/>
            <p:nvPr/>
          </p:nvSpPr>
          <p:spPr>
            <a:xfrm>
              <a:off x="3809028" y="7970192"/>
              <a:ext cx="64135" cy="12065"/>
            </a:xfrm>
            <a:custGeom>
              <a:avLst/>
              <a:gdLst/>
              <a:ahLst/>
              <a:cxnLst/>
              <a:rect l="l" t="t" r="r" b="b"/>
              <a:pathLst>
                <a:path w="64135" h="12065">
                  <a:moveTo>
                    <a:pt x="21178" y="4461"/>
                  </a:moveTo>
                  <a:lnTo>
                    <a:pt x="0" y="6691"/>
                  </a:lnTo>
                  <a:lnTo>
                    <a:pt x="552" y="11981"/>
                  </a:lnTo>
                  <a:lnTo>
                    <a:pt x="21730" y="9751"/>
                  </a:lnTo>
                  <a:lnTo>
                    <a:pt x="21178" y="4461"/>
                  </a:lnTo>
                  <a:close/>
                </a:path>
                <a:path w="64135" h="12065">
                  <a:moveTo>
                    <a:pt x="63492" y="0"/>
                  </a:moveTo>
                  <a:lnTo>
                    <a:pt x="42335" y="2230"/>
                  </a:lnTo>
                  <a:lnTo>
                    <a:pt x="42889" y="7519"/>
                  </a:lnTo>
                  <a:lnTo>
                    <a:pt x="64067" y="5289"/>
                  </a:lnTo>
                  <a:lnTo>
                    <a:pt x="63492" y="0"/>
                  </a:lnTo>
                  <a:close/>
                </a:path>
              </a:pathLst>
            </a:custGeom>
            <a:solidFill>
              <a:srgbClr val="A3B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8" name="object 1108"/>
            <p:cNvSpPr/>
            <p:nvPr/>
          </p:nvSpPr>
          <p:spPr>
            <a:xfrm>
              <a:off x="3893699" y="7965731"/>
              <a:ext cx="22225" cy="7620"/>
            </a:xfrm>
            <a:custGeom>
              <a:avLst/>
              <a:gdLst/>
              <a:ahLst/>
              <a:cxnLst/>
              <a:rect l="l" t="t" r="r" b="b"/>
              <a:pathLst>
                <a:path w="22225" h="7620">
                  <a:moveTo>
                    <a:pt x="21156" y="0"/>
                  </a:moveTo>
                  <a:lnTo>
                    <a:pt x="0" y="2230"/>
                  </a:lnTo>
                  <a:lnTo>
                    <a:pt x="553" y="7520"/>
                  </a:lnTo>
                  <a:lnTo>
                    <a:pt x="21732" y="5289"/>
                  </a:lnTo>
                  <a:lnTo>
                    <a:pt x="21156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9" name="object 1109"/>
            <p:cNvSpPr/>
            <p:nvPr/>
          </p:nvSpPr>
          <p:spPr>
            <a:xfrm>
              <a:off x="3506483" y="8065236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12345" y="9304"/>
                  </a:lnTo>
                  <a:lnTo>
                    <a:pt x="9152" y="13531"/>
                  </a:lnTo>
                  <a:lnTo>
                    <a:pt x="13793" y="17037"/>
                  </a:lnTo>
                  <a:lnTo>
                    <a:pt x="16984" y="1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0" name="object 1110"/>
            <p:cNvSpPr/>
            <p:nvPr/>
          </p:nvSpPr>
          <p:spPr>
            <a:xfrm>
              <a:off x="3437159" y="7785223"/>
              <a:ext cx="82550" cy="62865"/>
            </a:xfrm>
            <a:custGeom>
              <a:avLst/>
              <a:gdLst/>
              <a:ahLst/>
              <a:cxnLst/>
              <a:rect l="l" t="t" r="r" b="b"/>
              <a:pathLst>
                <a:path w="82550" h="62865">
                  <a:moveTo>
                    <a:pt x="72261" y="51155"/>
                  </a:moveTo>
                  <a:lnTo>
                    <a:pt x="69047" y="55403"/>
                  </a:lnTo>
                  <a:lnTo>
                    <a:pt x="78874" y="62784"/>
                  </a:lnTo>
                  <a:lnTo>
                    <a:pt x="82073" y="58526"/>
                  </a:lnTo>
                  <a:lnTo>
                    <a:pt x="72261" y="51155"/>
                  </a:lnTo>
                  <a:close/>
                </a:path>
                <a:path w="82550" h="62865">
                  <a:moveTo>
                    <a:pt x="38248" y="25577"/>
                  </a:moveTo>
                  <a:lnTo>
                    <a:pt x="35055" y="29827"/>
                  </a:lnTo>
                  <a:lnTo>
                    <a:pt x="44864" y="37202"/>
                  </a:lnTo>
                  <a:lnTo>
                    <a:pt x="48082" y="32970"/>
                  </a:lnTo>
                  <a:lnTo>
                    <a:pt x="38248" y="25577"/>
                  </a:lnTo>
                  <a:close/>
                </a:path>
                <a:path w="82550" h="62865">
                  <a:moveTo>
                    <a:pt x="5321" y="17058"/>
                  </a:moveTo>
                  <a:lnTo>
                    <a:pt x="0" y="17058"/>
                  </a:lnTo>
                  <a:lnTo>
                    <a:pt x="20" y="38303"/>
                  </a:lnTo>
                  <a:lnTo>
                    <a:pt x="5341" y="38303"/>
                  </a:lnTo>
                  <a:lnTo>
                    <a:pt x="5321" y="17058"/>
                  </a:lnTo>
                  <a:close/>
                </a:path>
                <a:path w="82550" h="62865">
                  <a:moveTo>
                    <a:pt x="4257" y="0"/>
                  </a:moveTo>
                  <a:lnTo>
                    <a:pt x="1064" y="4249"/>
                  </a:lnTo>
                  <a:lnTo>
                    <a:pt x="10882" y="11642"/>
                  </a:lnTo>
                  <a:lnTo>
                    <a:pt x="14090" y="7393"/>
                  </a:lnTo>
                  <a:lnTo>
                    <a:pt x="4257" y="0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1" name="object 1111"/>
            <p:cNvSpPr/>
            <p:nvPr/>
          </p:nvSpPr>
          <p:spPr>
            <a:xfrm>
              <a:off x="3503269" y="8065236"/>
              <a:ext cx="15875" cy="13970"/>
            </a:xfrm>
            <a:custGeom>
              <a:avLst/>
              <a:gdLst/>
              <a:ahLst/>
              <a:cxnLst/>
              <a:rect l="l" t="t" r="r" b="b"/>
              <a:pathLst>
                <a:path w="15875" h="13970">
                  <a:moveTo>
                    <a:pt x="3214" y="0"/>
                  </a:moveTo>
                  <a:lnTo>
                    <a:pt x="0" y="4248"/>
                  </a:lnTo>
                  <a:lnTo>
                    <a:pt x="12367" y="13531"/>
                  </a:lnTo>
                  <a:lnTo>
                    <a:pt x="15560" y="9304"/>
                  </a:lnTo>
                  <a:lnTo>
                    <a:pt x="3214" y="0"/>
                  </a:lnTo>
                  <a:close/>
                </a:path>
              </a:pathLst>
            </a:custGeom>
            <a:solidFill>
              <a:srgbClr val="C1D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2" name="object 1112"/>
            <p:cNvSpPr/>
            <p:nvPr/>
          </p:nvSpPr>
          <p:spPr>
            <a:xfrm>
              <a:off x="3481645" y="8042718"/>
              <a:ext cx="45720" cy="21590"/>
            </a:xfrm>
            <a:custGeom>
              <a:avLst/>
              <a:gdLst/>
              <a:ahLst/>
              <a:cxnLst/>
              <a:rect l="l" t="t" r="r" b="b"/>
              <a:pathLst>
                <a:path w="45720" h="21590">
                  <a:moveTo>
                    <a:pt x="45399" y="0"/>
                  </a:moveTo>
                  <a:lnTo>
                    <a:pt x="40078" y="0"/>
                  </a:lnTo>
                  <a:lnTo>
                    <a:pt x="40100" y="21243"/>
                  </a:lnTo>
                  <a:lnTo>
                    <a:pt x="45421" y="21243"/>
                  </a:lnTo>
                  <a:lnTo>
                    <a:pt x="45399" y="0"/>
                  </a:lnTo>
                  <a:close/>
                </a:path>
                <a:path w="45720" h="21590">
                  <a:moveTo>
                    <a:pt x="3199" y="6245"/>
                  </a:moveTo>
                  <a:lnTo>
                    <a:pt x="0" y="10472"/>
                  </a:lnTo>
                  <a:lnTo>
                    <a:pt x="4639" y="13977"/>
                  </a:lnTo>
                  <a:lnTo>
                    <a:pt x="7832" y="9729"/>
                  </a:lnTo>
                  <a:lnTo>
                    <a:pt x="3199" y="6245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3" name="object 1113"/>
            <p:cNvSpPr/>
            <p:nvPr/>
          </p:nvSpPr>
          <p:spPr>
            <a:xfrm>
              <a:off x="3469278" y="8039658"/>
              <a:ext cx="15875" cy="13970"/>
            </a:xfrm>
            <a:custGeom>
              <a:avLst/>
              <a:gdLst/>
              <a:ahLst/>
              <a:cxnLst/>
              <a:rect l="l" t="t" r="r" b="b"/>
              <a:pathLst>
                <a:path w="15875" h="13970">
                  <a:moveTo>
                    <a:pt x="3192" y="0"/>
                  </a:moveTo>
                  <a:lnTo>
                    <a:pt x="0" y="4248"/>
                  </a:lnTo>
                  <a:lnTo>
                    <a:pt x="12367" y="13531"/>
                  </a:lnTo>
                  <a:lnTo>
                    <a:pt x="15558" y="9305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rgbClr val="C1D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4" name="object 1114"/>
            <p:cNvSpPr/>
            <p:nvPr/>
          </p:nvSpPr>
          <p:spPr>
            <a:xfrm>
              <a:off x="3437244" y="8014718"/>
              <a:ext cx="18415" cy="16510"/>
            </a:xfrm>
            <a:custGeom>
              <a:avLst/>
              <a:gdLst/>
              <a:ahLst/>
              <a:cxnLst/>
              <a:rect l="l" t="t" r="r" b="b"/>
              <a:pathLst>
                <a:path w="18414" h="16509">
                  <a:moveTo>
                    <a:pt x="13599" y="8668"/>
                  </a:moveTo>
                  <a:lnTo>
                    <a:pt x="10407" y="12915"/>
                  </a:lnTo>
                  <a:lnTo>
                    <a:pt x="15048" y="16400"/>
                  </a:lnTo>
                  <a:lnTo>
                    <a:pt x="18241" y="12151"/>
                  </a:lnTo>
                  <a:lnTo>
                    <a:pt x="13599" y="8668"/>
                  </a:lnTo>
                  <a:close/>
                </a:path>
                <a:path w="18414" h="16509">
                  <a:moveTo>
                    <a:pt x="5321" y="0"/>
                  </a:moveTo>
                  <a:lnTo>
                    <a:pt x="0" y="0"/>
                  </a:lnTo>
                  <a:lnTo>
                    <a:pt x="0" y="1146"/>
                  </a:lnTo>
                  <a:lnTo>
                    <a:pt x="2383" y="1146"/>
                  </a:lnTo>
                  <a:lnTo>
                    <a:pt x="5321" y="829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5" name="object 1115"/>
            <p:cNvSpPr/>
            <p:nvPr/>
          </p:nvSpPr>
          <p:spPr>
            <a:xfrm>
              <a:off x="3437244" y="8015547"/>
              <a:ext cx="13970" cy="12700"/>
            </a:xfrm>
            <a:custGeom>
              <a:avLst/>
              <a:gdLst/>
              <a:ahLst/>
              <a:cxnLst/>
              <a:rect l="l" t="t" r="r" b="b"/>
              <a:pathLst>
                <a:path w="13970" h="12700">
                  <a:moveTo>
                    <a:pt x="5321" y="0"/>
                  </a:moveTo>
                  <a:lnTo>
                    <a:pt x="0" y="551"/>
                  </a:lnTo>
                  <a:lnTo>
                    <a:pt x="0" y="4269"/>
                  </a:lnTo>
                  <a:lnTo>
                    <a:pt x="10407" y="12086"/>
                  </a:lnTo>
                  <a:lnTo>
                    <a:pt x="13600" y="7838"/>
                  </a:lnTo>
                  <a:lnTo>
                    <a:pt x="5321" y="1614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C1D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6" name="object 1116"/>
            <p:cNvSpPr/>
            <p:nvPr/>
          </p:nvSpPr>
          <p:spPr>
            <a:xfrm>
              <a:off x="3521724" y="8000230"/>
              <a:ext cx="5715" cy="21590"/>
            </a:xfrm>
            <a:custGeom>
              <a:avLst/>
              <a:gdLst/>
              <a:ahLst/>
              <a:cxnLst/>
              <a:rect l="l" t="t" r="r" b="b"/>
              <a:pathLst>
                <a:path w="5714" h="21590">
                  <a:moveTo>
                    <a:pt x="5321" y="11747"/>
                  </a:moveTo>
                  <a:lnTo>
                    <a:pt x="0" y="12299"/>
                  </a:lnTo>
                  <a:lnTo>
                    <a:pt x="0" y="21243"/>
                  </a:lnTo>
                  <a:lnTo>
                    <a:pt x="5321" y="21243"/>
                  </a:lnTo>
                  <a:lnTo>
                    <a:pt x="5321" y="11747"/>
                  </a:lnTo>
                  <a:close/>
                </a:path>
                <a:path w="5714" h="21590">
                  <a:moveTo>
                    <a:pt x="5321" y="0"/>
                  </a:moveTo>
                  <a:lnTo>
                    <a:pt x="0" y="0"/>
                  </a:lnTo>
                  <a:lnTo>
                    <a:pt x="0" y="6968"/>
                  </a:lnTo>
                  <a:lnTo>
                    <a:pt x="5321" y="6416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7" name="object 1117"/>
            <p:cNvSpPr/>
            <p:nvPr/>
          </p:nvSpPr>
          <p:spPr>
            <a:xfrm>
              <a:off x="3521724" y="8006646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5321" y="0"/>
                  </a:moveTo>
                  <a:lnTo>
                    <a:pt x="0" y="552"/>
                  </a:lnTo>
                  <a:lnTo>
                    <a:pt x="0" y="5883"/>
                  </a:lnTo>
                  <a:lnTo>
                    <a:pt x="5321" y="5331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C1D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8" name="object 1118"/>
            <p:cNvSpPr/>
            <p:nvPr/>
          </p:nvSpPr>
          <p:spPr>
            <a:xfrm>
              <a:off x="3437223" y="7973953"/>
              <a:ext cx="5715" cy="19685"/>
            </a:xfrm>
            <a:custGeom>
              <a:avLst/>
              <a:gdLst/>
              <a:ahLst/>
              <a:cxnLst/>
              <a:rect l="l" t="t" r="r" b="b"/>
              <a:pathLst>
                <a:path w="5714" h="19684">
                  <a:moveTo>
                    <a:pt x="5321" y="0"/>
                  </a:moveTo>
                  <a:lnTo>
                    <a:pt x="0" y="551"/>
                  </a:lnTo>
                  <a:lnTo>
                    <a:pt x="21" y="19522"/>
                  </a:lnTo>
                  <a:lnTo>
                    <a:pt x="5342" y="1952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9" name="object 1119"/>
            <p:cNvSpPr/>
            <p:nvPr/>
          </p:nvSpPr>
          <p:spPr>
            <a:xfrm>
              <a:off x="3437223" y="7973953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4" h="634">
                  <a:moveTo>
                    <a:pt x="5321" y="0"/>
                  </a:moveTo>
                  <a:lnTo>
                    <a:pt x="0" y="551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DB8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0" name="object 1120"/>
            <p:cNvSpPr/>
            <p:nvPr/>
          </p:nvSpPr>
          <p:spPr>
            <a:xfrm>
              <a:off x="3437223" y="7972232"/>
              <a:ext cx="5715" cy="2540"/>
            </a:xfrm>
            <a:custGeom>
              <a:avLst/>
              <a:gdLst/>
              <a:ahLst/>
              <a:cxnLst/>
              <a:rect l="l" t="t" r="r" b="b"/>
              <a:pathLst>
                <a:path w="5714" h="2540">
                  <a:moveTo>
                    <a:pt x="5321" y="0"/>
                  </a:moveTo>
                  <a:lnTo>
                    <a:pt x="0" y="0"/>
                  </a:lnTo>
                  <a:lnTo>
                    <a:pt x="0" y="2272"/>
                  </a:lnTo>
                  <a:lnTo>
                    <a:pt x="5321" y="1720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A0B0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1" name="object 1121"/>
            <p:cNvSpPr/>
            <p:nvPr/>
          </p:nvSpPr>
          <p:spPr>
            <a:xfrm>
              <a:off x="3521702" y="7957743"/>
              <a:ext cx="5715" cy="2540"/>
            </a:xfrm>
            <a:custGeom>
              <a:avLst/>
              <a:gdLst/>
              <a:ahLst/>
              <a:cxnLst/>
              <a:rect l="l" t="t" r="r" b="b"/>
              <a:pathLst>
                <a:path w="5714" h="2540">
                  <a:moveTo>
                    <a:pt x="5321" y="0"/>
                  </a:moveTo>
                  <a:lnTo>
                    <a:pt x="0" y="0"/>
                  </a:lnTo>
                  <a:lnTo>
                    <a:pt x="0" y="2505"/>
                  </a:lnTo>
                  <a:lnTo>
                    <a:pt x="5321" y="1954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2" name="object 1122"/>
            <p:cNvSpPr/>
            <p:nvPr/>
          </p:nvSpPr>
          <p:spPr>
            <a:xfrm>
              <a:off x="3521702" y="7965051"/>
              <a:ext cx="5715" cy="13970"/>
            </a:xfrm>
            <a:custGeom>
              <a:avLst/>
              <a:gdLst/>
              <a:ahLst/>
              <a:cxnLst/>
              <a:rect l="l" t="t" r="r" b="b"/>
              <a:pathLst>
                <a:path w="5714" h="13970">
                  <a:moveTo>
                    <a:pt x="5321" y="0"/>
                  </a:moveTo>
                  <a:lnTo>
                    <a:pt x="0" y="552"/>
                  </a:lnTo>
                  <a:lnTo>
                    <a:pt x="0" y="13935"/>
                  </a:lnTo>
                  <a:lnTo>
                    <a:pt x="5321" y="13935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3" name="object 1123"/>
            <p:cNvSpPr/>
            <p:nvPr/>
          </p:nvSpPr>
          <p:spPr>
            <a:xfrm>
              <a:off x="3521702" y="7965029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4" h="634">
                  <a:moveTo>
                    <a:pt x="5321" y="0"/>
                  </a:moveTo>
                  <a:lnTo>
                    <a:pt x="0" y="574"/>
                  </a:lnTo>
                  <a:lnTo>
                    <a:pt x="5321" y="21"/>
                  </a:lnTo>
                  <a:close/>
                </a:path>
              </a:pathLst>
            </a:custGeom>
            <a:solidFill>
              <a:srgbClr val="9DB8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4" name="object 1124"/>
            <p:cNvSpPr/>
            <p:nvPr/>
          </p:nvSpPr>
          <p:spPr>
            <a:xfrm>
              <a:off x="3521702" y="7959698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4" h="634">
                  <a:moveTo>
                    <a:pt x="5321" y="0"/>
                  </a:moveTo>
                  <a:lnTo>
                    <a:pt x="0" y="551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CB2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5" name="object 1125"/>
            <p:cNvSpPr/>
            <p:nvPr/>
          </p:nvSpPr>
          <p:spPr>
            <a:xfrm>
              <a:off x="3521702" y="7959698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5321" y="0"/>
                  </a:moveTo>
                  <a:lnTo>
                    <a:pt x="0" y="572"/>
                  </a:lnTo>
                  <a:lnTo>
                    <a:pt x="0" y="5905"/>
                  </a:lnTo>
                  <a:lnTo>
                    <a:pt x="5321" y="5331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A0B0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6" name="object 1126"/>
            <p:cNvSpPr/>
            <p:nvPr/>
          </p:nvSpPr>
          <p:spPr>
            <a:xfrm>
              <a:off x="3437217" y="7929752"/>
              <a:ext cx="90170" cy="21590"/>
            </a:xfrm>
            <a:custGeom>
              <a:avLst/>
              <a:gdLst/>
              <a:ahLst/>
              <a:cxnLst/>
              <a:rect l="l" t="t" r="r" b="b"/>
              <a:pathLst>
                <a:path w="90170" h="21590">
                  <a:moveTo>
                    <a:pt x="5321" y="0"/>
                  </a:moveTo>
                  <a:lnTo>
                    <a:pt x="0" y="0"/>
                  </a:lnTo>
                  <a:lnTo>
                    <a:pt x="0" y="21234"/>
                  </a:lnTo>
                  <a:lnTo>
                    <a:pt x="5321" y="21234"/>
                  </a:lnTo>
                  <a:lnTo>
                    <a:pt x="5321" y="0"/>
                  </a:lnTo>
                  <a:close/>
                </a:path>
                <a:path w="90170" h="21590">
                  <a:moveTo>
                    <a:pt x="89801" y="6756"/>
                  </a:moveTo>
                  <a:lnTo>
                    <a:pt x="89776" y="533"/>
                  </a:lnTo>
                  <a:lnTo>
                    <a:pt x="84480" y="1079"/>
                  </a:lnTo>
                  <a:lnTo>
                    <a:pt x="84480" y="6756"/>
                  </a:lnTo>
                  <a:lnTo>
                    <a:pt x="89801" y="6756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7" name="object 1127"/>
            <p:cNvSpPr/>
            <p:nvPr/>
          </p:nvSpPr>
          <p:spPr>
            <a:xfrm>
              <a:off x="3521672" y="7915262"/>
              <a:ext cx="5715" cy="15875"/>
            </a:xfrm>
            <a:custGeom>
              <a:avLst/>
              <a:gdLst/>
              <a:ahLst/>
              <a:cxnLst/>
              <a:rect l="l" t="t" r="r" b="b"/>
              <a:pathLst>
                <a:path w="5714" h="15875">
                  <a:moveTo>
                    <a:pt x="5321" y="0"/>
                  </a:moveTo>
                  <a:lnTo>
                    <a:pt x="0" y="0"/>
                  </a:lnTo>
                  <a:lnTo>
                    <a:pt x="25" y="15570"/>
                  </a:lnTo>
                  <a:lnTo>
                    <a:pt x="5321" y="15024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BDCE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8" name="object 1128"/>
            <p:cNvSpPr/>
            <p:nvPr/>
          </p:nvSpPr>
          <p:spPr>
            <a:xfrm>
              <a:off x="3437191" y="7872780"/>
              <a:ext cx="90170" cy="36195"/>
            </a:xfrm>
            <a:custGeom>
              <a:avLst/>
              <a:gdLst/>
              <a:ahLst/>
              <a:cxnLst/>
              <a:rect l="l" t="t" r="r" b="b"/>
              <a:pathLst>
                <a:path w="90170" h="36195">
                  <a:moveTo>
                    <a:pt x="5321" y="14478"/>
                  </a:moveTo>
                  <a:lnTo>
                    <a:pt x="0" y="14478"/>
                  </a:lnTo>
                  <a:lnTo>
                    <a:pt x="0" y="35725"/>
                  </a:lnTo>
                  <a:lnTo>
                    <a:pt x="5321" y="35725"/>
                  </a:lnTo>
                  <a:lnTo>
                    <a:pt x="5321" y="14478"/>
                  </a:lnTo>
                  <a:close/>
                </a:path>
                <a:path w="90170" h="36195">
                  <a:moveTo>
                    <a:pt x="89801" y="19469"/>
                  </a:moveTo>
                  <a:lnTo>
                    <a:pt x="89789" y="0"/>
                  </a:lnTo>
                  <a:lnTo>
                    <a:pt x="84467" y="0"/>
                  </a:lnTo>
                  <a:lnTo>
                    <a:pt x="84480" y="20027"/>
                  </a:lnTo>
                  <a:lnTo>
                    <a:pt x="89801" y="19469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9" name="object 1129"/>
            <p:cNvSpPr/>
            <p:nvPr/>
          </p:nvSpPr>
          <p:spPr>
            <a:xfrm>
              <a:off x="3521682" y="7892248"/>
              <a:ext cx="5715" cy="1905"/>
            </a:xfrm>
            <a:custGeom>
              <a:avLst/>
              <a:gdLst/>
              <a:ahLst/>
              <a:cxnLst/>
              <a:rect l="l" t="t" r="r" b="b"/>
              <a:pathLst>
                <a:path w="5714" h="1904">
                  <a:moveTo>
                    <a:pt x="5321" y="0"/>
                  </a:moveTo>
                  <a:lnTo>
                    <a:pt x="0" y="552"/>
                  </a:lnTo>
                  <a:lnTo>
                    <a:pt x="0" y="1764"/>
                  </a:lnTo>
                  <a:lnTo>
                    <a:pt x="5321" y="1764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BDCE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0" name="object 1130"/>
            <p:cNvSpPr/>
            <p:nvPr/>
          </p:nvSpPr>
          <p:spPr>
            <a:xfrm>
              <a:off x="3437179" y="7844777"/>
              <a:ext cx="100330" cy="21590"/>
            </a:xfrm>
            <a:custGeom>
              <a:avLst/>
              <a:gdLst/>
              <a:ahLst/>
              <a:cxnLst/>
              <a:rect l="l" t="t" r="r" b="b"/>
              <a:pathLst>
                <a:path w="100329" h="21590">
                  <a:moveTo>
                    <a:pt x="5321" y="0"/>
                  </a:moveTo>
                  <a:lnTo>
                    <a:pt x="0" y="0"/>
                  </a:lnTo>
                  <a:lnTo>
                    <a:pt x="0" y="21247"/>
                  </a:lnTo>
                  <a:lnTo>
                    <a:pt x="5321" y="21247"/>
                  </a:lnTo>
                  <a:lnTo>
                    <a:pt x="5321" y="0"/>
                  </a:lnTo>
                  <a:close/>
                </a:path>
                <a:path w="100329" h="21590">
                  <a:moveTo>
                    <a:pt x="100253" y="7429"/>
                  </a:moveTo>
                  <a:lnTo>
                    <a:pt x="99695" y="2146"/>
                  </a:lnTo>
                  <a:lnTo>
                    <a:pt x="87909" y="3390"/>
                  </a:lnTo>
                  <a:lnTo>
                    <a:pt x="89801" y="4826"/>
                  </a:lnTo>
                  <a:lnTo>
                    <a:pt x="89801" y="6756"/>
                  </a:lnTo>
                  <a:lnTo>
                    <a:pt x="86664" y="6756"/>
                  </a:lnTo>
                  <a:lnTo>
                    <a:pt x="85534" y="8267"/>
                  </a:lnTo>
                  <a:lnTo>
                    <a:pt x="86436" y="8877"/>
                  </a:lnTo>
                  <a:lnTo>
                    <a:pt x="100253" y="7429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1" name="object 1131"/>
            <p:cNvSpPr/>
            <p:nvPr/>
          </p:nvSpPr>
          <p:spPr>
            <a:xfrm>
              <a:off x="3516040" y="7843750"/>
              <a:ext cx="11430" cy="9525"/>
            </a:xfrm>
            <a:custGeom>
              <a:avLst/>
              <a:gdLst/>
              <a:ahLst/>
              <a:cxnLst/>
              <a:rect l="l" t="t" r="r" b="b"/>
              <a:pathLst>
                <a:path w="11429" h="9525">
                  <a:moveTo>
                    <a:pt x="3192" y="0"/>
                  </a:moveTo>
                  <a:lnTo>
                    <a:pt x="0" y="4249"/>
                  </a:lnTo>
                  <a:lnTo>
                    <a:pt x="6684" y="9283"/>
                  </a:lnTo>
                  <a:lnTo>
                    <a:pt x="7811" y="7774"/>
                  </a:lnTo>
                  <a:lnTo>
                    <a:pt x="10941" y="7774"/>
                  </a:lnTo>
                  <a:lnTo>
                    <a:pt x="10941" y="5841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rgbClr val="BED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2" name="object 1132"/>
            <p:cNvSpPr/>
            <p:nvPr/>
          </p:nvSpPr>
          <p:spPr>
            <a:xfrm>
              <a:off x="3558035" y="7838523"/>
              <a:ext cx="59055" cy="12065"/>
            </a:xfrm>
            <a:custGeom>
              <a:avLst/>
              <a:gdLst/>
              <a:ahLst/>
              <a:cxnLst/>
              <a:rect l="l" t="t" r="r" b="b"/>
              <a:pathLst>
                <a:path w="59054" h="12065">
                  <a:moveTo>
                    <a:pt x="21178" y="3930"/>
                  </a:moveTo>
                  <a:lnTo>
                    <a:pt x="0" y="6160"/>
                  </a:lnTo>
                  <a:lnTo>
                    <a:pt x="575" y="11450"/>
                  </a:lnTo>
                  <a:lnTo>
                    <a:pt x="21732" y="9220"/>
                  </a:lnTo>
                  <a:lnTo>
                    <a:pt x="21178" y="3930"/>
                  </a:lnTo>
                  <a:close/>
                </a:path>
                <a:path w="59054" h="12065">
                  <a:moveTo>
                    <a:pt x="58491" y="0"/>
                  </a:moveTo>
                  <a:lnTo>
                    <a:pt x="42336" y="1699"/>
                  </a:lnTo>
                  <a:lnTo>
                    <a:pt x="42910" y="6968"/>
                  </a:lnTo>
                  <a:lnTo>
                    <a:pt x="58491" y="5332"/>
                  </a:lnTo>
                  <a:lnTo>
                    <a:pt x="58491" y="0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3" name="object 1133"/>
            <p:cNvSpPr/>
            <p:nvPr/>
          </p:nvSpPr>
          <p:spPr>
            <a:xfrm>
              <a:off x="3616527" y="7838523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B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4" name="object 1134"/>
            <p:cNvSpPr/>
            <p:nvPr/>
          </p:nvSpPr>
          <p:spPr>
            <a:xfrm>
              <a:off x="3621848" y="7840860"/>
              <a:ext cx="635" cy="2540"/>
            </a:xfrm>
            <a:custGeom>
              <a:avLst/>
              <a:gdLst/>
              <a:ahLst/>
              <a:cxnLst/>
              <a:rect l="l" t="t" r="r" b="b"/>
              <a:pathLst>
                <a:path w="635" h="2540">
                  <a:moveTo>
                    <a:pt x="0" y="0"/>
                  </a:moveTo>
                  <a:lnTo>
                    <a:pt x="0" y="2443"/>
                  </a:lnTo>
                  <a:lnTo>
                    <a:pt x="255" y="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B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5" name="object 1135"/>
            <p:cNvSpPr/>
            <p:nvPr/>
          </p:nvSpPr>
          <p:spPr>
            <a:xfrm>
              <a:off x="3621848" y="7840839"/>
              <a:ext cx="0" cy="2540"/>
            </a:xfrm>
            <a:custGeom>
              <a:avLst/>
              <a:gdLst/>
              <a:ahLst/>
              <a:cxnLst/>
              <a:rect l="l" t="t" r="r" b="b"/>
              <a:pathLst>
                <a:path h="2540">
                  <a:moveTo>
                    <a:pt x="0" y="0"/>
                  </a:moveTo>
                  <a:lnTo>
                    <a:pt x="0" y="2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B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6" name="object 1136"/>
            <p:cNvSpPr/>
            <p:nvPr/>
          </p:nvSpPr>
          <p:spPr>
            <a:xfrm>
              <a:off x="3616527" y="7837993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5024" y="0"/>
                  </a:moveTo>
                  <a:lnTo>
                    <a:pt x="0" y="530"/>
                  </a:lnTo>
                  <a:lnTo>
                    <a:pt x="0" y="5863"/>
                  </a:lnTo>
                  <a:lnTo>
                    <a:pt x="5321" y="5311"/>
                  </a:lnTo>
                  <a:lnTo>
                    <a:pt x="5321" y="2846"/>
                  </a:lnTo>
                  <a:lnTo>
                    <a:pt x="5024" y="0"/>
                  </a:lnTo>
                  <a:close/>
                </a:path>
              </a:pathLst>
            </a:custGeom>
            <a:solidFill>
              <a:srgbClr val="98A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7" name="object 1137"/>
            <p:cNvSpPr/>
            <p:nvPr/>
          </p:nvSpPr>
          <p:spPr>
            <a:xfrm>
              <a:off x="3642707" y="7829049"/>
              <a:ext cx="64135" cy="12065"/>
            </a:xfrm>
            <a:custGeom>
              <a:avLst/>
              <a:gdLst/>
              <a:ahLst/>
              <a:cxnLst/>
              <a:rect l="l" t="t" r="r" b="b"/>
              <a:pathLst>
                <a:path w="64135" h="12065">
                  <a:moveTo>
                    <a:pt x="21178" y="4481"/>
                  </a:moveTo>
                  <a:lnTo>
                    <a:pt x="0" y="6713"/>
                  </a:lnTo>
                  <a:lnTo>
                    <a:pt x="574" y="11981"/>
                  </a:lnTo>
                  <a:lnTo>
                    <a:pt x="21730" y="9751"/>
                  </a:lnTo>
                  <a:lnTo>
                    <a:pt x="21178" y="4481"/>
                  </a:lnTo>
                  <a:close/>
                </a:path>
                <a:path w="64135" h="12065">
                  <a:moveTo>
                    <a:pt x="63513" y="0"/>
                  </a:moveTo>
                  <a:lnTo>
                    <a:pt x="42335" y="2230"/>
                  </a:lnTo>
                  <a:lnTo>
                    <a:pt x="42909" y="7519"/>
                  </a:lnTo>
                  <a:lnTo>
                    <a:pt x="64067" y="5289"/>
                  </a:lnTo>
                  <a:lnTo>
                    <a:pt x="63513" y="0"/>
                  </a:lnTo>
                  <a:close/>
                </a:path>
              </a:pathLst>
            </a:custGeom>
            <a:solidFill>
              <a:srgbClr val="9FB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8" name="object 1138"/>
            <p:cNvSpPr/>
            <p:nvPr/>
          </p:nvSpPr>
          <p:spPr>
            <a:xfrm>
              <a:off x="3485242" y="781819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0" y="0"/>
                  </a:moveTo>
                  <a:lnTo>
                    <a:pt x="7172" y="5396"/>
                  </a:lnTo>
                  <a:lnTo>
                    <a:pt x="3980" y="9624"/>
                  </a:lnTo>
                  <a:lnTo>
                    <a:pt x="13792" y="17016"/>
                  </a:lnTo>
                  <a:lnTo>
                    <a:pt x="17006" y="127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9" name="object 1139"/>
            <p:cNvSpPr/>
            <p:nvPr/>
          </p:nvSpPr>
          <p:spPr>
            <a:xfrm>
              <a:off x="3482027" y="7818193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59">
                  <a:moveTo>
                    <a:pt x="3214" y="0"/>
                  </a:moveTo>
                  <a:lnTo>
                    <a:pt x="0" y="4227"/>
                  </a:lnTo>
                  <a:lnTo>
                    <a:pt x="7194" y="9624"/>
                  </a:lnTo>
                  <a:lnTo>
                    <a:pt x="10387" y="5396"/>
                  </a:lnTo>
                  <a:lnTo>
                    <a:pt x="3214" y="0"/>
                  </a:lnTo>
                  <a:close/>
                </a:path>
              </a:pathLst>
            </a:custGeom>
            <a:solidFill>
              <a:srgbClr val="BED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0" name="object 1140"/>
            <p:cNvSpPr/>
            <p:nvPr/>
          </p:nvSpPr>
          <p:spPr>
            <a:xfrm>
              <a:off x="3727378" y="7816770"/>
              <a:ext cx="95885" cy="15875"/>
            </a:xfrm>
            <a:custGeom>
              <a:avLst/>
              <a:gdLst/>
              <a:ahLst/>
              <a:cxnLst/>
              <a:rect l="l" t="t" r="r" b="b"/>
              <a:pathLst>
                <a:path w="95885" h="15875">
                  <a:moveTo>
                    <a:pt x="21178" y="7818"/>
                  </a:moveTo>
                  <a:lnTo>
                    <a:pt x="0" y="10048"/>
                  </a:lnTo>
                  <a:lnTo>
                    <a:pt x="553" y="15339"/>
                  </a:lnTo>
                  <a:lnTo>
                    <a:pt x="21732" y="13107"/>
                  </a:lnTo>
                  <a:lnTo>
                    <a:pt x="21178" y="7818"/>
                  </a:lnTo>
                  <a:close/>
                </a:path>
                <a:path w="95885" h="15875">
                  <a:moveTo>
                    <a:pt x="63513" y="3356"/>
                  </a:moveTo>
                  <a:lnTo>
                    <a:pt x="42335" y="5587"/>
                  </a:lnTo>
                  <a:lnTo>
                    <a:pt x="42889" y="10877"/>
                  </a:lnTo>
                  <a:lnTo>
                    <a:pt x="64067" y="8625"/>
                  </a:lnTo>
                  <a:lnTo>
                    <a:pt x="63513" y="3356"/>
                  </a:lnTo>
                  <a:close/>
                </a:path>
                <a:path w="95885" h="15875">
                  <a:moveTo>
                    <a:pt x="95313" y="0"/>
                  </a:moveTo>
                  <a:lnTo>
                    <a:pt x="84672" y="1126"/>
                  </a:lnTo>
                  <a:lnTo>
                    <a:pt x="85113" y="5332"/>
                  </a:lnTo>
                  <a:lnTo>
                    <a:pt x="85224" y="6394"/>
                  </a:lnTo>
                  <a:lnTo>
                    <a:pt x="95313" y="5332"/>
                  </a:lnTo>
                  <a:lnTo>
                    <a:pt x="95313" y="0"/>
                  </a:lnTo>
                  <a:close/>
                </a:path>
              </a:pathLst>
            </a:custGeom>
            <a:solidFill>
              <a:srgbClr val="9FB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1" name="object 1141"/>
            <p:cNvSpPr/>
            <p:nvPr/>
          </p:nvSpPr>
          <p:spPr>
            <a:xfrm>
              <a:off x="3828013" y="7815666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5194" y="0"/>
                  </a:moveTo>
                  <a:lnTo>
                    <a:pt x="0" y="530"/>
                  </a:lnTo>
                  <a:lnTo>
                    <a:pt x="21" y="5883"/>
                  </a:lnTo>
                  <a:lnTo>
                    <a:pt x="5768" y="5267"/>
                  </a:lnTo>
                  <a:lnTo>
                    <a:pt x="5194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2" name="object 1142"/>
            <p:cNvSpPr/>
            <p:nvPr/>
          </p:nvSpPr>
          <p:spPr>
            <a:xfrm>
              <a:off x="3828013" y="7816197"/>
              <a:ext cx="635" cy="5715"/>
            </a:xfrm>
            <a:custGeom>
              <a:avLst/>
              <a:gdLst/>
              <a:ahLst/>
              <a:cxnLst/>
              <a:rect l="l" t="t" r="r" b="b"/>
              <a:pathLst>
                <a:path w="635" h="5715">
                  <a:moveTo>
                    <a:pt x="0" y="0"/>
                  </a:moveTo>
                  <a:lnTo>
                    <a:pt x="0" y="5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B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3" name="object 1143"/>
            <p:cNvSpPr/>
            <p:nvPr/>
          </p:nvSpPr>
          <p:spPr>
            <a:xfrm>
              <a:off x="3822692" y="7816770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A7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4" name="object 1144"/>
            <p:cNvSpPr/>
            <p:nvPr/>
          </p:nvSpPr>
          <p:spPr>
            <a:xfrm>
              <a:off x="3822692" y="7816197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5321" y="0"/>
                  </a:moveTo>
                  <a:lnTo>
                    <a:pt x="0" y="572"/>
                  </a:lnTo>
                  <a:lnTo>
                    <a:pt x="0" y="5905"/>
                  </a:lnTo>
                  <a:lnTo>
                    <a:pt x="5321" y="5353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5A4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5" name="object 1145"/>
            <p:cNvSpPr/>
            <p:nvPr/>
          </p:nvSpPr>
          <p:spPr>
            <a:xfrm>
              <a:off x="3854386" y="7806955"/>
              <a:ext cx="61594" cy="12065"/>
            </a:xfrm>
            <a:custGeom>
              <a:avLst/>
              <a:gdLst/>
              <a:ahLst/>
              <a:cxnLst/>
              <a:rect l="l" t="t" r="r" b="b"/>
              <a:pathLst>
                <a:path w="61595" h="12065">
                  <a:moveTo>
                    <a:pt x="21156" y="4249"/>
                  </a:moveTo>
                  <a:lnTo>
                    <a:pt x="0" y="6479"/>
                  </a:lnTo>
                  <a:lnTo>
                    <a:pt x="552" y="11748"/>
                  </a:lnTo>
                  <a:lnTo>
                    <a:pt x="21730" y="9517"/>
                  </a:lnTo>
                  <a:lnTo>
                    <a:pt x="21156" y="4249"/>
                  </a:lnTo>
                  <a:close/>
                </a:path>
                <a:path w="61595" h="12065">
                  <a:moveTo>
                    <a:pt x="61300" y="0"/>
                  </a:moveTo>
                  <a:lnTo>
                    <a:pt x="42335" y="1997"/>
                  </a:lnTo>
                  <a:lnTo>
                    <a:pt x="42889" y="7287"/>
                  </a:lnTo>
                  <a:lnTo>
                    <a:pt x="61300" y="5354"/>
                  </a:lnTo>
                  <a:lnTo>
                    <a:pt x="61300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6" name="object 1146"/>
            <p:cNvSpPr/>
            <p:nvPr/>
          </p:nvSpPr>
          <p:spPr>
            <a:xfrm>
              <a:off x="3915686" y="7806721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2192" y="0"/>
                  </a:moveTo>
                  <a:lnTo>
                    <a:pt x="0" y="233"/>
                  </a:lnTo>
                  <a:lnTo>
                    <a:pt x="0" y="5588"/>
                  </a:lnTo>
                  <a:lnTo>
                    <a:pt x="2767" y="5290"/>
                  </a:lnTo>
                  <a:lnTo>
                    <a:pt x="2192" y="0"/>
                  </a:lnTo>
                  <a:close/>
                </a:path>
              </a:pathLst>
            </a:custGeom>
            <a:solidFill>
              <a:srgbClr val="BBD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7" name="object 1147"/>
            <p:cNvSpPr/>
            <p:nvPr/>
          </p:nvSpPr>
          <p:spPr>
            <a:xfrm>
              <a:off x="3939057" y="7802261"/>
              <a:ext cx="22225" cy="7620"/>
            </a:xfrm>
            <a:custGeom>
              <a:avLst/>
              <a:gdLst/>
              <a:ahLst/>
              <a:cxnLst/>
              <a:rect l="l" t="t" r="r" b="b"/>
              <a:pathLst>
                <a:path w="22225" h="7620">
                  <a:moveTo>
                    <a:pt x="21156" y="0"/>
                  </a:moveTo>
                  <a:lnTo>
                    <a:pt x="0" y="2230"/>
                  </a:lnTo>
                  <a:lnTo>
                    <a:pt x="553" y="7519"/>
                  </a:lnTo>
                  <a:lnTo>
                    <a:pt x="21710" y="5289"/>
                  </a:lnTo>
                  <a:lnTo>
                    <a:pt x="21156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8" name="object 1148"/>
            <p:cNvSpPr/>
            <p:nvPr/>
          </p:nvSpPr>
          <p:spPr>
            <a:xfrm>
              <a:off x="3455230" y="7798015"/>
              <a:ext cx="13335" cy="12065"/>
            </a:xfrm>
            <a:custGeom>
              <a:avLst/>
              <a:gdLst/>
              <a:ahLst/>
              <a:cxnLst/>
              <a:rect l="l" t="t" r="r" b="b"/>
              <a:pathLst>
                <a:path w="13335" h="12065">
                  <a:moveTo>
                    <a:pt x="3190" y="0"/>
                  </a:moveTo>
                  <a:lnTo>
                    <a:pt x="0" y="4245"/>
                  </a:lnTo>
                  <a:lnTo>
                    <a:pt x="9812" y="11617"/>
                  </a:lnTo>
                  <a:lnTo>
                    <a:pt x="13004" y="7389"/>
                  </a:lnTo>
                  <a:lnTo>
                    <a:pt x="3190" y="0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9" name="object 1149"/>
            <p:cNvSpPr/>
            <p:nvPr/>
          </p:nvSpPr>
          <p:spPr>
            <a:xfrm>
              <a:off x="3448036" y="7792617"/>
              <a:ext cx="10795" cy="10160"/>
            </a:xfrm>
            <a:custGeom>
              <a:avLst/>
              <a:gdLst/>
              <a:ahLst/>
              <a:cxnLst/>
              <a:rect l="l" t="t" r="r" b="b"/>
              <a:pathLst>
                <a:path w="10795" h="10159">
                  <a:moveTo>
                    <a:pt x="3214" y="0"/>
                  </a:moveTo>
                  <a:lnTo>
                    <a:pt x="0" y="4248"/>
                  </a:lnTo>
                  <a:lnTo>
                    <a:pt x="7194" y="9644"/>
                  </a:lnTo>
                  <a:lnTo>
                    <a:pt x="10387" y="5394"/>
                  </a:lnTo>
                  <a:lnTo>
                    <a:pt x="3214" y="0"/>
                  </a:lnTo>
                  <a:close/>
                </a:path>
              </a:pathLst>
            </a:custGeom>
            <a:solidFill>
              <a:srgbClr val="BED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0" name="object 1150"/>
            <p:cNvSpPr/>
            <p:nvPr/>
          </p:nvSpPr>
          <p:spPr>
            <a:xfrm>
              <a:off x="3981392" y="7783545"/>
              <a:ext cx="22225" cy="22225"/>
            </a:xfrm>
            <a:custGeom>
              <a:avLst/>
              <a:gdLst/>
              <a:ahLst/>
              <a:cxnLst/>
              <a:rect l="l" t="t" r="r" b="b"/>
              <a:pathLst>
                <a:path w="22225" h="22225">
                  <a:moveTo>
                    <a:pt x="14431" y="14955"/>
                  </a:moveTo>
                  <a:lnTo>
                    <a:pt x="0" y="16484"/>
                  </a:lnTo>
                  <a:lnTo>
                    <a:pt x="553" y="21774"/>
                  </a:lnTo>
                  <a:lnTo>
                    <a:pt x="21710" y="19522"/>
                  </a:lnTo>
                  <a:lnTo>
                    <a:pt x="21657" y="19013"/>
                  </a:lnTo>
                  <a:lnTo>
                    <a:pt x="19837" y="19013"/>
                  </a:lnTo>
                  <a:lnTo>
                    <a:pt x="14431" y="14955"/>
                  </a:lnTo>
                  <a:close/>
                </a:path>
                <a:path w="22225" h="22225">
                  <a:moveTo>
                    <a:pt x="21498" y="17504"/>
                  </a:moveTo>
                  <a:lnTo>
                    <a:pt x="20966" y="17504"/>
                  </a:lnTo>
                  <a:lnTo>
                    <a:pt x="19837" y="19013"/>
                  </a:lnTo>
                  <a:lnTo>
                    <a:pt x="21657" y="19013"/>
                  </a:lnTo>
                  <a:lnTo>
                    <a:pt x="21498" y="17504"/>
                  </a:lnTo>
                  <a:close/>
                </a:path>
                <a:path w="22225" h="22225">
                  <a:moveTo>
                    <a:pt x="3406" y="0"/>
                  </a:moveTo>
                  <a:lnTo>
                    <a:pt x="213" y="4248"/>
                  </a:lnTo>
                  <a:lnTo>
                    <a:pt x="3342" y="6606"/>
                  </a:lnTo>
                  <a:lnTo>
                    <a:pt x="6535" y="2358"/>
                  </a:lnTo>
                  <a:lnTo>
                    <a:pt x="3406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1" name="object 1151"/>
            <p:cNvSpPr/>
            <p:nvPr/>
          </p:nvSpPr>
          <p:spPr>
            <a:xfrm>
              <a:off x="3984735" y="7785904"/>
              <a:ext cx="18415" cy="17145"/>
            </a:xfrm>
            <a:custGeom>
              <a:avLst/>
              <a:gdLst/>
              <a:ahLst/>
              <a:cxnLst/>
              <a:rect l="l" t="t" r="r" b="b"/>
              <a:pathLst>
                <a:path w="18414" h="17145">
                  <a:moveTo>
                    <a:pt x="3192" y="0"/>
                  </a:moveTo>
                  <a:lnTo>
                    <a:pt x="0" y="4248"/>
                  </a:lnTo>
                  <a:lnTo>
                    <a:pt x="16494" y="16654"/>
                  </a:lnTo>
                  <a:lnTo>
                    <a:pt x="17623" y="15146"/>
                  </a:lnTo>
                  <a:lnTo>
                    <a:pt x="18155" y="15146"/>
                  </a:lnTo>
                  <a:lnTo>
                    <a:pt x="18091" y="14530"/>
                  </a:lnTo>
                  <a:lnTo>
                    <a:pt x="16409" y="12490"/>
                  </a:lnTo>
                  <a:lnTo>
                    <a:pt x="17026" y="11981"/>
                  </a:lnTo>
                  <a:lnTo>
                    <a:pt x="15814" y="12108"/>
                  </a:lnTo>
                  <a:lnTo>
                    <a:pt x="17070" y="10430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rgbClr val="BBD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2" name="object 1152"/>
            <p:cNvSpPr/>
            <p:nvPr/>
          </p:nvSpPr>
          <p:spPr>
            <a:xfrm>
              <a:off x="4001145" y="7797800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1405" y="0"/>
                  </a:moveTo>
                  <a:lnTo>
                    <a:pt x="617" y="85"/>
                  </a:lnTo>
                  <a:lnTo>
                    <a:pt x="0" y="594"/>
                  </a:lnTo>
                  <a:lnTo>
                    <a:pt x="1681" y="2633"/>
                  </a:lnTo>
                  <a:lnTo>
                    <a:pt x="1405" y="0"/>
                  </a:lnTo>
                  <a:close/>
                </a:path>
              </a:pathLst>
            </a:custGeom>
            <a:solidFill>
              <a:srgbClr val="C1B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3" name="object 1153"/>
            <p:cNvSpPr/>
            <p:nvPr/>
          </p:nvSpPr>
          <p:spPr>
            <a:xfrm>
              <a:off x="3448483" y="7768144"/>
              <a:ext cx="149225" cy="20955"/>
            </a:xfrm>
            <a:custGeom>
              <a:avLst/>
              <a:gdLst/>
              <a:ahLst/>
              <a:cxnLst/>
              <a:rect l="l" t="t" r="r" b="b"/>
              <a:pathLst>
                <a:path w="149225" h="20954">
                  <a:moveTo>
                    <a:pt x="21178" y="13383"/>
                  </a:moveTo>
                  <a:lnTo>
                    <a:pt x="0" y="15613"/>
                  </a:lnTo>
                  <a:lnTo>
                    <a:pt x="574" y="20902"/>
                  </a:lnTo>
                  <a:lnTo>
                    <a:pt x="21732" y="18672"/>
                  </a:lnTo>
                  <a:lnTo>
                    <a:pt x="21178" y="13383"/>
                  </a:lnTo>
                  <a:close/>
                </a:path>
                <a:path w="149225" h="20954">
                  <a:moveTo>
                    <a:pt x="63513" y="8921"/>
                  </a:moveTo>
                  <a:lnTo>
                    <a:pt x="42335" y="11153"/>
                  </a:lnTo>
                  <a:lnTo>
                    <a:pt x="42909" y="16442"/>
                  </a:lnTo>
                  <a:lnTo>
                    <a:pt x="64067" y="14211"/>
                  </a:lnTo>
                  <a:lnTo>
                    <a:pt x="63513" y="8921"/>
                  </a:lnTo>
                  <a:close/>
                </a:path>
                <a:path w="149225" h="20954">
                  <a:moveTo>
                    <a:pt x="105849" y="4460"/>
                  </a:moveTo>
                  <a:lnTo>
                    <a:pt x="84670" y="6691"/>
                  </a:lnTo>
                  <a:lnTo>
                    <a:pt x="85224" y="11981"/>
                  </a:lnTo>
                  <a:lnTo>
                    <a:pt x="106403" y="9729"/>
                  </a:lnTo>
                  <a:lnTo>
                    <a:pt x="105849" y="4460"/>
                  </a:lnTo>
                  <a:close/>
                </a:path>
                <a:path w="149225" h="20954">
                  <a:moveTo>
                    <a:pt x="148184" y="0"/>
                  </a:moveTo>
                  <a:lnTo>
                    <a:pt x="127006" y="2230"/>
                  </a:lnTo>
                  <a:lnTo>
                    <a:pt x="127560" y="7498"/>
                  </a:lnTo>
                  <a:lnTo>
                    <a:pt x="148738" y="5267"/>
                  </a:lnTo>
                  <a:lnTo>
                    <a:pt x="148184" y="0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4" name="object 1154"/>
            <p:cNvSpPr/>
            <p:nvPr/>
          </p:nvSpPr>
          <p:spPr>
            <a:xfrm>
              <a:off x="3947614" y="7757967"/>
              <a:ext cx="20320" cy="13335"/>
            </a:xfrm>
            <a:custGeom>
              <a:avLst/>
              <a:gdLst/>
              <a:ahLst/>
              <a:cxnLst/>
              <a:rect l="l" t="t" r="r" b="b"/>
              <a:pathLst>
                <a:path w="20320" h="13334">
                  <a:moveTo>
                    <a:pt x="3192" y="0"/>
                  </a:moveTo>
                  <a:lnTo>
                    <a:pt x="0" y="4249"/>
                  </a:lnTo>
                  <a:lnTo>
                    <a:pt x="3106" y="6607"/>
                  </a:lnTo>
                  <a:lnTo>
                    <a:pt x="6320" y="2358"/>
                  </a:lnTo>
                  <a:lnTo>
                    <a:pt x="20177" y="12810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5" name="object 1155"/>
            <p:cNvSpPr/>
            <p:nvPr/>
          </p:nvSpPr>
          <p:spPr>
            <a:xfrm>
              <a:off x="3950721" y="7760326"/>
              <a:ext cx="17145" cy="15240"/>
            </a:xfrm>
            <a:custGeom>
              <a:avLst/>
              <a:gdLst/>
              <a:ahLst/>
              <a:cxnLst/>
              <a:rect l="l" t="t" r="r" b="b"/>
              <a:pathLst>
                <a:path w="17145" h="15240">
                  <a:moveTo>
                    <a:pt x="3214" y="0"/>
                  </a:moveTo>
                  <a:lnTo>
                    <a:pt x="0" y="4249"/>
                  </a:lnTo>
                  <a:lnTo>
                    <a:pt x="13878" y="14679"/>
                  </a:lnTo>
                  <a:lnTo>
                    <a:pt x="17071" y="10452"/>
                  </a:lnTo>
                  <a:lnTo>
                    <a:pt x="3214" y="0"/>
                  </a:lnTo>
                  <a:close/>
                </a:path>
              </a:pathLst>
            </a:custGeom>
            <a:solidFill>
              <a:srgbClr val="BBD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6" name="object 1156"/>
            <p:cNvSpPr/>
            <p:nvPr/>
          </p:nvSpPr>
          <p:spPr>
            <a:xfrm>
              <a:off x="3621826" y="7763661"/>
              <a:ext cx="17780" cy="7620"/>
            </a:xfrm>
            <a:custGeom>
              <a:avLst/>
              <a:gdLst/>
              <a:ahLst/>
              <a:cxnLst/>
              <a:rect l="l" t="t" r="r" b="b"/>
              <a:pathLst>
                <a:path w="17779" h="7620">
                  <a:moveTo>
                    <a:pt x="17178" y="0"/>
                  </a:moveTo>
                  <a:lnTo>
                    <a:pt x="0" y="1827"/>
                  </a:lnTo>
                  <a:lnTo>
                    <a:pt x="0" y="7158"/>
                  </a:lnTo>
                  <a:lnTo>
                    <a:pt x="17730" y="5289"/>
                  </a:lnTo>
                  <a:lnTo>
                    <a:pt x="17178" y="0"/>
                  </a:lnTo>
                  <a:close/>
                </a:path>
              </a:pathLst>
            </a:custGeom>
            <a:solidFill>
              <a:srgbClr val="9FB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7" name="object 1157"/>
            <p:cNvSpPr/>
            <p:nvPr/>
          </p:nvSpPr>
          <p:spPr>
            <a:xfrm>
              <a:off x="3621826" y="7765488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B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8" name="object 1158"/>
            <p:cNvSpPr/>
            <p:nvPr/>
          </p:nvSpPr>
          <p:spPr>
            <a:xfrm>
              <a:off x="3617826" y="7765488"/>
              <a:ext cx="4445" cy="5715"/>
            </a:xfrm>
            <a:custGeom>
              <a:avLst/>
              <a:gdLst/>
              <a:ahLst/>
              <a:cxnLst/>
              <a:rect l="l" t="t" r="r" b="b"/>
              <a:pathLst>
                <a:path w="4445" h="5715">
                  <a:moveTo>
                    <a:pt x="4000" y="0"/>
                  </a:moveTo>
                  <a:lnTo>
                    <a:pt x="0" y="424"/>
                  </a:lnTo>
                  <a:lnTo>
                    <a:pt x="552" y="5693"/>
                  </a:lnTo>
                  <a:lnTo>
                    <a:pt x="4000" y="5331"/>
                  </a:lnTo>
                  <a:lnTo>
                    <a:pt x="4000" y="0"/>
                  </a:lnTo>
                  <a:close/>
                </a:path>
              </a:pathLst>
            </a:custGeom>
            <a:solidFill>
              <a:srgbClr val="98A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9" name="object 1159"/>
            <p:cNvSpPr/>
            <p:nvPr/>
          </p:nvSpPr>
          <p:spPr>
            <a:xfrm>
              <a:off x="3660161" y="7745816"/>
              <a:ext cx="149225" cy="20955"/>
            </a:xfrm>
            <a:custGeom>
              <a:avLst/>
              <a:gdLst/>
              <a:ahLst/>
              <a:cxnLst/>
              <a:rect l="l" t="t" r="r" b="b"/>
              <a:pathLst>
                <a:path w="149225" h="20954">
                  <a:moveTo>
                    <a:pt x="21156" y="13384"/>
                  </a:moveTo>
                  <a:lnTo>
                    <a:pt x="0" y="15614"/>
                  </a:lnTo>
                  <a:lnTo>
                    <a:pt x="553" y="20904"/>
                  </a:lnTo>
                  <a:lnTo>
                    <a:pt x="21730" y="18674"/>
                  </a:lnTo>
                  <a:lnTo>
                    <a:pt x="21156" y="13384"/>
                  </a:lnTo>
                  <a:close/>
                </a:path>
                <a:path w="149225" h="20954">
                  <a:moveTo>
                    <a:pt x="63492" y="8923"/>
                  </a:moveTo>
                  <a:lnTo>
                    <a:pt x="42335" y="11153"/>
                  </a:lnTo>
                  <a:lnTo>
                    <a:pt x="42889" y="16442"/>
                  </a:lnTo>
                  <a:lnTo>
                    <a:pt x="64067" y="14212"/>
                  </a:lnTo>
                  <a:lnTo>
                    <a:pt x="63492" y="8923"/>
                  </a:lnTo>
                  <a:close/>
                </a:path>
                <a:path w="149225" h="20954">
                  <a:moveTo>
                    <a:pt x="105827" y="4461"/>
                  </a:moveTo>
                  <a:lnTo>
                    <a:pt x="84670" y="6691"/>
                  </a:lnTo>
                  <a:lnTo>
                    <a:pt x="85224" y="11982"/>
                  </a:lnTo>
                  <a:lnTo>
                    <a:pt x="106403" y="9751"/>
                  </a:lnTo>
                  <a:lnTo>
                    <a:pt x="105827" y="4461"/>
                  </a:lnTo>
                  <a:close/>
                </a:path>
                <a:path w="149225" h="20954">
                  <a:moveTo>
                    <a:pt x="148164" y="0"/>
                  </a:moveTo>
                  <a:lnTo>
                    <a:pt x="127006" y="2231"/>
                  </a:lnTo>
                  <a:lnTo>
                    <a:pt x="127560" y="7499"/>
                  </a:lnTo>
                  <a:lnTo>
                    <a:pt x="148716" y="5269"/>
                  </a:lnTo>
                  <a:lnTo>
                    <a:pt x="148164" y="0"/>
                  </a:lnTo>
                  <a:close/>
                </a:path>
              </a:pathLst>
            </a:custGeom>
            <a:solidFill>
              <a:srgbClr val="9FB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0" name="object 1160"/>
            <p:cNvSpPr/>
            <p:nvPr/>
          </p:nvSpPr>
          <p:spPr>
            <a:xfrm>
              <a:off x="3914156" y="7734664"/>
              <a:ext cx="4445" cy="5080"/>
            </a:xfrm>
            <a:custGeom>
              <a:avLst/>
              <a:gdLst/>
              <a:ahLst/>
              <a:cxnLst/>
              <a:rect l="l" t="t" r="r" b="b"/>
              <a:pathLst>
                <a:path w="4445" h="5079">
                  <a:moveTo>
                    <a:pt x="2721" y="0"/>
                  </a:moveTo>
                  <a:lnTo>
                    <a:pt x="0" y="0"/>
                  </a:lnTo>
                  <a:lnTo>
                    <a:pt x="471" y="4333"/>
                  </a:lnTo>
                  <a:lnTo>
                    <a:pt x="540" y="4970"/>
                  </a:lnTo>
                  <a:lnTo>
                    <a:pt x="3403" y="4970"/>
                  </a:lnTo>
                  <a:lnTo>
                    <a:pt x="2573" y="4333"/>
                  </a:lnTo>
                  <a:lnTo>
                    <a:pt x="4169" y="2208"/>
                  </a:lnTo>
                  <a:lnTo>
                    <a:pt x="2721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1" name="object 1161"/>
            <p:cNvSpPr/>
            <p:nvPr/>
          </p:nvSpPr>
          <p:spPr>
            <a:xfrm>
              <a:off x="3916878" y="7734132"/>
              <a:ext cx="6350" cy="3175"/>
            </a:xfrm>
            <a:custGeom>
              <a:avLst/>
              <a:gdLst/>
              <a:ahLst/>
              <a:cxnLst/>
              <a:rect l="l" t="t" r="r" b="b"/>
              <a:pathLst>
                <a:path w="6350" h="3175">
                  <a:moveTo>
                    <a:pt x="2213" y="0"/>
                  </a:moveTo>
                  <a:lnTo>
                    <a:pt x="553" y="170"/>
                  </a:lnTo>
                  <a:lnTo>
                    <a:pt x="0" y="532"/>
                  </a:lnTo>
                  <a:lnTo>
                    <a:pt x="1447" y="2740"/>
                  </a:lnTo>
                  <a:lnTo>
                    <a:pt x="3044" y="637"/>
                  </a:lnTo>
                  <a:lnTo>
                    <a:pt x="6088" y="2910"/>
                  </a:lnTo>
                  <a:lnTo>
                    <a:pt x="3065" y="615"/>
                  </a:lnTo>
                  <a:lnTo>
                    <a:pt x="2213" y="0"/>
                  </a:lnTo>
                  <a:close/>
                </a:path>
              </a:pathLst>
            </a:custGeom>
            <a:solidFill>
              <a:srgbClr val="ABA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2" name="object 1162"/>
            <p:cNvSpPr/>
            <p:nvPr/>
          </p:nvSpPr>
          <p:spPr>
            <a:xfrm>
              <a:off x="3916729" y="7736873"/>
              <a:ext cx="17145" cy="12700"/>
            </a:xfrm>
            <a:custGeom>
              <a:avLst/>
              <a:gdLst/>
              <a:ahLst/>
              <a:cxnLst/>
              <a:rect l="l" t="t" r="r" b="b"/>
              <a:pathLst>
                <a:path w="17145" h="12700">
                  <a:moveTo>
                    <a:pt x="1596" y="0"/>
                  </a:moveTo>
                  <a:lnTo>
                    <a:pt x="0" y="2124"/>
                  </a:lnTo>
                  <a:lnTo>
                    <a:pt x="13877" y="12555"/>
                  </a:lnTo>
                  <a:lnTo>
                    <a:pt x="17070" y="8327"/>
                  </a:lnTo>
                  <a:lnTo>
                    <a:pt x="6236" y="170"/>
                  </a:lnTo>
                  <a:lnTo>
                    <a:pt x="3044" y="2231"/>
                  </a:lnTo>
                  <a:lnTo>
                    <a:pt x="1596" y="0"/>
                  </a:lnTo>
                  <a:close/>
                </a:path>
              </a:pathLst>
            </a:custGeom>
            <a:solidFill>
              <a:srgbClr val="BBD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3" name="object 1163"/>
            <p:cNvSpPr/>
            <p:nvPr/>
          </p:nvSpPr>
          <p:spPr>
            <a:xfrm>
              <a:off x="3918326" y="7734770"/>
              <a:ext cx="5080" cy="4445"/>
            </a:xfrm>
            <a:custGeom>
              <a:avLst/>
              <a:gdLst/>
              <a:ahLst/>
              <a:cxnLst/>
              <a:rect l="l" t="t" r="r" b="b"/>
              <a:pathLst>
                <a:path w="5079" h="4445">
                  <a:moveTo>
                    <a:pt x="1596" y="0"/>
                  </a:moveTo>
                  <a:lnTo>
                    <a:pt x="0" y="2103"/>
                  </a:lnTo>
                  <a:lnTo>
                    <a:pt x="1447" y="4334"/>
                  </a:lnTo>
                  <a:lnTo>
                    <a:pt x="4640" y="2273"/>
                  </a:lnTo>
                  <a:lnTo>
                    <a:pt x="1596" y="0"/>
                  </a:lnTo>
                  <a:close/>
                </a:path>
              </a:pathLst>
            </a:custGeom>
            <a:solidFill>
              <a:srgbClr val="C1B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4" name="object 1164"/>
            <p:cNvSpPr/>
            <p:nvPr/>
          </p:nvSpPr>
          <p:spPr>
            <a:xfrm>
              <a:off x="3829504" y="7736873"/>
              <a:ext cx="64135" cy="12065"/>
            </a:xfrm>
            <a:custGeom>
              <a:avLst/>
              <a:gdLst/>
              <a:ahLst/>
              <a:cxnLst/>
              <a:rect l="l" t="t" r="r" b="b"/>
              <a:pathLst>
                <a:path w="64135" h="12065">
                  <a:moveTo>
                    <a:pt x="21156" y="4461"/>
                  </a:moveTo>
                  <a:lnTo>
                    <a:pt x="0" y="6713"/>
                  </a:lnTo>
                  <a:lnTo>
                    <a:pt x="552" y="11981"/>
                  </a:lnTo>
                  <a:lnTo>
                    <a:pt x="21710" y="9751"/>
                  </a:lnTo>
                  <a:lnTo>
                    <a:pt x="21156" y="4461"/>
                  </a:lnTo>
                  <a:close/>
                </a:path>
                <a:path w="64135" h="12065">
                  <a:moveTo>
                    <a:pt x="63492" y="0"/>
                  </a:moveTo>
                  <a:lnTo>
                    <a:pt x="42335" y="2231"/>
                  </a:lnTo>
                  <a:lnTo>
                    <a:pt x="42887" y="7520"/>
                  </a:lnTo>
                  <a:lnTo>
                    <a:pt x="64046" y="5289"/>
                  </a:lnTo>
                  <a:lnTo>
                    <a:pt x="63492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5" name="object 1165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9438930" y="6985401"/>
              <a:ext cx="197459" cy="224544"/>
            </a:xfrm>
            <a:prstGeom prst="rect">
              <a:avLst/>
            </a:prstGeom>
          </p:spPr>
        </p:pic>
        <p:sp>
          <p:nvSpPr>
            <p:cNvPr id="1166" name="object 1166"/>
            <p:cNvSpPr/>
            <p:nvPr/>
          </p:nvSpPr>
          <p:spPr>
            <a:xfrm>
              <a:off x="8752065" y="6664858"/>
              <a:ext cx="762000" cy="607695"/>
            </a:xfrm>
            <a:custGeom>
              <a:avLst/>
              <a:gdLst/>
              <a:ahLst/>
              <a:cxnLst/>
              <a:rect l="l" t="t" r="r" b="b"/>
              <a:pathLst>
                <a:path w="762000" h="607695">
                  <a:moveTo>
                    <a:pt x="1905" y="497446"/>
                  </a:moveTo>
                  <a:lnTo>
                    <a:pt x="0" y="495998"/>
                  </a:lnTo>
                  <a:lnTo>
                    <a:pt x="38" y="497446"/>
                  </a:lnTo>
                  <a:lnTo>
                    <a:pt x="1905" y="497446"/>
                  </a:lnTo>
                  <a:close/>
                </a:path>
                <a:path w="762000" h="607695">
                  <a:moveTo>
                    <a:pt x="541566" y="2590"/>
                  </a:moveTo>
                  <a:lnTo>
                    <a:pt x="538137" y="0"/>
                  </a:lnTo>
                  <a:lnTo>
                    <a:pt x="538137" y="2590"/>
                  </a:lnTo>
                  <a:lnTo>
                    <a:pt x="541566" y="2590"/>
                  </a:lnTo>
                  <a:close/>
                </a:path>
                <a:path w="762000" h="607695">
                  <a:moveTo>
                    <a:pt x="543458" y="2590"/>
                  </a:moveTo>
                  <a:lnTo>
                    <a:pt x="541566" y="2590"/>
                  </a:lnTo>
                  <a:lnTo>
                    <a:pt x="543458" y="4013"/>
                  </a:lnTo>
                  <a:lnTo>
                    <a:pt x="543458" y="2590"/>
                  </a:lnTo>
                  <a:close/>
                </a:path>
                <a:path w="762000" h="607695">
                  <a:moveTo>
                    <a:pt x="761542" y="604532"/>
                  </a:moveTo>
                  <a:lnTo>
                    <a:pt x="758126" y="604532"/>
                  </a:lnTo>
                  <a:lnTo>
                    <a:pt x="761542" y="607098"/>
                  </a:lnTo>
                  <a:lnTo>
                    <a:pt x="761542" y="604532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7" name="object 1167"/>
            <p:cNvSpPr/>
            <p:nvPr/>
          </p:nvSpPr>
          <p:spPr>
            <a:xfrm>
              <a:off x="9290212" y="6667448"/>
              <a:ext cx="5715" cy="1905"/>
            </a:xfrm>
            <a:custGeom>
              <a:avLst/>
              <a:gdLst/>
              <a:ahLst/>
              <a:cxnLst/>
              <a:rect l="l" t="t" r="r" b="b"/>
              <a:pathLst>
                <a:path w="5715" h="1904">
                  <a:moveTo>
                    <a:pt x="3449" y="0"/>
                  </a:moveTo>
                  <a:lnTo>
                    <a:pt x="0" y="360"/>
                  </a:lnTo>
                  <a:lnTo>
                    <a:pt x="3427" y="0"/>
                  </a:lnTo>
                  <a:lnTo>
                    <a:pt x="5321" y="1422"/>
                  </a:lnTo>
                  <a:lnTo>
                    <a:pt x="3449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8" name="object 1168"/>
            <p:cNvSpPr/>
            <p:nvPr/>
          </p:nvSpPr>
          <p:spPr>
            <a:xfrm>
              <a:off x="8747746" y="7157156"/>
              <a:ext cx="770255" cy="112395"/>
            </a:xfrm>
            <a:custGeom>
              <a:avLst/>
              <a:gdLst/>
              <a:ahLst/>
              <a:cxnLst/>
              <a:rect l="l" t="t" r="r" b="b"/>
              <a:pathLst>
                <a:path w="770254" h="112395">
                  <a:moveTo>
                    <a:pt x="765873" y="108150"/>
                  </a:moveTo>
                  <a:lnTo>
                    <a:pt x="765873" y="111867"/>
                  </a:lnTo>
                  <a:lnTo>
                    <a:pt x="770194" y="111400"/>
                  </a:lnTo>
                  <a:lnTo>
                    <a:pt x="765873" y="108150"/>
                  </a:lnTo>
                  <a:close/>
                </a:path>
                <a:path w="770254" h="112395">
                  <a:moveTo>
                    <a:pt x="4320" y="0"/>
                  </a:moveTo>
                  <a:lnTo>
                    <a:pt x="0" y="445"/>
                  </a:lnTo>
                  <a:lnTo>
                    <a:pt x="4320" y="3695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9" name="object 1169"/>
            <p:cNvSpPr/>
            <p:nvPr/>
          </p:nvSpPr>
          <p:spPr>
            <a:xfrm>
              <a:off x="8757217" y="6732304"/>
              <a:ext cx="212725" cy="424815"/>
            </a:xfrm>
            <a:custGeom>
              <a:avLst/>
              <a:gdLst/>
              <a:ahLst/>
              <a:cxnLst/>
              <a:rect l="l" t="t" r="r" b="b"/>
              <a:pathLst>
                <a:path w="212725" h="424815">
                  <a:moveTo>
                    <a:pt x="0" y="0"/>
                  </a:moveTo>
                  <a:lnTo>
                    <a:pt x="106" y="218958"/>
                  </a:lnTo>
                  <a:lnTo>
                    <a:pt x="2512" y="221358"/>
                  </a:lnTo>
                  <a:lnTo>
                    <a:pt x="106" y="223738"/>
                  </a:lnTo>
                  <a:lnTo>
                    <a:pt x="170" y="424277"/>
                  </a:lnTo>
                  <a:lnTo>
                    <a:pt x="143609" y="409152"/>
                  </a:lnTo>
                  <a:lnTo>
                    <a:pt x="143609" y="394961"/>
                  </a:lnTo>
                  <a:lnTo>
                    <a:pt x="141011" y="394961"/>
                  </a:lnTo>
                  <a:lnTo>
                    <a:pt x="141011" y="385827"/>
                  </a:lnTo>
                  <a:lnTo>
                    <a:pt x="136606" y="382534"/>
                  </a:lnTo>
                  <a:lnTo>
                    <a:pt x="141011" y="382023"/>
                  </a:lnTo>
                  <a:lnTo>
                    <a:pt x="141011" y="379092"/>
                  </a:lnTo>
                  <a:lnTo>
                    <a:pt x="144332" y="381662"/>
                  </a:lnTo>
                  <a:lnTo>
                    <a:pt x="153847" y="380621"/>
                  </a:lnTo>
                  <a:lnTo>
                    <a:pt x="154144" y="383320"/>
                  </a:lnTo>
                  <a:lnTo>
                    <a:pt x="174854" y="381132"/>
                  </a:lnTo>
                  <a:lnTo>
                    <a:pt x="174579" y="378498"/>
                  </a:lnTo>
                  <a:lnTo>
                    <a:pt x="196098" y="376224"/>
                  </a:lnTo>
                  <a:lnTo>
                    <a:pt x="196395" y="378858"/>
                  </a:lnTo>
                  <a:lnTo>
                    <a:pt x="212657" y="377137"/>
                  </a:lnTo>
                  <a:lnTo>
                    <a:pt x="212572" y="1598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B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0" name="object 117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8752066" y="7108529"/>
              <a:ext cx="223215" cy="220211"/>
            </a:xfrm>
            <a:prstGeom prst="rect">
              <a:avLst/>
            </a:prstGeom>
          </p:spPr>
        </p:pic>
        <p:sp>
          <p:nvSpPr>
            <p:cNvPr id="1171" name="object 1171"/>
            <p:cNvSpPr/>
            <p:nvPr/>
          </p:nvSpPr>
          <p:spPr>
            <a:xfrm>
              <a:off x="8751896" y="6721640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0" y="0"/>
                  </a:moveTo>
                  <a:lnTo>
                    <a:pt x="0" y="2592"/>
                  </a:lnTo>
                  <a:lnTo>
                    <a:pt x="3426" y="25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2" name="object 1172"/>
            <p:cNvSpPr/>
            <p:nvPr/>
          </p:nvSpPr>
          <p:spPr>
            <a:xfrm>
              <a:off x="8751896" y="6728310"/>
              <a:ext cx="5715" cy="429259"/>
            </a:xfrm>
            <a:custGeom>
              <a:avLst/>
              <a:gdLst/>
              <a:ahLst/>
              <a:cxnLst/>
              <a:rect l="l" t="t" r="r" b="b"/>
              <a:pathLst>
                <a:path w="5715" h="429259">
                  <a:moveTo>
                    <a:pt x="5406" y="227732"/>
                  </a:moveTo>
                  <a:lnTo>
                    <a:pt x="106" y="232978"/>
                  </a:lnTo>
                  <a:lnTo>
                    <a:pt x="170" y="428845"/>
                  </a:lnTo>
                  <a:lnTo>
                    <a:pt x="5491" y="428271"/>
                  </a:lnTo>
                  <a:lnTo>
                    <a:pt x="5406" y="227732"/>
                  </a:lnTo>
                  <a:close/>
                </a:path>
                <a:path w="5715" h="429259">
                  <a:moveTo>
                    <a:pt x="4001" y="221528"/>
                  </a:moveTo>
                  <a:lnTo>
                    <a:pt x="3284" y="222010"/>
                  </a:lnTo>
                  <a:lnTo>
                    <a:pt x="106" y="224227"/>
                  </a:lnTo>
                  <a:lnTo>
                    <a:pt x="106" y="225479"/>
                  </a:lnTo>
                  <a:lnTo>
                    <a:pt x="4001" y="221528"/>
                  </a:lnTo>
                  <a:close/>
                </a:path>
                <a:path w="5715" h="429259">
                  <a:moveTo>
                    <a:pt x="5405" y="221528"/>
                  </a:moveTo>
                  <a:lnTo>
                    <a:pt x="4001" y="221528"/>
                  </a:lnTo>
                  <a:lnTo>
                    <a:pt x="5406" y="222930"/>
                  </a:lnTo>
                  <a:lnTo>
                    <a:pt x="5405" y="221528"/>
                  </a:lnTo>
                  <a:close/>
                </a:path>
                <a:path w="5715" h="429259">
                  <a:moveTo>
                    <a:pt x="5404" y="217514"/>
                  </a:moveTo>
                  <a:lnTo>
                    <a:pt x="361" y="217514"/>
                  </a:lnTo>
                  <a:lnTo>
                    <a:pt x="3527" y="222010"/>
                  </a:lnTo>
                  <a:lnTo>
                    <a:pt x="3284" y="222010"/>
                  </a:lnTo>
                  <a:lnTo>
                    <a:pt x="3974" y="221528"/>
                  </a:lnTo>
                  <a:lnTo>
                    <a:pt x="5405" y="221528"/>
                  </a:lnTo>
                  <a:lnTo>
                    <a:pt x="5404" y="217514"/>
                  </a:lnTo>
                  <a:close/>
                </a:path>
                <a:path w="5715" h="429259">
                  <a:moveTo>
                    <a:pt x="0" y="0"/>
                  </a:moveTo>
                  <a:lnTo>
                    <a:pt x="85" y="217704"/>
                  </a:lnTo>
                  <a:lnTo>
                    <a:pt x="496" y="217704"/>
                  </a:lnTo>
                  <a:lnTo>
                    <a:pt x="361" y="217514"/>
                  </a:lnTo>
                  <a:lnTo>
                    <a:pt x="5404" y="217514"/>
                  </a:lnTo>
                  <a:lnTo>
                    <a:pt x="5321" y="39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3" name="object 1173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8752066" y="6892183"/>
              <a:ext cx="217915" cy="432563"/>
            </a:xfrm>
            <a:prstGeom prst="rect">
              <a:avLst/>
            </a:prstGeom>
          </p:spPr>
        </p:pic>
        <p:sp>
          <p:nvSpPr>
            <p:cNvPr id="1174" name="object 1174"/>
            <p:cNvSpPr/>
            <p:nvPr/>
          </p:nvSpPr>
          <p:spPr>
            <a:xfrm>
              <a:off x="8975133" y="6860000"/>
              <a:ext cx="315595" cy="247015"/>
            </a:xfrm>
            <a:custGeom>
              <a:avLst/>
              <a:gdLst/>
              <a:ahLst/>
              <a:cxnLst/>
              <a:rect l="l" t="t" r="r" b="b"/>
              <a:pathLst>
                <a:path w="315595" h="247015">
                  <a:moveTo>
                    <a:pt x="315165" y="0"/>
                  </a:moveTo>
                  <a:lnTo>
                    <a:pt x="0" y="33246"/>
                  </a:lnTo>
                  <a:lnTo>
                    <a:pt x="85" y="246213"/>
                  </a:lnTo>
                  <a:lnTo>
                    <a:pt x="20389" y="244067"/>
                  </a:lnTo>
                  <a:lnTo>
                    <a:pt x="20688" y="246722"/>
                  </a:lnTo>
                  <a:lnTo>
                    <a:pt x="39674" y="244704"/>
                  </a:lnTo>
                  <a:lnTo>
                    <a:pt x="39397" y="242070"/>
                  </a:lnTo>
                  <a:lnTo>
                    <a:pt x="62598" y="239627"/>
                  </a:lnTo>
                  <a:lnTo>
                    <a:pt x="62875" y="242261"/>
                  </a:lnTo>
                  <a:lnTo>
                    <a:pt x="81031" y="240350"/>
                  </a:lnTo>
                  <a:lnTo>
                    <a:pt x="80754" y="237716"/>
                  </a:lnTo>
                  <a:lnTo>
                    <a:pt x="104806" y="235165"/>
                  </a:lnTo>
                  <a:lnTo>
                    <a:pt x="105083" y="237801"/>
                  </a:lnTo>
                  <a:lnTo>
                    <a:pt x="122387" y="235995"/>
                  </a:lnTo>
                  <a:lnTo>
                    <a:pt x="122110" y="233339"/>
                  </a:lnTo>
                  <a:lnTo>
                    <a:pt x="147013" y="230725"/>
                  </a:lnTo>
                  <a:lnTo>
                    <a:pt x="147290" y="233361"/>
                  </a:lnTo>
                  <a:lnTo>
                    <a:pt x="163743" y="231618"/>
                  </a:lnTo>
                  <a:lnTo>
                    <a:pt x="163468" y="228984"/>
                  </a:lnTo>
                  <a:lnTo>
                    <a:pt x="189222" y="226265"/>
                  </a:lnTo>
                  <a:lnTo>
                    <a:pt x="189499" y="228899"/>
                  </a:lnTo>
                  <a:lnTo>
                    <a:pt x="205101" y="227263"/>
                  </a:lnTo>
                  <a:lnTo>
                    <a:pt x="204824" y="224608"/>
                  </a:lnTo>
                  <a:lnTo>
                    <a:pt x="231430" y="221804"/>
                  </a:lnTo>
                  <a:lnTo>
                    <a:pt x="231706" y="224459"/>
                  </a:lnTo>
                  <a:lnTo>
                    <a:pt x="246479" y="222887"/>
                  </a:lnTo>
                  <a:lnTo>
                    <a:pt x="246202" y="220253"/>
                  </a:lnTo>
                  <a:lnTo>
                    <a:pt x="273638" y="217364"/>
                  </a:lnTo>
                  <a:lnTo>
                    <a:pt x="273914" y="219998"/>
                  </a:lnTo>
                  <a:lnTo>
                    <a:pt x="287835" y="218532"/>
                  </a:lnTo>
                  <a:lnTo>
                    <a:pt x="287558" y="215898"/>
                  </a:lnTo>
                  <a:lnTo>
                    <a:pt x="315250" y="212966"/>
                  </a:lnTo>
                  <a:lnTo>
                    <a:pt x="315165" y="0"/>
                  </a:lnTo>
                  <a:close/>
                </a:path>
              </a:pathLst>
            </a:custGeom>
            <a:solidFill>
              <a:srgbClr val="7CA3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5" name="object 1175"/>
            <p:cNvSpPr/>
            <p:nvPr/>
          </p:nvSpPr>
          <p:spPr>
            <a:xfrm>
              <a:off x="9014530" y="7075134"/>
              <a:ext cx="255904" cy="29845"/>
            </a:xfrm>
            <a:custGeom>
              <a:avLst/>
              <a:gdLst/>
              <a:ahLst/>
              <a:cxnLst/>
              <a:rect l="l" t="t" r="r" b="b"/>
              <a:pathLst>
                <a:path w="255904" h="29845">
                  <a:moveTo>
                    <a:pt x="2106" y="26724"/>
                  </a:moveTo>
                  <a:lnTo>
                    <a:pt x="0" y="26936"/>
                  </a:lnTo>
                  <a:lnTo>
                    <a:pt x="254" y="29358"/>
                  </a:lnTo>
                  <a:lnTo>
                    <a:pt x="276" y="29570"/>
                  </a:lnTo>
                  <a:lnTo>
                    <a:pt x="2383" y="29358"/>
                  </a:lnTo>
                  <a:lnTo>
                    <a:pt x="2129" y="26936"/>
                  </a:lnTo>
                  <a:lnTo>
                    <a:pt x="2106" y="26724"/>
                  </a:lnTo>
                  <a:close/>
                </a:path>
                <a:path w="255904" h="29845">
                  <a:moveTo>
                    <a:pt x="44315" y="22268"/>
                  </a:moveTo>
                  <a:lnTo>
                    <a:pt x="41356" y="22581"/>
                  </a:lnTo>
                  <a:lnTo>
                    <a:pt x="41599" y="24897"/>
                  </a:lnTo>
                  <a:lnTo>
                    <a:pt x="41633" y="25215"/>
                  </a:lnTo>
                  <a:lnTo>
                    <a:pt x="44592" y="24897"/>
                  </a:lnTo>
                  <a:lnTo>
                    <a:pt x="44348" y="22581"/>
                  </a:lnTo>
                  <a:lnTo>
                    <a:pt x="44315" y="22268"/>
                  </a:lnTo>
                  <a:close/>
                </a:path>
                <a:path w="255904" h="29845">
                  <a:moveTo>
                    <a:pt x="86522" y="17802"/>
                  </a:moveTo>
                  <a:lnTo>
                    <a:pt x="82712" y="18205"/>
                  </a:lnTo>
                  <a:lnTo>
                    <a:pt x="82947" y="20457"/>
                  </a:lnTo>
                  <a:lnTo>
                    <a:pt x="82989" y="20861"/>
                  </a:lnTo>
                  <a:lnTo>
                    <a:pt x="86799" y="20457"/>
                  </a:lnTo>
                  <a:lnTo>
                    <a:pt x="86564" y="18205"/>
                  </a:lnTo>
                  <a:lnTo>
                    <a:pt x="86522" y="17802"/>
                  </a:lnTo>
                  <a:close/>
                </a:path>
                <a:path w="255904" h="29845">
                  <a:moveTo>
                    <a:pt x="128731" y="13361"/>
                  </a:moveTo>
                  <a:lnTo>
                    <a:pt x="124070" y="13850"/>
                  </a:lnTo>
                  <a:lnTo>
                    <a:pt x="124294" y="15995"/>
                  </a:lnTo>
                  <a:lnTo>
                    <a:pt x="124345" y="16484"/>
                  </a:lnTo>
                  <a:lnTo>
                    <a:pt x="129007" y="15995"/>
                  </a:lnTo>
                  <a:lnTo>
                    <a:pt x="128782" y="13850"/>
                  </a:lnTo>
                  <a:lnTo>
                    <a:pt x="128731" y="13361"/>
                  </a:lnTo>
                  <a:close/>
                </a:path>
                <a:path w="255904" h="29845">
                  <a:moveTo>
                    <a:pt x="170939" y="8900"/>
                  </a:moveTo>
                  <a:lnTo>
                    <a:pt x="165426" y="9474"/>
                  </a:lnTo>
                  <a:lnTo>
                    <a:pt x="165643" y="11555"/>
                  </a:lnTo>
                  <a:lnTo>
                    <a:pt x="165703" y="12129"/>
                  </a:lnTo>
                  <a:lnTo>
                    <a:pt x="171216" y="11555"/>
                  </a:lnTo>
                  <a:lnTo>
                    <a:pt x="170999" y="9474"/>
                  </a:lnTo>
                  <a:lnTo>
                    <a:pt x="170939" y="8900"/>
                  </a:lnTo>
                  <a:close/>
                </a:path>
                <a:path w="255904" h="29845">
                  <a:moveTo>
                    <a:pt x="213146" y="4460"/>
                  </a:moveTo>
                  <a:lnTo>
                    <a:pt x="206804" y="5119"/>
                  </a:lnTo>
                  <a:lnTo>
                    <a:pt x="207011" y="7095"/>
                  </a:lnTo>
                  <a:lnTo>
                    <a:pt x="207081" y="7753"/>
                  </a:lnTo>
                  <a:lnTo>
                    <a:pt x="213423" y="7095"/>
                  </a:lnTo>
                  <a:lnTo>
                    <a:pt x="213215" y="5119"/>
                  </a:lnTo>
                  <a:lnTo>
                    <a:pt x="213146" y="4460"/>
                  </a:lnTo>
                  <a:close/>
                </a:path>
                <a:path w="255904" h="29845">
                  <a:moveTo>
                    <a:pt x="255355" y="0"/>
                  </a:moveTo>
                  <a:lnTo>
                    <a:pt x="248160" y="764"/>
                  </a:lnTo>
                  <a:lnTo>
                    <a:pt x="248357" y="2633"/>
                  </a:lnTo>
                  <a:lnTo>
                    <a:pt x="248437" y="3398"/>
                  </a:lnTo>
                  <a:lnTo>
                    <a:pt x="255631" y="2633"/>
                  </a:lnTo>
                  <a:lnTo>
                    <a:pt x="255435" y="764"/>
                  </a:lnTo>
                  <a:lnTo>
                    <a:pt x="255355" y="0"/>
                  </a:lnTo>
                  <a:close/>
                </a:path>
              </a:pathLst>
            </a:custGeom>
            <a:solidFill>
              <a:srgbClr val="7C8D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6" name="object 1176"/>
            <p:cNvSpPr/>
            <p:nvPr/>
          </p:nvSpPr>
          <p:spPr>
            <a:xfrm>
              <a:off x="8975218" y="7078321"/>
              <a:ext cx="315595" cy="55880"/>
            </a:xfrm>
            <a:custGeom>
              <a:avLst/>
              <a:gdLst/>
              <a:ahLst/>
              <a:cxnLst/>
              <a:rect l="l" t="t" r="r" b="b"/>
              <a:pathLst>
                <a:path w="315595" h="55879">
                  <a:moveTo>
                    <a:pt x="315165" y="0"/>
                  </a:moveTo>
                  <a:lnTo>
                    <a:pt x="288027" y="2846"/>
                  </a:lnTo>
                  <a:lnTo>
                    <a:pt x="287750" y="212"/>
                  </a:lnTo>
                  <a:lnTo>
                    <a:pt x="273829" y="1677"/>
                  </a:lnTo>
                  <a:lnTo>
                    <a:pt x="274106" y="4311"/>
                  </a:lnTo>
                  <a:lnTo>
                    <a:pt x="246670" y="7222"/>
                  </a:lnTo>
                  <a:lnTo>
                    <a:pt x="246393" y="4588"/>
                  </a:lnTo>
                  <a:lnTo>
                    <a:pt x="231621" y="6139"/>
                  </a:lnTo>
                  <a:lnTo>
                    <a:pt x="231898" y="8773"/>
                  </a:lnTo>
                  <a:lnTo>
                    <a:pt x="205313" y="11577"/>
                  </a:lnTo>
                  <a:lnTo>
                    <a:pt x="205016" y="8943"/>
                  </a:lnTo>
                  <a:lnTo>
                    <a:pt x="189414" y="10579"/>
                  </a:lnTo>
                  <a:lnTo>
                    <a:pt x="189691" y="13234"/>
                  </a:lnTo>
                  <a:lnTo>
                    <a:pt x="163956" y="15932"/>
                  </a:lnTo>
                  <a:lnTo>
                    <a:pt x="163658" y="13298"/>
                  </a:lnTo>
                  <a:lnTo>
                    <a:pt x="147205" y="15040"/>
                  </a:lnTo>
                  <a:lnTo>
                    <a:pt x="147482" y="17674"/>
                  </a:lnTo>
                  <a:lnTo>
                    <a:pt x="122579" y="20308"/>
                  </a:lnTo>
                  <a:lnTo>
                    <a:pt x="122302" y="17674"/>
                  </a:lnTo>
                  <a:lnTo>
                    <a:pt x="104998" y="19500"/>
                  </a:lnTo>
                  <a:lnTo>
                    <a:pt x="105295" y="22136"/>
                  </a:lnTo>
                  <a:lnTo>
                    <a:pt x="81222" y="24663"/>
                  </a:lnTo>
                  <a:lnTo>
                    <a:pt x="80945" y="22029"/>
                  </a:lnTo>
                  <a:lnTo>
                    <a:pt x="62790" y="23940"/>
                  </a:lnTo>
                  <a:lnTo>
                    <a:pt x="63088" y="26576"/>
                  </a:lnTo>
                  <a:lnTo>
                    <a:pt x="39866" y="29039"/>
                  </a:lnTo>
                  <a:lnTo>
                    <a:pt x="39589" y="26384"/>
                  </a:lnTo>
                  <a:lnTo>
                    <a:pt x="20603" y="28402"/>
                  </a:lnTo>
                  <a:lnTo>
                    <a:pt x="20880" y="31036"/>
                  </a:lnTo>
                  <a:lnTo>
                    <a:pt x="0" y="33246"/>
                  </a:lnTo>
                  <a:lnTo>
                    <a:pt x="0" y="55297"/>
                  </a:lnTo>
                  <a:lnTo>
                    <a:pt x="315165" y="22051"/>
                  </a:lnTo>
                  <a:lnTo>
                    <a:pt x="315165" y="0"/>
                  </a:lnTo>
                  <a:close/>
                </a:path>
              </a:pathLst>
            </a:custGeom>
            <a:solidFill>
              <a:srgbClr val="7173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7" name="object 1177"/>
            <p:cNvSpPr/>
            <p:nvPr/>
          </p:nvSpPr>
          <p:spPr>
            <a:xfrm>
              <a:off x="9014808" y="7077768"/>
              <a:ext cx="255904" cy="29845"/>
            </a:xfrm>
            <a:custGeom>
              <a:avLst/>
              <a:gdLst/>
              <a:ahLst/>
              <a:cxnLst/>
              <a:rect l="l" t="t" r="r" b="b"/>
              <a:pathLst>
                <a:path w="255904" h="29845">
                  <a:moveTo>
                    <a:pt x="2129" y="26936"/>
                  </a:moveTo>
                  <a:lnTo>
                    <a:pt x="0" y="26936"/>
                  </a:lnTo>
                  <a:lnTo>
                    <a:pt x="252" y="29358"/>
                  </a:lnTo>
                  <a:lnTo>
                    <a:pt x="2383" y="29358"/>
                  </a:lnTo>
                  <a:lnTo>
                    <a:pt x="2129" y="26936"/>
                  </a:lnTo>
                  <a:close/>
                </a:path>
                <a:path w="255904" h="29845">
                  <a:moveTo>
                    <a:pt x="2129" y="26936"/>
                  </a:moveTo>
                  <a:lnTo>
                    <a:pt x="2106" y="26724"/>
                  </a:lnTo>
                  <a:lnTo>
                    <a:pt x="2383" y="29358"/>
                  </a:lnTo>
                  <a:lnTo>
                    <a:pt x="2129" y="26936"/>
                  </a:lnTo>
                  <a:close/>
                </a:path>
                <a:path w="255904" h="29845">
                  <a:moveTo>
                    <a:pt x="44315" y="22263"/>
                  </a:moveTo>
                  <a:lnTo>
                    <a:pt x="41356" y="22581"/>
                  </a:lnTo>
                  <a:lnTo>
                    <a:pt x="41539" y="24324"/>
                  </a:lnTo>
                  <a:lnTo>
                    <a:pt x="41633" y="25215"/>
                  </a:lnTo>
                  <a:lnTo>
                    <a:pt x="44591" y="24904"/>
                  </a:lnTo>
                  <a:lnTo>
                    <a:pt x="44348" y="22581"/>
                  </a:lnTo>
                  <a:lnTo>
                    <a:pt x="44315" y="22263"/>
                  </a:lnTo>
                  <a:close/>
                </a:path>
                <a:path w="255904" h="29845">
                  <a:moveTo>
                    <a:pt x="86522" y="17823"/>
                  </a:moveTo>
                  <a:lnTo>
                    <a:pt x="82712" y="18227"/>
                  </a:lnTo>
                  <a:lnTo>
                    <a:pt x="82946" y="20457"/>
                  </a:lnTo>
                  <a:lnTo>
                    <a:pt x="82989" y="20861"/>
                  </a:lnTo>
                  <a:lnTo>
                    <a:pt x="86799" y="20457"/>
                  </a:lnTo>
                  <a:lnTo>
                    <a:pt x="86565" y="18227"/>
                  </a:lnTo>
                  <a:lnTo>
                    <a:pt x="86522" y="17823"/>
                  </a:lnTo>
                  <a:close/>
                </a:path>
                <a:path w="255904" h="29845">
                  <a:moveTo>
                    <a:pt x="128731" y="13361"/>
                  </a:moveTo>
                  <a:lnTo>
                    <a:pt x="124068" y="13850"/>
                  </a:lnTo>
                  <a:lnTo>
                    <a:pt x="124311" y="15995"/>
                  </a:lnTo>
                  <a:lnTo>
                    <a:pt x="124367" y="16484"/>
                  </a:lnTo>
                  <a:lnTo>
                    <a:pt x="129007" y="15995"/>
                  </a:lnTo>
                  <a:lnTo>
                    <a:pt x="128782" y="13850"/>
                  </a:lnTo>
                  <a:lnTo>
                    <a:pt x="128731" y="13361"/>
                  </a:lnTo>
                  <a:close/>
                </a:path>
                <a:path w="255904" h="29845">
                  <a:moveTo>
                    <a:pt x="170939" y="8921"/>
                  </a:moveTo>
                  <a:lnTo>
                    <a:pt x="165426" y="9495"/>
                  </a:lnTo>
                  <a:lnTo>
                    <a:pt x="165658" y="11555"/>
                  </a:lnTo>
                  <a:lnTo>
                    <a:pt x="165723" y="12129"/>
                  </a:lnTo>
                  <a:lnTo>
                    <a:pt x="171215" y="11555"/>
                  </a:lnTo>
                  <a:lnTo>
                    <a:pt x="170999" y="9495"/>
                  </a:lnTo>
                  <a:lnTo>
                    <a:pt x="170939" y="8921"/>
                  </a:lnTo>
                  <a:close/>
                </a:path>
                <a:path w="255904" h="29845">
                  <a:moveTo>
                    <a:pt x="213146" y="4461"/>
                  </a:moveTo>
                  <a:lnTo>
                    <a:pt x="206804" y="5140"/>
                  </a:lnTo>
                  <a:lnTo>
                    <a:pt x="207009" y="7095"/>
                  </a:lnTo>
                  <a:lnTo>
                    <a:pt x="207081" y="7774"/>
                  </a:lnTo>
                  <a:lnTo>
                    <a:pt x="213423" y="7095"/>
                  </a:lnTo>
                  <a:lnTo>
                    <a:pt x="213218" y="5140"/>
                  </a:lnTo>
                  <a:lnTo>
                    <a:pt x="213146" y="4461"/>
                  </a:lnTo>
                  <a:close/>
                </a:path>
                <a:path w="255904" h="29845">
                  <a:moveTo>
                    <a:pt x="255355" y="0"/>
                  </a:moveTo>
                  <a:lnTo>
                    <a:pt x="248160" y="764"/>
                  </a:lnTo>
                  <a:lnTo>
                    <a:pt x="248359" y="2655"/>
                  </a:lnTo>
                  <a:lnTo>
                    <a:pt x="248437" y="3398"/>
                  </a:lnTo>
                  <a:lnTo>
                    <a:pt x="255531" y="2655"/>
                  </a:lnTo>
                  <a:lnTo>
                    <a:pt x="255434" y="764"/>
                  </a:lnTo>
                  <a:lnTo>
                    <a:pt x="255355" y="0"/>
                  </a:lnTo>
                  <a:close/>
                </a:path>
              </a:pathLst>
            </a:custGeom>
            <a:solidFill>
              <a:srgbClr val="7678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8" name="object 1178"/>
            <p:cNvSpPr/>
            <p:nvPr/>
          </p:nvSpPr>
          <p:spPr>
            <a:xfrm>
              <a:off x="8993841" y="7104067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1703" y="191"/>
                  </a:moveTo>
                  <a:lnTo>
                    <a:pt x="0" y="191"/>
                  </a:lnTo>
                  <a:lnTo>
                    <a:pt x="258" y="2655"/>
                  </a:lnTo>
                  <a:lnTo>
                    <a:pt x="1979" y="2655"/>
                  </a:lnTo>
                  <a:lnTo>
                    <a:pt x="1703" y="191"/>
                  </a:lnTo>
                  <a:close/>
                </a:path>
                <a:path w="2540" h="3175">
                  <a:moveTo>
                    <a:pt x="1703" y="191"/>
                  </a:moveTo>
                  <a:lnTo>
                    <a:pt x="1681" y="0"/>
                  </a:lnTo>
                  <a:lnTo>
                    <a:pt x="1979" y="2655"/>
                  </a:lnTo>
                  <a:lnTo>
                    <a:pt x="1703" y="191"/>
                  </a:lnTo>
                  <a:close/>
                </a:path>
              </a:pathLst>
            </a:custGeom>
            <a:solidFill>
              <a:srgbClr val="7C8D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9" name="object 1179"/>
            <p:cNvSpPr/>
            <p:nvPr/>
          </p:nvSpPr>
          <p:spPr>
            <a:xfrm>
              <a:off x="8981497" y="7106723"/>
              <a:ext cx="14604" cy="4445"/>
            </a:xfrm>
            <a:custGeom>
              <a:avLst/>
              <a:gdLst/>
              <a:ahLst/>
              <a:cxnLst/>
              <a:rect l="l" t="t" r="r" b="b"/>
              <a:pathLst>
                <a:path w="14604" h="4445">
                  <a:moveTo>
                    <a:pt x="14324" y="0"/>
                  </a:moveTo>
                  <a:lnTo>
                    <a:pt x="12621" y="170"/>
                  </a:lnTo>
                  <a:lnTo>
                    <a:pt x="12898" y="2804"/>
                  </a:lnTo>
                  <a:lnTo>
                    <a:pt x="0" y="4164"/>
                  </a:lnTo>
                  <a:lnTo>
                    <a:pt x="14601" y="2633"/>
                  </a:lnTo>
                  <a:lnTo>
                    <a:pt x="14324" y="0"/>
                  </a:lnTo>
                  <a:close/>
                </a:path>
              </a:pathLst>
            </a:custGeom>
            <a:solidFill>
              <a:srgbClr val="757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0" name="object 1180"/>
            <p:cNvSpPr/>
            <p:nvPr/>
          </p:nvSpPr>
          <p:spPr>
            <a:xfrm>
              <a:off x="8975218" y="7104259"/>
              <a:ext cx="19685" cy="7620"/>
            </a:xfrm>
            <a:custGeom>
              <a:avLst/>
              <a:gdLst/>
              <a:ahLst/>
              <a:cxnLst/>
              <a:rect l="l" t="t" r="r" b="b"/>
              <a:pathLst>
                <a:path w="19684" h="7620">
                  <a:moveTo>
                    <a:pt x="18623" y="0"/>
                  </a:moveTo>
                  <a:lnTo>
                    <a:pt x="0" y="1954"/>
                  </a:lnTo>
                  <a:lnTo>
                    <a:pt x="0" y="7307"/>
                  </a:lnTo>
                  <a:lnTo>
                    <a:pt x="19176" y="5267"/>
                  </a:lnTo>
                  <a:lnTo>
                    <a:pt x="18623" y="0"/>
                  </a:lnTo>
                  <a:close/>
                </a:path>
              </a:pathLst>
            </a:custGeom>
            <a:solidFill>
              <a:srgbClr val="7B7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1" name="object 1181"/>
            <p:cNvSpPr/>
            <p:nvPr/>
          </p:nvSpPr>
          <p:spPr>
            <a:xfrm>
              <a:off x="9035199" y="709962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2532" y="0"/>
                  </a:moveTo>
                  <a:lnTo>
                    <a:pt x="0" y="255"/>
                  </a:lnTo>
                  <a:lnTo>
                    <a:pt x="275" y="2910"/>
                  </a:lnTo>
                  <a:lnTo>
                    <a:pt x="2809" y="2633"/>
                  </a:lnTo>
                  <a:lnTo>
                    <a:pt x="2532" y="0"/>
                  </a:lnTo>
                  <a:close/>
                </a:path>
              </a:pathLst>
            </a:custGeom>
            <a:solidFill>
              <a:srgbClr val="7C8D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2" name="object 1182"/>
            <p:cNvSpPr/>
            <p:nvPr/>
          </p:nvSpPr>
          <p:spPr>
            <a:xfrm>
              <a:off x="9017191" y="7102261"/>
              <a:ext cx="21590" cy="5080"/>
            </a:xfrm>
            <a:custGeom>
              <a:avLst/>
              <a:gdLst/>
              <a:ahLst/>
              <a:cxnLst/>
              <a:rect l="l" t="t" r="r" b="b"/>
              <a:pathLst>
                <a:path w="21590" h="5079">
                  <a:moveTo>
                    <a:pt x="20816" y="0"/>
                  </a:moveTo>
                  <a:lnTo>
                    <a:pt x="18282" y="276"/>
                  </a:lnTo>
                  <a:lnTo>
                    <a:pt x="18581" y="2910"/>
                  </a:lnTo>
                  <a:lnTo>
                    <a:pt x="0" y="4865"/>
                  </a:lnTo>
                  <a:lnTo>
                    <a:pt x="21115" y="2635"/>
                  </a:lnTo>
                  <a:lnTo>
                    <a:pt x="20816" y="0"/>
                  </a:lnTo>
                  <a:close/>
                </a:path>
              </a:pathLst>
            </a:custGeom>
            <a:solidFill>
              <a:srgbClr val="757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3" name="object 1183"/>
            <p:cNvSpPr/>
            <p:nvPr/>
          </p:nvSpPr>
          <p:spPr>
            <a:xfrm>
              <a:off x="9016637" y="7099883"/>
              <a:ext cx="19685" cy="7620"/>
            </a:xfrm>
            <a:custGeom>
              <a:avLst/>
              <a:gdLst/>
              <a:ahLst/>
              <a:cxnLst/>
              <a:rect l="l" t="t" r="r" b="b"/>
              <a:pathLst>
                <a:path w="19684" h="7620">
                  <a:moveTo>
                    <a:pt x="18561" y="0"/>
                  </a:moveTo>
                  <a:lnTo>
                    <a:pt x="0" y="1976"/>
                  </a:lnTo>
                  <a:lnTo>
                    <a:pt x="553" y="7244"/>
                  </a:lnTo>
                  <a:lnTo>
                    <a:pt x="19135" y="5289"/>
                  </a:lnTo>
                  <a:lnTo>
                    <a:pt x="18561" y="0"/>
                  </a:lnTo>
                  <a:close/>
                </a:path>
              </a:pathLst>
            </a:custGeom>
            <a:solidFill>
              <a:srgbClr val="7B7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4" name="object 1184"/>
            <p:cNvSpPr/>
            <p:nvPr/>
          </p:nvSpPr>
          <p:spPr>
            <a:xfrm>
              <a:off x="9076555" y="7095166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3384" y="0"/>
                  </a:moveTo>
                  <a:lnTo>
                    <a:pt x="0" y="361"/>
                  </a:lnTo>
                  <a:lnTo>
                    <a:pt x="297" y="2995"/>
                  </a:lnTo>
                  <a:lnTo>
                    <a:pt x="3661" y="2655"/>
                  </a:lnTo>
                  <a:lnTo>
                    <a:pt x="3384" y="0"/>
                  </a:lnTo>
                  <a:close/>
                </a:path>
              </a:pathLst>
            </a:custGeom>
            <a:solidFill>
              <a:srgbClr val="7C8D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5" name="object 1185"/>
            <p:cNvSpPr/>
            <p:nvPr/>
          </p:nvSpPr>
          <p:spPr>
            <a:xfrm>
              <a:off x="9064912" y="7097821"/>
              <a:ext cx="15875" cy="4445"/>
            </a:xfrm>
            <a:custGeom>
              <a:avLst/>
              <a:gdLst/>
              <a:ahLst/>
              <a:cxnLst/>
              <a:rect l="l" t="t" r="r" b="b"/>
              <a:pathLst>
                <a:path w="15875" h="4445">
                  <a:moveTo>
                    <a:pt x="15304" y="0"/>
                  </a:moveTo>
                  <a:lnTo>
                    <a:pt x="11940" y="340"/>
                  </a:lnTo>
                  <a:lnTo>
                    <a:pt x="12217" y="2974"/>
                  </a:lnTo>
                  <a:lnTo>
                    <a:pt x="0" y="4271"/>
                  </a:lnTo>
                  <a:lnTo>
                    <a:pt x="15601" y="2635"/>
                  </a:lnTo>
                  <a:lnTo>
                    <a:pt x="15304" y="0"/>
                  </a:lnTo>
                  <a:close/>
                </a:path>
              </a:pathLst>
            </a:custGeom>
            <a:solidFill>
              <a:srgbClr val="757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6" name="object 1186"/>
            <p:cNvSpPr/>
            <p:nvPr/>
          </p:nvSpPr>
          <p:spPr>
            <a:xfrm>
              <a:off x="9058846" y="7095528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5" h="7620">
                  <a:moveTo>
                    <a:pt x="17708" y="0"/>
                  </a:moveTo>
                  <a:lnTo>
                    <a:pt x="0" y="1869"/>
                  </a:lnTo>
                  <a:lnTo>
                    <a:pt x="552" y="7137"/>
                  </a:lnTo>
                  <a:lnTo>
                    <a:pt x="18282" y="5267"/>
                  </a:lnTo>
                  <a:lnTo>
                    <a:pt x="17708" y="0"/>
                  </a:lnTo>
                  <a:close/>
                </a:path>
              </a:pathLst>
            </a:custGeom>
            <a:solidFill>
              <a:srgbClr val="7B7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7" name="object 1187"/>
            <p:cNvSpPr/>
            <p:nvPr/>
          </p:nvSpPr>
          <p:spPr>
            <a:xfrm>
              <a:off x="9117933" y="7090726"/>
              <a:ext cx="5080" cy="3175"/>
            </a:xfrm>
            <a:custGeom>
              <a:avLst/>
              <a:gdLst/>
              <a:ahLst/>
              <a:cxnLst/>
              <a:rect l="l" t="t" r="r" b="b"/>
              <a:pathLst>
                <a:path w="5079" h="3175">
                  <a:moveTo>
                    <a:pt x="4213" y="0"/>
                  </a:moveTo>
                  <a:lnTo>
                    <a:pt x="0" y="447"/>
                  </a:lnTo>
                  <a:lnTo>
                    <a:pt x="276" y="3081"/>
                  </a:lnTo>
                  <a:lnTo>
                    <a:pt x="4490" y="2635"/>
                  </a:lnTo>
                  <a:lnTo>
                    <a:pt x="4213" y="0"/>
                  </a:lnTo>
                  <a:close/>
                </a:path>
              </a:pathLst>
            </a:custGeom>
            <a:solidFill>
              <a:srgbClr val="7C8D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8" name="object 1188"/>
            <p:cNvSpPr/>
            <p:nvPr/>
          </p:nvSpPr>
          <p:spPr>
            <a:xfrm>
              <a:off x="9101607" y="7093361"/>
              <a:ext cx="21590" cy="5080"/>
            </a:xfrm>
            <a:custGeom>
              <a:avLst/>
              <a:gdLst/>
              <a:ahLst/>
              <a:cxnLst/>
              <a:rect l="l" t="t" r="r" b="b"/>
              <a:pathLst>
                <a:path w="21590" h="5079">
                  <a:moveTo>
                    <a:pt x="20816" y="0"/>
                  </a:moveTo>
                  <a:lnTo>
                    <a:pt x="16602" y="445"/>
                  </a:lnTo>
                  <a:lnTo>
                    <a:pt x="16879" y="3079"/>
                  </a:lnTo>
                  <a:lnTo>
                    <a:pt x="0" y="4864"/>
                  </a:lnTo>
                  <a:lnTo>
                    <a:pt x="21093" y="2633"/>
                  </a:lnTo>
                  <a:lnTo>
                    <a:pt x="20816" y="0"/>
                  </a:lnTo>
                  <a:close/>
                </a:path>
              </a:pathLst>
            </a:custGeom>
            <a:solidFill>
              <a:srgbClr val="757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9" name="object 1189"/>
            <p:cNvSpPr/>
            <p:nvPr/>
          </p:nvSpPr>
          <p:spPr>
            <a:xfrm>
              <a:off x="9101053" y="7091173"/>
              <a:ext cx="17780" cy="7620"/>
            </a:xfrm>
            <a:custGeom>
              <a:avLst/>
              <a:gdLst/>
              <a:ahLst/>
              <a:cxnLst/>
              <a:rect l="l" t="t" r="r" b="b"/>
              <a:pathLst>
                <a:path w="17779" h="7620">
                  <a:moveTo>
                    <a:pt x="16879" y="0"/>
                  </a:moveTo>
                  <a:lnTo>
                    <a:pt x="0" y="1762"/>
                  </a:lnTo>
                  <a:lnTo>
                    <a:pt x="553" y="7052"/>
                  </a:lnTo>
                  <a:lnTo>
                    <a:pt x="17433" y="5267"/>
                  </a:lnTo>
                  <a:lnTo>
                    <a:pt x="16879" y="0"/>
                  </a:lnTo>
                  <a:close/>
                </a:path>
              </a:pathLst>
            </a:custGeom>
            <a:solidFill>
              <a:srgbClr val="7B7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0" name="object 1190"/>
            <p:cNvSpPr/>
            <p:nvPr/>
          </p:nvSpPr>
          <p:spPr>
            <a:xfrm>
              <a:off x="9159290" y="7086266"/>
              <a:ext cx="5715" cy="3810"/>
            </a:xfrm>
            <a:custGeom>
              <a:avLst/>
              <a:gdLst/>
              <a:ahLst/>
              <a:cxnLst/>
              <a:rect l="l" t="t" r="r" b="b"/>
              <a:pathLst>
                <a:path w="5715" h="3809">
                  <a:moveTo>
                    <a:pt x="5065" y="0"/>
                  </a:moveTo>
                  <a:lnTo>
                    <a:pt x="0" y="535"/>
                  </a:lnTo>
                  <a:lnTo>
                    <a:pt x="158" y="2059"/>
                  </a:lnTo>
                  <a:lnTo>
                    <a:pt x="276" y="3186"/>
                  </a:lnTo>
                  <a:lnTo>
                    <a:pt x="5342" y="2633"/>
                  </a:lnTo>
                  <a:lnTo>
                    <a:pt x="5121" y="535"/>
                  </a:lnTo>
                  <a:lnTo>
                    <a:pt x="5065" y="0"/>
                  </a:lnTo>
                  <a:close/>
                </a:path>
              </a:pathLst>
            </a:custGeom>
            <a:solidFill>
              <a:srgbClr val="7C8D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1" name="object 1191"/>
            <p:cNvSpPr/>
            <p:nvPr/>
          </p:nvSpPr>
          <p:spPr>
            <a:xfrm>
              <a:off x="9143815" y="7088900"/>
              <a:ext cx="21590" cy="5080"/>
            </a:xfrm>
            <a:custGeom>
              <a:avLst/>
              <a:gdLst/>
              <a:ahLst/>
              <a:cxnLst/>
              <a:rect l="l" t="t" r="r" b="b"/>
              <a:pathLst>
                <a:path w="21590" h="5079">
                  <a:moveTo>
                    <a:pt x="20816" y="0"/>
                  </a:moveTo>
                  <a:lnTo>
                    <a:pt x="15750" y="552"/>
                  </a:lnTo>
                  <a:lnTo>
                    <a:pt x="16027" y="3186"/>
                  </a:lnTo>
                  <a:lnTo>
                    <a:pt x="0" y="4864"/>
                  </a:lnTo>
                  <a:lnTo>
                    <a:pt x="21093" y="2655"/>
                  </a:lnTo>
                  <a:lnTo>
                    <a:pt x="20816" y="0"/>
                  </a:lnTo>
                  <a:close/>
                </a:path>
              </a:pathLst>
            </a:custGeom>
            <a:solidFill>
              <a:srgbClr val="757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2" name="object 1192"/>
            <p:cNvSpPr/>
            <p:nvPr/>
          </p:nvSpPr>
          <p:spPr>
            <a:xfrm>
              <a:off x="9143262" y="7086796"/>
              <a:ext cx="17145" cy="6985"/>
            </a:xfrm>
            <a:custGeom>
              <a:avLst/>
              <a:gdLst/>
              <a:ahLst/>
              <a:cxnLst/>
              <a:rect l="l" t="t" r="r" b="b"/>
              <a:pathLst>
                <a:path w="17145" h="6984">
                  <a:moveTo>
                    <a:pt x="16027" y="0"/>
                  </a:moveTo>
                  <a:lnTo>
                    <a:pt x="0" y="1699"/>
                  </a:lnTo>
                  <a:lnTo>
                    <a:pt x="553" y="6967"/>
                  </a:lnTo>
                  <a:lnTo>
                    <a:pt x="16581" y="5289"/>
                  </a:lnTo>
                  <a:lnTo>
                    <a:pt x="16027" y="0"/>
                  </a:lnTo>
                  <a:close/>
                </a:path>
              </a:pathLst>
            </a:custGeom>
            <a:solidFill>
              <a:srgbClr val="7B7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3" name="object 1193"/>
            <p:cNvSpPr/>
            <p:nvPr/>
          </p:nvSpPr>
          <p:spPr>
            <a:xfrm>
              <a:off x="9200645" y="7081804"/>
              <a:ext cx="6350" cy="3810"/>
            </a:xfrm>
            <a:custGeom>
              <a:avLst/>
              <a:gdLst/>
              <a:ahLst/>
              <a:cxnLst/>
              <a:rect l="l" t="t" r="r" b="b"/>
              <a:pathLst>
                <a:path w="6350" h="3809">
                  <a:moveTo>
                    <a:pt x="5918" y="0"/>
                  </a:moveTo>
                  <a:lnTo>
                    <a:pt x="0" y="637"/>
                  </a:lnTo>
                  <a:lnTo>
                    <a:pt x="276" y="3271"/>
                  </a:lnTo>
                  <a:lnTo>
                    <a:pt x="6193" y="2655"/>
                  </a:lnTo>
                  <a:lnTo>
                    <a:pt x="5918" y="0"/>
                  </a:lnTo>
                  <a:close/>
                </a:path>
              </a:pathLst>
            </a:custGeom>
            <a:solidFill>
              <a:srgbClr val="7C8D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4" name="object 1194"/>
            <p:cNvSpPr/>
            <p:nvPr/>
          </p:nvSpPr>
          <p:spPr>
            <a:xfrm>
              <a:off x="9186022" y="7084460"/>
              <a:ext cx="21590" cy="5080"/>
            </a:xfrm>
            <a:custGeom>
              <a:avLst/>
              <a:gdLst/>
              <a:ahLst/>
              <a:cxnLst/>
              <a:rect l="l" t="t" r="r" b="b"/>
              <a:pathLst>
                <a:path w="21590" h="5079">
                  <a:moveTo>
                    <a:pt x="20816" y="0"/>
                  </a:moveTo>
                  <a:lnTo>
                    <a:pt x="14899" y="615"/>
                  </a:lnTo>
                  <a:lnTo>
                    <a:pt x="15176" y="3249"/>
                  </a:lnTo>
                  <a:lnTo>
                    <a:pt x="0" y="4864"/>
                  </a:lnTo>
                  <a:lnTo>
                    <a:pt x="21093" y="2633"/>
                  </a:lnTo>
                  <a:lnTo>
                    <a:pt x="20816" y="0"/>
                  </a:lnTo>
                  <a:close/>
                </a:path>
              </a:pathLst>
            </a:custGeom>
            <a:solidFill>
              <a:srgbClr val="757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5" name="object 1195"/>
            <p:cNvSpPr/>
            <p:nvPr/>
          </p:nvSpPr>
          <p:spPr>
            <a:xfrm>
              <a:off x="9185470" y="7082442"/>
              <a:ext cx="15875" cy="6985"/>
            </a:xfrm>
            <a:custGeom>
              <a:avLst/>
              <a:gdLst/>
              <a:ahLst/>
              <a:cxnLst/>
              <a:rect l="l" t="t" r="r" b="b"/>
              <a:pathLst>
                <a:path w="15875" h="6984">
                  <a:moveTo>
                    <a:pt x="15175" y="0"/>
                  </a:moveTo>
                  <a:lnTo>
                    <a:pt x="0" y="1592"/>
                  </a:lnTo>
                  <a:lnTo>
                    <a:pt x="552" y="6882"/>
                  </a:lnTo>
                  <a:lnTo>
                    <a:pt x="15728" y="5267"/>
                  </a:lnTo>
                  <a:lnTo>
                    <a:pt x="15175" y="0"/>
                  </a:lnTo>
                  <a:close/>
                </a:path>
              </a:pathLst>
            </a:custGeom>
            <a:solidFill>
              <a:srgbClr val="7B7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6" name="object 1196"/>
            <p:cNvSpPr/>
            <p:nvPr/>
          </p:nvSpPr>
          <p:spPr>
            <a:xfrm>
              <a:off x="9242003" y="7077364"/>
              <a:ext cx="7620" cy="3810"/>
            </a:xfrm>
            <a:custGeom>
              <a:avLst/>
              <a:gdLst/>
              <a:ahLst/>
              <a:cxnLst/>
              <a:rect l="l" t="t" r="r" b="b"/>
              <a:pathLst>
                <a:path w="7620" h="3809">
                  <a:moveTo>
                    <a:pt x="6767" y="0"/>
                  </a:moveTo>
                  <a:lnTo>
                    <a:pt x="0" y="701"/>
                  </a:lnTo>
                  <a:lnTo>
                    <a:pt x="275" y="3356"/>
                  </a:lnTo>
                  <a:lnTo>
                    <a:pt x="7044" y="2633"/>
                  </a:lnTo>
                  <a:lnTo>
                    <a:pt x="6767" y="0"/>
                  </a:lnTo>
                  <a:close/>
                </a:path>
              </a:pathLst>
            </a:custGeom>
            <a:solidFill>
              <a:srgbClr val="7C8D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7" name="object 1197"/>
            <p:cNvSpPr/>
            <p:nvPr/>
          </p:nvSpPr>
          <p:spPr>
            <a:xfrm>
              <a:off x="9228231" y="7079998"/>
              <a:ext cx="21590" cy="5080"/>
            </a:xfrm>
            <a:custGeom>
              <a:avLst/>
              <a:gdLst/>
              <a:ahLst/>
              <a:cxnLst/>
              <a:rect l="l" t="t" r="r" b="b"/>
              <a:pathLst>
                <a:path w="21590" h="5079">
                  <a:moveTo>
                    <a:pt x="20816" y="0"/>
                  </a:moveTo>
                  <a:lnTo>
                    <a:pt x="14047" y="722"/>
                  </a:lnTo>
                  <a:lnTo>
                    <a:pt x="14324" y="3356"/>
                  </a:lnTo>
                  <a:lnTo>
                    <a:pt x="0" y="4865"/>
                  </a:lnTo>
                  <a:lnTo>
                    <a:pt x="21093" y="2633"/>
                  </a:lnTo>
                  <a:lnTo>
                    <a:pt x="20816" y="0"/>
                  </a:lnTo>
                  <a:close/>
                </a:path>
              </a:pathLst>
            </a:custGeom>
            <a:solidFill>
              <a:srgbClr val="757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8" name="object 1198"/>
            <p:cNvSpPr/>
            <p:nvPr/>
          </p:nvSpPr>
          <p:spPr>
            <a:xfrm>
              <a:off x="9227677" y="7078065"/>
              <a:ext cx="15240" cy="6985"/>
            </a:xfrm>
            <a:custGeom>
              <a:avLst/>
              <a:gdLst/>
              <a:ahLst/>
              <a:cxnLst/>
              <a:rect l="l" t="t" r="r" b="b"/>
              <a:pathLst>
                <a:path w="15240" h="6984">
                  <a:moveTo>
                    <a:pt x="14325" y="0"/>
                  </a:moveTo>
                  <a:lnTo>
                    <a:pt x="0" y="1529"/>
                  </a:lnTo>
                  <a:lnTo>
                    <a:pt x="553" y="6798"/>
                  </a:lnTo>
                  <a:lnTo>
                    <a:pt x="14878" y="5289"/>
                  </a:lnTo>
                  <a:lnTo>
                    <a:pt x="14325" y="0"/>
                  </a:lnTo>
                  <a:close/>
                </a:path>
              </a:pathLst>
            </a:custGeom>
            <a:solidFill>
              <a:srgbClr val="7B7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9" name="object 1199"/>
            <p:cNvSpPr/>
            <p:nvPr/>
          </p:nvSpPr>
          <p:spPr>
            <a:xfrm>
              <a:off x="9269886" y="7072966"/>
              <a:ext cx="20955" cy="3810"/>
            </a:xfrm>
            <a:custGeom>
              <a:avLst/>
              <a:gdLst/>
              <a:ahLst/>
              <a:cxnLst/>
              <a:rect l="l" t="t" r="r" b="b"/>
              <a:pathLst>
                <a:path w="20954" h="3809">
                  <a:moveTo>
                    <a:pt x="20497" y="0"/>
                  </a:moveTo>
                  <a:lnTo>
                    <a:pt x="0" y="2167"/>
                  </a:lnTo>
                  <a:lnTo>
                    <a:pt x="13473" y="744"/>
                  </a:lnTo>
                  <a:lnTo>
                    <a:pt x="13750" y="3399"/>
                  </a:lnTo>
                  <a:lnTo>
                    <a:pt x="20497" y="2677"/>
                  </a:lnTo>
                  <a:lnTo>
                    <a:pt x="20497" y="0"/>
                  </a:lnTo>
                  <a:close/>
                </a:path>
              </a:pathLst>
            </a:custGeom>
            <a:solidFill>
              <a:srgbClr val="7C8D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0" name="object 1200"/>
            <p:cNvSpPr/>
            <p:nvPr/>
          </p:nvSpPr>
          <p:spPr>
            <a:xfrm>
              <a:off x="9283636" y="7075643"/>
              <a:ext cx="6985" cy="3810"/>
            </a:xfrm>
            <a:custGeom>
              <a:avLst/>
              <a:gdLst/>
              <a:ahLst/>
              <a:cxnLst/>
              <a:rect l="l" t="t" r="r" b="b"/>
              <a:pathLst>
                <a:path w="6984" h="3809">
                  <a:moveTo>
                    <a:pt x="6747" y="0"/>
                  </a:moveTo>
                  <a:lnTo>
                    <a:pt x="0" y="722"/>
                  </a:lnTo>
                  <a:lnTo>
                    <a:pt x="297" y="3356"/>
                  </a:lnTo>
                  <a:lnTo>
                    <a:pt x="6747" y="2677"/>
                  </a:lnTo>
                  <a:lnTo>
                    <a:pt x="6747" y="0"/>
                  </a:lnTo>
                  <a:close/>
                </a:path>
              </a:pathLst>
            </a:custGeom>
            <a:solidFill>
              <a:srgbClr val="757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1" name="object 1201"/>
            <p:cNvSpPr/>
            <p:nvPr/>
          </p:nvSpPr>
          <p:spPr>
            <a:xfrm>
              <a:off x="9269886" y="7073710"/>
              <a:ext cx="14604" cy="6985"/>
            </a:xfrm>
            <a:custGeom>
              <a:avLst/>
              <a:gdLst/>
              <a:ahLst/>
              <a:cxnLst/>
              <a:rect l="l" t="t" r="r" b="b"/>
              <a:pathLst>
                <a:path w="14604" h="6984">
                  <a:moveTo>
                    <a:pt x="13473" y="0"/>
                  </a:moveTo>
                  <a:lnTo>
                    <a:pt x="0" y="1423"/>
                  </a:lnTo>
                  <a:lnTo>
                    <a:pt x="553" y="6713"/>
                  </a:lnTo>
                  <a:lnTo>
                    <a:pt x="14047" y="5289"/>
                  </a:lnTo>
                  <a:lnTo>
                    <a:pt x="13473" y="0"/>
                  </a:lnTo>
                  <a:close/>
                </a:path>
              </a:pathLst>
            </a:custGeom>
            <a:solidFill>
              <a:srgbClr val="7B7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2" name="object 1202"/>
            <p:cNvSpPr/>
            <p:nvPr/>
          </p:nvSpPr>
          <p:spPr>
            <a:xfrm>
              <a:off x="9290299" y="6860000"/>
              <a:ext cx="635" cy="213360"/>
            </a:xfrm>
            <a:custGeom>
              <a:avLst/>
              <a:gdLst/>
              <a:ahLst/>
              <a:cxnLst/>
              <a:rect l="l" t="t" r="r" b="b"/>
              <a:pathLst>
                <a:path w="634" h="213359">
                  <a:moveTo>
                    <a:pt x="0" y="0"/>
                  </a:moveTo>
                  <a:lnTo>
                    <a:pt x="85" y="2129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3" name="object 1203"/>
            <p:cNvSpPr/>
            <p:nvPr/>
          </p:nvSpPr>
          <p:spPr>
            <a:xfrm>
              <a:off x="9290383" y="7072966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0"/>
                  </a:moveTo>
                  <a:lnTo>
                    <a:pt x="0" y="2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87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4" name="object 1204"/>
            <p:cNvSpPr/>
            <p:nvPr/>
          </p:nvSpPr>
          <p:spPr>
            <a:xfrm>
              <a:off x="9290383" y="7075643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0"/>
                  </a:moveTo>
                  <a:lnTo>
                    <a:pt x="0" y="2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71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5" name="object 1205"/>
            <p:cNvSpPr/>
            <p:nvPr/>
          </p:nvSpPr>
          <p:spPr>
            <a:xfrm>
              <a:off x="9295619" y="6837035"/>
              <a:ext cx="212725" cy="424815"/>
            </a:xfrm>
            <a:custGeom>
              <a:avLst/>
              <a:gdLst/>
              <a:ahLst/>
              <a:cxnLst/>
              <a:rect l="l" t="t" r="r" b="b"/>
              <a:pathLst>
                <a:path w="212725" h="424815">
                  <a:moveTo>
                    <a:pt x="175218" y="371382"/>
                  </a:moveTo>
                  <a:lnTo>
                    <a:pt x="154550" y="373569"/>
                  </a:lnTo>
                  <a:lnTo>
                    <a:pt x="154762" y="375588"/>
                  </a:lnTo>
                  <a:lnTo>
                    <a:pt x="154826" y="376204"/>
                  </a:lnTo>
                  <a:lnTo>
                    <a:pt x="149505" y="376777"/>
                  </a:lnTo>
                  <a:lnTo>
                    <a:pt x="212657" y="424257"/>
                  </a:lnTo>
                  <a:lnTo>
                    <a:pt x="212646" y="375588"/>
                  </a:lnTo>
                  <a:lnTo>
                    <a:pt x="188457" y="375588"/>
                  </a:lnTo>
                  <a:lnTo>
                    <a:pt x="186374" y="374016"/>
                  </a:lnTo>
                  <a:lnTo>
                    <a:pt x="175494" y="374016"/>
                  </a:lnTo>
                  <a:lnTo>
                    <a:pt x="175390" y="373018"/>
                  </a:lnTo>
                  <a:lnTo>
                    <a:pt x="175305" y="372210"/>
                  </a:lnTo>
                  <a:lnTo>
                    <a:pt x="175218" y="371382"/>
                  </a:lnTo>
                  <a:close/>
                </a:path>
                <a:path w="212725" h="424815">
                  <a:moveTo>
                    <a:pt x="212642" y="361142"/>
                  </a:moveTo>
                  <a:lnTo>
                    <a:pt x="191223" y="361142"/>
                  </a:lnTo>
                  <a:lnTo>
                    <a:pt x="195630" y="364138"/>
                  </a:lnTo>
                  <a:lnTo>
                    <a:pt x="191011" y="370871"/>
                  </a:lnTo>
                  <a:lnTo>
                    <a:pt x="192799" y="372210"/>
                  </a:lnTo>
                  <a:lnTo>
                    <a:pt x="188478" y="372656"/>
                  </a:lnTo>
                  <a:lnTo>
                    <a:pt x="188457" y="375588"/>
                  </a:lnTo>
                  <a:lnTo>
                    <a:pt x="212646" y="375588"/>
                  </a:lnTo>
                  <a:lnTo>
                    <a:pt x="212645" y="373018"/>
                  </a:lnTo>
                  <a:lnTo>
                    <a:pt x="189764" y="373018"/>
                  </a:lnTo>
                  <a:lnTo>
                    <a:pt x="189231" y="372656"/>
                  </a:lnTo>
                  <a:lnTo>
                    <a:pt x="212645" y="372656"/>
                  </a:lnTo>
                  <a:lnTo>
                    <a:pt x="212642" y="361142"/>
                  </a:lnTo>
                  <a:close/>
                </a:path>
                <a:path w="212725" h="424815">
                  <a:moveTo>
                    <a:pt x="185051" y="373018"/>
                  </a:moveTo>
                  <a:lnTo>
                    <a:pt x="175494" y="374016"/>
                  </a:lnTo>
                  <a:lnTo>
                    <a:pt x="186374" y="374016"/>
                  </a:lnTo>
                  <a:lnTo>
                    <a:pt x="185051" y="373018"/>
                  </a:lnTo>
                  <a:close/>
                </a:path>
                <a:path w="212725" h="424815">
                  <a:moveTo>
                    <a:pt x="212645" y="372656"/>
                  </a:moveTo>
                  <a:lnTo>
                    <a:pt x="189795" y="372656"/>
                  </a:lnTo>
                  <a:lnTo>
                    <a:pt x="189528" y="373018"/>
                  </a:lnTo>
                  <a:lnTo>
                    <a:pt x="212645" y="373018"/>
                  </a:lnTo>
                  <a:lnTo>
                    <a:pt x="212645" y="372656"/>
                  </a:lnTo>
                  <a:close/>
                </a:path>
                <a:path w="212725" h="424815">
                  <a:moveTo>
                    <a:pt x="188436" y="257346"/>
                  </a:moveTo>
                  <a:lnTo>
                    <a:pt x="188436" y="265311"/>
                  </a:lnTo>
                  <a:lnTo>
                    <a:pt x="185775" y="265311"/>
                  </a:lnTo>
                  <a:lnTo>
                    <a:pt x="185775" y="284176"/>
                  </a:lnTo>
                  <a:lnTo>
                    <a:pt x="188436" y="284176"/>
                  </a:lnTo>
                  <a:lnTo>
                    <a:pt x="188436" y="303041"/>
                  </a:lnTo>
                  <a:lnTo>
                    <a:pt x="186456" y="303041"/>
                  </a:lnTo>
                  <a:lnTo>
                    <a:pt x="185797" y="303698"/>
                  </a:lnTo>
                  <a:lnTo>
                    <a:pt x="185797" y="321905"/>
                  </a:lnTo>
                  <a:lnTo>
                    <a:pt x="188457" y="321905"/>
                  </a:lnTo>
                  <a:lnTo>
                    <a:pt x="188457" y="340770"/>
                  </a:lnTo>
                  <a:lnTo>
                    <a:pt x="185797" y="340770"/>
                  </a:lnTo>
                  <a:lnTo>
                    <a:pt x="185817" y="359655"/>
                  </a:lnTo>
                  <a:lnTo>
                    <a:pt x="188478" y="359655"/>
                  </a:lnTo>
                  <a:lnTo>
                    <a:pt x="188478" y="365178"/>
                  </a:lnTo>
                  <a:lnTo>
                    <a:pt x="191223" y="361142"/>
                  </a:lnTo>
                  <a:lnTo>
                    <a:pt x="212642" y="361142"/>
                  </a:lnTo>
                  <a:lnTo>
                    <a:pt x="212638" y="345697"/>
                  </a:lnTo>
                  <a:lnTo>
                    <a:pt x="208273" y="345697"/>
                  </a:lnTo>
                  <a:lnTo>
                    <a:pt x="203888" y="342703"/>
                  </a:lnTo>
                  <a:lnTo>
                    <a:pt x="212637" y="329935"/>
                  </a:lnTo>
                  <a:lnTo>
                    <a:pt x="212619" y="286661"/>
                  </a:lnTo>
                  <a:lnTo>
                    <a:pt x="203250" y="286661"/>
                  </a:lnTo>
                  <a:lnTo>
                    <a:pt x="199525" y="282859"/>
                  </a:lnTo>
                  <a:lnTo>
                    <a:pt x="212615" y="270092"/>
                  </a:lnTo>
                  <a:lnTo>
                    <a:pt x="212608" y="258025"/>
                  </a:lnTo>
                  <a:lnTo>
                    <a:pt x="188903" y="258025"/>
                  </a:lnTo>
                  <a:lnTo>
                    <a:pt x="188436" y="257346"/>
                  </a:lnTo>
                  <a:close/>
                </a:path>
                <a:path w="212725" h="424815">
                  <a:moveTo>
                    <a:pt x="212637" y="339324"/>
                  </a:moveTo>
                  <a:lnTo>
                    <a:pt x="208273" y="345697"/>
                  </a:lnTo>
                  <a:lnTo>
                    <a:pt x="212638" y="345697"/>
                  </a:lnTo>
                  <a:lnTo>
                    <a:pt x="212637" y="339324"/>
                  </a:lnTo>
                  <a:close/>
                </a:path>
                <a:path w="212725" h="424815">
                  <a:moveTo>
                    <a:pt x="212615" y="277526"/>
                  </a:moveTo>
                  <a:lnTo>
                    <a:pt x="203250" y="286661"/>
                  </a:lnTo>
                  <a:lnTo>
                    <a:pt x="212619" y="286661"/>
                  </a:lnTo>
                  <a:lnTo>
                    <a:pt x="212615" y="277526"/>
                  </a:lnTo>
                  <a:close/>
                </a:path>
                <a:path w="212725" h="424815">
                  <a:moveTo>
                    <a:pt x="212602" y="247595"/>
                  </a:moveTo>
                  <a:lnTo>
                    <a:pt x="194586" y="247595"/>
                  </a:lnTo>
                  <a:lnTo>
                    <a:pt x="197631" y="251950"/>
                  </a:lnTo>
                  <a:lnTo>
                    <a:pt x="191862" y="255964"/>
                  </a:lnTo>
                  <a:lnTo>
                    <a:pt x="192756" y="256645"/>
                  </a:lnTo>
                  <a:lnTo>
                    <a:pt x="190564" y="256857"/>
                  </a:lnTo>
                  <a:lnTo>
                    <a:pt x="188903" y="258025"/>
                  </a:lnTo>
                  <a:lnTo>
                    <a:pt x="212608" y="258025"/>
                  </a:lnTo>
                  <a:lnTo>
                    <a:pt x="212602" y="247595"/>
                  </a:lnTo>
                  <a:close/>
                </a:path>
                <a:path w="212725" h="424815">
                  <a:moveTo>
                    <a:pt x="212601" y="246193"/>
                  </a:moveTo>
                  <a:lnTo>
                    <a:pt x="178879" y="246193"/>
                  </a:lnTo>
                  <a:lnTo>
                    <a:pt x="186548" y="251950"/>
                  </a:lnTo>
                  <a:lnTo>
                    <a:pt x="186319" y="251950"/>
                  </a:lnTo>
                  <a:lnTo>
                    <a:pt x="188286" y="251738"/>
                  </a:lnTo>
                  <a:lnTo>
                    <a:pt x="188649" y="251738"/>
                  </a:lnTo>
                  <a:lnTo>
                    <a:pt x="194586" y="247595"/>
                  </a:lnTo>
                  <a:lnTo>
                    <a:pt x="212602" y="247595"/>
                  </a:lnTo>
                  <a:lnTo>
                    <a:pt x="212601" y="246193"/>
                  </a:lnTo>
                  <a:close/>
                </a:path>
                <a:path w="212725" h="424815">
                  <a:moveTo>
                    <a:pt x="188649" y="251738"/>
                  </a:moveTo>
                  <a:lnTo>
                    <a:pt x="188436" y="251738"/>
                  </a:lnTo>
                  <a:lnTo>
                    <a:pt x="188436" y="251950"/>
                  </a:lnTo>
                  <a:lnTo>
                    <a:pt x="188649" y="251738"/>
                  </a:lnTo>
                  <a:close/>
                </a:path>
                <a:path w="212725" h="424815">
                  <a:moveTo>
                    <a:pt x="212584" y="217832"/>
                  </a:moveTo>
                  <a:lnTo>
                    <a:pt x="154124" y="217832"/>
                  </a:lnTo>
                  <a:lnTo>
                    <a:pt x="155885" y="222506"/>
                  </a:lnTo>
                  <a:lnTo>
                    <a:pt x="155997" y="222803"/>
                  </a:lnTo>
                  <a:lnTo>
                    <a:pt x="150528" y="224864"/>
                  </a:lnTo>
                  <a:lnTo>
                    <a:pt x="161936" y="233446"/>
                  </a:lnTo>
                  <a:lnTo>
                    <a:pt x="160340" y="235571"/>
                  </a:lnTo>
                  <a:lnTo>
                    <a:pt x="177261" y="248296"/>
                  </a:lnTo>
                  <a:lnTo>
                    <a:pt x="178879" y="246193"/>
                  </a:lnTo>
                  <a:lnTo>
                    <a:pt x="212601" y="246193"/>
                  </a:lnTo>
                  <a:lnTo>
                    <a:pt x="212584" y="217832"/>
                  </a:lnTo>
                  <a:close/>
                </a:path>
                <a:path w="212725" h="424815">
                  <a:moveTo>
                    <a:pt x="212509" y="0"/>
                  </a:moveTo>
                  <a:lnTo>
                    <a:pt x="0" y="22412"/>
                  </a:lnTo>
                  <a:lnTo>
                    <a:pt x="86" y="238056"/>
                  </a:lnTo>
                  <a:lnTo>
                    <a:pt x="8705" y="237143"/>
                  </a:lnTo>
                  <a:lnTo>
                    <a:pt x="8541" y="235571"/>
                  </a:lnTo>
                  <a:lnTo>
                    <a:pt x="8428" y="234487"/>
                  </a:lnTo>
                  <a:lnTo>
                    <a:pt x="37567" y="231428"/>
                  </a:lnTo>
                  <a:lnTo>
                    <a:pt x="49922" y="231428"/>
                  </a:lnTo>
                  <a:lnTo>
                    <a:pt x="49786" y="230132"/>
                  </a:lnTo>
                  <a:lnTo>
                    <a:pt x="79776" y="226968"/>
                  </a:lnTo>
                  <a:lnTo>
                    <a:pt x="91269" y="226968"/>
                  </a:lnTo>
                  <a:lnTo>
                    <a:pt x="91142" y="225756"/>
                  </a:lnTo>
                  <a:lnTo>
                    <a:pt x="121984" y="222506"/>
                  </a:lnTo>
                  <a:lnTo>
                    <a:pt x="132763" y="222506"/>
                  </a:lnTo>
                  <a:lnTo>
                    <a:pt x="132647" y="221401"/>
                  </a:lnTo>
                  <a:lnTo>
                    <a:pt x="140864" y="220530"/>
                  </a:lnTo>
                  <a:lnTo>
                    <a:pt x="140864" y="217599"/>
                  </a:lnTo>
                  <a:lnTo>
                    <a:pt x="212584" y="217599"/>
                  </a:lnTo>
                  <a:lnTo>
                    <a:pt x="212583" y="215496"/>
                  </a:lnTo>
                  <a:lnTo>
                    <a:pt x="175303" y="215496"/>
                  </a:lnTo>
                  <a:lnTo>
                    <a:pt x="173408" y="210525"/>
                  </a:lnTo>
                  <a:lnTo>
                    <a:pt x="192693" y="203216"/>
                  </a:lnTo>
                  <a:lnTo>
                    <a:pt x="212576" y="203216"/>
                  </a:lnTo>
                  <a:lnTo>
                    <a:pt x="212572" y="197481"/>
                  </a:lnTo>
                  <a:lnTo>
                    <a:pt x="211976" y="195930"/>
                  </a:lnTo>
                  <a:lnTo>
                    <a:pt x="212572" y="195696"/>
                  </a:lnTo>
                  <a:lnTo>
                    <a:pt x="212509" y="0"/>
                  </a:lnTo>
                  <a:close/>
                </a:path>
                <a:path w="212725" h="424815">
                  <a:moveTo>
                    <a:pt x="49922" y="231428"/>
                  </a:moveTo>
                  <a:lnTo>
                    <a:pt x="37567" y="231428"/>
                  </a:lnTo>
                  <a:lnTo>
                    <a:pt x="37708" y="232766"/>
                  </a:lnTo>
                  <a:lnTo>
                    <a:pt x="37779" y="233446"/>
                  </a:lnTo>
                  <a:lnTo>
                    <a:pt x="37844" y="234062"/>
                  </a:lnTo>
                  <a:lnTo>
                    <a:pt x="50062" y="232766"/>
                  </a:lnTo>
                  <a:lnTo>
                    <a:pt x="49922" y="231428"/>
                  </a:lnTo>
                  <a:close/>
                </a:path>
                <a:path w="212725" h="424815">
                  <a:moveTo>
                    <a:pt x="91269" y="226968"/>
                  </a:moveTo>
                  <a:lnTo>
                    <a:pt x="79776" y="226968"/>
                  </a:lnTo>
                  <a:lnTo>
                    <a:pt x="79928" y="228412"/>
                  </a:lnTo>
                  <a:lnTo>
                    <a:pt x="80053" y="229602"/>
                  </a:lnTo>
                  <a:lnTo>
                    <a:pt x="91419" y="228412"/>
                  </a:lnTo>
                  <a:lnTo>
                    <a:pt x="91269" y="226968"/>
                  </a:lnTo>
                  <a:close/>
                </a:path>
                <a:path w="212725" h="424815">
                  <a:moveTo>
                    <a:pt x="132763" y="222506"/>
                  </a:moveTo>
                  <a:lnTo>
                    <a:pt x="121984" y="222506"/>
                  </a:lnTo>
                  <a:lnTo>
                    <a:pt x="122144" y="224035"/>
                  </a:lnTo>
                  <a:lnTo>
                    <a:pt x="122261" y="225162"/>
                  </a:lnTo>
                  <a:lnTo>
                    <a:pt x="132924" y="224035"/>
                  </a:lnTo>
                  <a:lnTo>
                    <a:pt x="132795" y="222803"/>
                  </a:lnTo>
                  <a:lnTo>
                    <a:pt x="132763" y="222506"/>
                  </a:lnTo>
                  <a:close/>
                </a:path>
                <a:path w="212725" h="424815">
                  <a:moveTo>
                    <a:pt x="148422" y="219977"/>
                  </a:moveTo>
                  <a:lnTo>
                    <a:pt x="146164" y="219977"/>
                  </a:lnTo>
                  <a:lnTo>
                    <a:pt x="146164" y="220827"/>
                  </a:lnTo>
                  <a:lnTo>
                    <a:pt x="148422" y="219977"/>
                  </a:lnTo>
                  <a:close/>
                </a:path>
                <a:path w="212725" h="424815">
                  <a:moveTo>
                    <a:pt x="212584" y="217599"/>
                  </a:moveTo>
                  <a:lnTo>
                    <a:pt x="140864" y="217599"/>
                  </a:lnTo>
                  <a:lnTo>
                    <a:pt x="144269" y="220148"/>
                  </a:lnTo>
                  <a:lnTo>
                    <a:pt x="146164" y="219977"/>
                  </a:lnTo>
                  <a:lnTo>
                    <a:pt x="148422" y="219977"/>
                  </a:lnTo>
                  <a:lnTo>
                    <a:pt x="154124" y="217832"/>
                  </a:lnTo>
                  <a:lnTo>
                    <a:pt x="212584" y="217832"/>
                  </a:lnTo>
                  <a:lnTo>
                    <a:pt x="212584" y="217599"/>
                  </a:lnTo>
                  <a:close/>
                </a:path>
                <a:path w="212725" h="424815">
                  <a:moveTo>
                    <a:pt x="212576" y="203216"/>
                  </a:moveTo>
                  <a:lnTo>
                    <a:pt x="192693" y="203216"/>
                  </a:lnTo>
                  <a:lnTo>
                    <a:pt x="194586" y="208188"/>
                  </a:lnTo>
                  <a:lnTo>
                    <a:pt x="175303" y="215496"/>
                  </a:lnTo>
                  <a:lnTo>
                    <a:pt x="212583" y="215496"/>
                  </a:lnTo>
                  <a:lnTo>
                    <a:pt x="212576" y="203216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6" name="object 1206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9290341" y="6859270"/>
              <a:ext cx="217914" cy="354542"/>
            </a:xfrm>
            <a:prstGeom prst="rect">
              <a:avLst/>
            </a:prstGeom>
          </p:spPr>
        </p:pic>
        <p:sp>
          <p:nvSpPr>
            <p:cNvPr id="1207" name="object 1207"/>
            <p:cNvSpPr/>
            <p:nvPr/>
          </p:nvSpPr>
          <p:spPr>
            <a:xfrm>
              <a:off x="8975282" y="7212877"/>
              <a:ext cx="528955" cy="107950"/>
            </a:xfrm>
            <a:custGeom>
              <a:avLst/>
              <a:gdLst/>
              <a:ahLst/>
              <a:cxnLst/>
              <a:rect l="l" t="t" r="r" b="b"/>
              <a:pathLst>
                <a:path w="528954" h="107950">
                  <a:moveTo>
                    <a:pt x="453368" y="0"/>
                  </a:moveTo>
                  <a:lnTo>
                    <a:pt x="433531" y="2082"/>
                  </a:lnTo>
                  <a:lnTo>
                    <a:pt x="433807" y="4737"/>
                  </a:lnTo>
                  <a:lnTo>
                    <a:pt x="411436" y="7073"/>
                  </a:lnTo>
                  <a:lnTo>
                    <a:pt x="411159" y="4461"/>
                  </a:lnTo>
                  <a:lnTo>
                    <a:pt x="392153" y="6457"/>
                  </a:lnTo>
                  <a:lnTo>
                    <a:pt x="392451" y="9093"/>
                  </a:lnTo>
                  <a:lnTo>
                    <a:pt x="369229" y="11535"/>
                  </a:lnTo>
                  <a:lnTo>
                    <a:pt x="368952" y="8901"/>
                  </a:lnTo>
                  <a:lnTo>
                    <a:pt x="350796" y="10812"/>
                  </a:lnTo>
                  <a:lnTo>
                    <a:pt x="351073" y="13448"/>
                  </a:lnTo>
                  <a:lnTo>
                    <a:pt x="327021" y="15996"/>
                  </a:lnTo>
                  <a:lnTo>
                    <a:pt x="326744" y="13362"/>
                  </a:lnTo>
                  <a:lnTo>
                    <a:pt x="309439" y="15189"/>
                  </a:lnTo>
                  <a:lnTo>
                    <a:pt x="309716" y="17823"/>
                  </a:lnTo>
                  <a:lnTo>
                    <a:pt x="284812" y="20436"/>
                  </a:lnTo>
                  <a:lnTo>
                    <a:pt x="284537" y="17802"/>
                  </a:lnTo>
                  <a:lnTo>
                    <a:pt x="268083" y="19544"/>
                  </a:lnTo>
                  <a:lnTo>
                    <a:pt x="268359" y="22179"/>
                  </a:lnTo>
                  <a:lnTo>
                    <a:pt x="242605" y="24898"/>
                  </a:lnTo>
                  <a:lnTo>
                    <a:pt x="242328" y="22263"/>
                  </a:lnTo>
                  <a:lnTo>
                    <a:pt x="226726" y="23898"/>
                  </a:lnTo>
                  <a:lnTo>
                    <a:pt x="227003" y="26534"/>
                  </a:lnTo>
                  <a:lnTo>
                    <a:pt x="200397" y="29358"/>
                  </a:lnTo>
                  <a:lnTo>
                    <a:pt x="200120" y="26703"/>
                  </a:lnTo>
                  <a:lnTo>
                    <a:pt x="185370" y="28275"/>
                  </a:lnTo>
                  <a:lnTo>
                    <a:pt x="185647" y="30909"/>
                  </a:lnTo>
                  <a:lnTo>
                    <a:pt x="158188" y="33798"/>
                  </a:lnTo>
                  <a:lnTo>
                    <a:pt x="157913" y="31164"/>
                  </a:lnTo>
                  <a:lnTo>
                    <a:pt x="143992" y="32630"/>
                  </a:lnTo>
                  <a:lnTo>
                    <a:pt x="144289" y="35265"/>
                  </a:lnTo>
                  <a:lnTo>
                    <a:pt x="115981" y="38260"/>
                  </a:lnTo>
                  <a:lnTo>
                    <a:pt x="115704" y="35626"/>
                  </a:lnTo>
                  <a:lnTo>
                    <a:pt x="102635" y="36984"/>
                  </a:lnTo>
                  <a:lnTo>
                    <a:pt x="102911" y="39640"/>
                  </a:lnTo>
                  <a:lnTo>
                    <a:pt x="73773" y="42699"/>
                  </a:lnTo>
                  <a:lnTo>
                    <a:pt x="73496" y="40065"/>
                  </a:lnTo>
                  <a:lnTo>
                    <a:pt x="61278" y="41361"/>
                  </a:lnTo>
                  <a:lnTo>
                    <a:pt x="61555" y="43995"/>
                  </a:lnTo>
                  <a:lnTo>
                    <a:pt x="31565" y="47161"/>
                  </a:lnTo>
                  <a:lnTo>
                    <a:pt x="31288" y="44527"/>
                  </a:lnTo>
                  <a:lnTo>
                    <a:pt x="19922" y="45716"/>
                  </a:lnTo>
                  <a:lnTo>
                    <a:pt x="20199" y="48351"/>
                  </a:lnTo>
                  <a:lnTo>
                    <a:pt x="0" y="50496"/>
                  </a:lnTo>
                  <a:lnTo>
                    <a:pt x="21" y="107577"/>
                  </a:lnTo>
                  <a:lnTo>
                    <a:pt x="528674" y="51813"/>
                  </a:lnTo>
                  <a:lnTo>
                    <a:pt x="462095" y="1742"/>
                  </a:lnTo>
                  <a:lnTo>
                    <a:pt x="453645" y="2633"/>
                  </a:lnTo>
                  <a:lnTo>
                    <a:pt x="453368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8" name="object 1208"/>
            <p:cNvSpPr/>
            <p:nvPr/>
          </p:nvSpPr>
          <p:spPr>
            <a:xfrm>
              <a:off x="9006570" y="7212877"/>
              <a:ext cx="423545" cy="47625"/>
            </a:xfrm>
            <a:custGeom>
              <a:avLst/>
              <a:gdLst/>
              <a:ahLst/>
              <a:cxnLst/>
              <a:rect l="l" t="t" r="r" b="b"/>
              <a:pathLst>
                <a:path w="423545" h="47625">
                  <a:moveTo>
                    <a:pt x="9301" y="43527"/>
                  </a:moveTo>
                  <a:lnTo>
                    <a:pt x="0" y="44527"/>
                  </a:lnTo>
                  <a:lnTo>
                    <a:pt x="174" y="46183"/>
                  </a:lnTo>
                  <a:lnTo>
                    <a:pt x="276" y="47161"/>
                  </a:lnTo>
                  <a:lnTo>
                    <a:pt x="9598" y="46183"/>
                  </a:lnTo>
                  <a:lnTo>
                    <a:pt x="9413" y="44527"/>
                  </a:lnTo>
                  <a:lnTo>
                    <a:pt x="9301" y="43527"/>
                  </a:lnTo>
                  <a:close/>
                </a:path>
                <a:path w="423545" h="47625">
                  <a:moveTo>
                    <a:pt x="50679" y="39173"/>
                  </a:moveTo>
                  <a:lnTo>
                    <a:pt x="42207" y="40065"/>
                  </a:lnTo>
                  <a:lnTo>
                    <a:pt x="42390" y="41808"/>
                  </a:lnTo>
                  <a:lnTo>
                    <a:pt x="42484" y="42699"/>
                  </a:lnTo>
                  <a:lnTo>
                    <a:pt x="50956" y="41808"/>
                  </a:lnTo>
                  <a:lnTo>
                    <a:pt x="50773" y="40065"/>
                  </a:lnTo>
                  <a:lnTo>
                    <a:pt x="50679" y="39173"/>
                  </a:lnTo>
                  <a:close/>
                </a:path>
                <a:path w="423545" h="47625">
                  <a:moveTo>
                    <a:pt x="92035" y="34818"/>
                  </a:moveTo>
                  <a:lnTo>
                    <a:pt x="84415" y="35626"/>
                  </a:lnTo>
                  <a:lnTo>
                    <a:pt x="84607" y="37452"/>
                  </a:lnTo>
                  <a:lnTo>
                    <a:pt x="84692" y="38260"/>
                  </a:lnTo>
                  <a:lnTo>
                    <a:pt x="92294" y="37452"/>
                  </a:lnTo>
                  <a:lnTo>
                    <a:pt x="92176" y="36156"/>
                  </a:lnTo>
                  <a:lnTo>
                    <a:pt x="92120" y="35626"/>
                  </a:lnTo>
                  <a:lnTo>
                    <a:pt x="92035" y="34818"/>
                  </a:lnTo>
                  <a:close/>
                </a:path>
                <a:path w="423545" h="47625">
                  <a:moveTo>
                    <a:pt x="133391" y="30441"/>
                  </a:moveTo>
                  <a:lnTo>
                    <a:pt x="126624" y="31164"/>
                  </a:lnTo>
                  <a:lnTo>
                    <a:pt x="126826" y="33097"/>
                  </a:lnTo>
                  <a:lnTo>
                    <a:pt x="126899" y="33798"/>
                  </a:lnTo>
                  <a:lnTo>
                    <a:pt x="133668" y="33097"/>
                  </a:lnTo>
                  <a:lnTo>
                    <a:pt x="133467" y="31164"/>
                  </a:lnTo>
                  <a:lnTo>
                    <a:pt x="133391" y="30441"/>
                  </a:lnTo>
                  <a:close/>
                </a:path>
                <a:path w="423545" h="47625">
                  <a:moveTo>
                    <a:pt x="174748" y="26087"/>
                  </a:moveTo>
                  <a:lnTo>
                    <a:pt x="168831" y="26703"/>
                  </a:lnTo>
                  <a:lnTo>
                    <a:pt x="169041" y="28722"/>
                  </a:lnTo>
                  <a:lnTo>
                    <a:pt x="169108" y="29358"/>
                  </a:lnTo>
                  <a:lnTo>
                    <a:pt x="175025" y="28722"/>
                  </a:lnTo>
                  <a:lnTo>
                    <a:pt x="174812" y="26703"/>
                  </a:lnTo>
                  <a:lnTo>
                    <a:pt x="174748" y="26087"/>
                  </a:lnTo>
                  <a:close/>
                </a:path>
                <a:path w="423545" h="47625">
                  <a:moveTo>
                    <a:pt x="216105" y="21711"/>
                  </a:moveTo>
                  <a:lnTo>
                    <a:pt x="211039" y="22263"/>
                  </a:lnTo>
                  <a:lnTo>
                    <a:pt x="211260" y="24366"/>
                  </a:lnTo>
                  <a:lnTo>
                    <a:pt x="211316" y="24898"/>
                  </a:lnTo>
                  <a:lnTo>
                    <a:pt x="216382" y="24366"/>
                  </a:lnTo>
                  <a:lnTo>
                    <a:pt x="216163" y="22263"/>
                  </a:lnTo>
                  <a:lnTo>
                    <a:pt x="216105" y="21711"/>
                  </a:lnTo>
                  <a:close/>
                </a:path>
                <a:path w="423545" h="47625">
                  <a:moveTo>
                    <a:pt x="257462" y="17355"/>
                  </a:moveTo>
                  <a:lnTo>
                    <a:pt x="253248" y="17802"/>
                  </a:lnTo>
                  <a:lnTo>
                    <a:pt x="253477" y="19991"/>
                  </a:lnTo>
                  <a:lnTo>
                    <a:pt x="253523" y="20436"/>
                  </a:lnTo>
                  <a:lnTo>
                    <a:pt x="257760" y="19991"/>
                  </a:lnTo>
                  <a:lnTo>
                    <a:pt x="257512" y="17802"/>
                  </a:lnTo>
                  <a:lnTo>
                    <a:pt x="257462" y="17355"/>
                  </a:lnTo>
                  <a:close/>
                </a:path>
                <a:path w="423545" h="47625">
                  <a:moveTo>
                    <a:pt x="298877" y="13362"/>
                  </a:moveTo>
                  <a:lnTo>
                    <a:pt x="295455" y="13362"/>
                  </a:lnTo>
                  <a:lnTo>
                    <a:pt x="295694" y="15636"/>
                  </a:lnTo>
                  <a:lnTo>
                    <a:pt x="299116" y="15636"/>
                  </a:lnTo>
                  <a:lnTo>
                    <a:pt x="298877" y="13362"/>
                  </a:lnTo>
                  <a:close/>
                </a:path>
                <a:path w="423545" h="47625">
                  <a:moveTo>
                    <a:pt x="298877" y="13362"/>
                  </a:moveTo>
                  <a:lnTo>
                    <a:pt x="298839" y="13000"/>
                  </a:lnTo>
                  <a:lnTo>
                    <a:pt x="299116" y="15636"/>
                  </a:lnTo>
                  <a:lnTo>
                    <a:pt x="298877" y="13362"/>
                  </a:lnTo>
                  <a:close/>
                </a:path>
                <a:path w="423545" h="47625">
                  <a:moveTo>
                    <a:pt x="340224" y="8901"/>
                  </a:moveTo>
                  <a:lnTo>
                    <a:pt x="337663" y="8901"/>
                  </a:lnTo>
                  <a:lnTo>
                    <a:pt x="337913" y="11280"/>
                  </a:lnTo>
                  <a:lnTo>
                    <a:pt x="340473" y="11280"/>
                  </a:lnTo>
                  <a:lnTo>
                    <a:pt x="340224" y="8901"/>
                  </a:lnTo>
                  <a:close/>
                </a:path>
                <a:path w="423545" h="47625">
                  <a:moveTo>
                    <a:pt x="340224" y="8901"/>
                  </a:moveTo>
                  <a:lnTo>
                    <a:pt x="340196" y="8625"/>
                  </a:lnTo>
                  <a:lnTo>
                    <a:pt x="340473" y="11280"/>
                  </a:lnTo>
                  <a:lnTo>
                    <a:pt x="340224" y="8901"/>
                  </a:lnTo>
                  <a:close/>
                </a:path>
                <a:path w="423545" h="47625">
                  <a:moveTo>
                    <a:pt x="381572" y="4461"/>
                  </a:moveTo>
                  <a:lnTo>
                    <a:pt x="379870" y="4461"/>
                  </a:lnTo>
                  <a:lnTo>
                    <a:pt x="380129" y="6904"/>
                  </a:lnTo>
                  <a:lnTo>
                    <a:pt x="381829" y="6904"/>
                  </a:lnTo>
                  <a:lnTo>
                    <a:pt x="381572" y="4461"/>
                  </a:lnTo>
                  <a:close/>
                </a:path>
                <a:path w="423545" h="47625">
                  <a:moveTo>
                    <a:pt x="381572" y="4461"/>
                  </a:moveTo>
                  <a:lnTo>
                    <a:pt x="381552" y="4269"/>
                  </a:lnTo>
                  <a:lnTo>
                    <a:pt x="381829" y="6904"/>
                  </a:lnTo>
                  <a:lnTo>
                    <a:pt x="381572" y="4461"/>
                  </a:lnTo>
                  <a:close/>
                </a:path>
                <a:path w="423545" h="47625">
                  <a:moveTo>
                    <a:pt x="422918" y="0"/>
                  </a:moveTo>
                  <a:lnTo>
                    <a:pt x="422079" y="0"/>
                  </a:lnTo>
                  <a:lnTo>
                    <a:pt x="422356" y="2633"/>
                  </a:lnTo>
                  <a:lnTo>
                    <a:pt x="423195" y="2633"/>
                  </a:lnTo>
                  <a:lnTo>
                    <a:pt x="422918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9" name="object 1209"/>
            <p:cNvSpPr/>
            <p:nvPr/>
          </p:nvSpPr>
          <p:spPr>
            <a:xfrm>
              <a:off x="8975238" y="7110929"/>
              <a:ext cx="414020" cy="111760"/>
            </a:xfrm>
            <a:custGeom>
              <a:avLst/>
              <a:gdLst/>
              <a:ahLst/>
              <a:cxnLst/>
              <a:rect l="l" t="t" r="r" b="b"/>
              <a:pathLst>
                <a:path w="414020" h="111759">
                  <a:moveTo>
                    <a:pt x="324255" y="0"/>
                  </a:moveTo>
                  <a:lnTo>
                    <a:pt x="309291" y="1572"/>
                  </a:lnTo>
                  <a:lnTo>
                    <a:pt x="309568" y="4206"/>
                  </a:lnTo>
                  <a:lnTo>
                    <a:pt x="284814" y="6819"/>
                  </a:lnTo>
                  <a:lnTo>
                    <a:pt x="284537" y="4184"/>
                  </a:lnTo>
                  <a:lnTo>
                    <a:pt x="267934" y="5927"/>
                  </a:lnTo>
                  <a:lnTo>
                    <a:pt x="268211" y="8561"/>
                  </a:lnTo>
                  <a:lnTo>
                    <a:pt x="242605" y="11280"/>
                  </a:lnTo>
                  <a:lnTo>
                    <a:pt x="242328" y="8646"/>
                  </a:lnTo>
                  <a:lnTo>
                    <a:pt x="226578" y="10303"/>
                  </a:lnTo>
                  <a:lnTo>
                    <a:pt x="226855" y="12937"/>
                  </a:lnTo>
                  <a:lnTo>
                    <a:pt x="200398" y="15720"/>
                  </a:lnTo>
                  <a:lnTo>
                    <a:pt x="200121" y="13086"/>
                  </a:lnTo>
                  <a:lnTo>
                    <a:pt x="185221" y="14658"/>
                  </a:lnTo>
                  <a:lnTo>
                    <a:pt x="185498" y="17292"/>
                  </a:lnTo>
                  <a:lnTo>
                    <a:pt x="158189" y="20181"/>
                  </a:lnTo>
                  <a:lnTo>
                    <a:pt x="157913" y="17547"/>
                  </a:lnTo>
                  <a:lnTo>
                    <a:pt x="143865" y="19034"/>
                  </a:lnTo>
                  <a:lnTo>
                    <a:pt x="144142" y="21647"/>
                  </a:lnTo>
                  <a:lnTo>
                    <a:pt x="115981" y="24643"/>
                  </a:lnTo>
                  <a:lnTo>
                    <a:pt x="115704" y="21987"/>
                  </a:lnTo>
                  <a:lnTo>
                    <a:pt x="102487" y="23389"/>
                  </a:lnTo>
                  <a:lnTo>
                    <a:pt x="102784" y="26023"/>
                  </a:lnTo>
                  <a:lnTo>
                    <a:pt x="73774" y="29082"/>
                  </a:lnTo>
                  <a:lnTo>
                    <a:pt x="73497" y="26449"/>
                  </a:lnTo>
                  <a:lnTo>
                    <a:pt x="61130" y="27744"/>
                  </a:lnTo>
                  <a:lnTo>
                    <a:pt x="61407" y="30378"/>
                  </a:lnTo>
                  <a:lnTo>
                    <a:pt x="31565" y="33543"/>
                  </a:lnTo>
                  <a:lnTo>
                    <a:pt x="31288" y="30888"/>
                  </a:lnTo>
                  <a:lnTo>
                    <a:pt x="19773" y="32120"/>
                  </a:lnTo>
                  <a:lnTo>
                    <a:pt x="20050" y="34733"/>
                  </a:lnTo>
                  <a:lnTo>
                    <a:pt x="0" y="36879"/>
                  </a:lnTo>
                  <a:lnTo>
                    <a:pt x="21" y="110849"/>
                  </a:lnTo>
                  <a:lnTo>
                    <a:pt x="20327" y="108724"/>
                  </a:lnTo>
                  <a:lnTo>
                    <a:pt x="20626" y="111358"/>
                  </a:lnTo>
                  <a:lnTo>
                    <a:pt x="39739" y="109340"/>
                  </a:lnTo>
                  <a:lnTo>
                    <a:pt x="39462" y="106706"/>
                  </a:lnTo>
                  <a:lnTo>
                    <a:pt x="62536" y="104264"/>
                  </a:lnTo>
                  <a:lnTo>
                    <a:pt x="62833" y="106898"/>
                  </a:lnTo>
                  <a:lnTo>
                    <a:pt x="81117" y="104965"/>
                  </a:lnTo>
                  <a:lnTo>
                    <a:pt x="80840" y="102330"/>
                  </a:lnTo>
                  <a:lnTo>
                    <a:pt x="104743" y="99802"/>
                  </a:lnTo>
                  <a:lnTo>
                    <a:pt x="105041" y="102458"/>
                  </a:lnTo>
                  <a:lnTo>
                    <a:pt x="122473" y="100609"/>
                  </a:lnTo>
                  <a:lnTo>
                    <a:pt x="122196" y="97975"/>
                  </a:lnTo>
                  <a:lnTo>
                    <a:pt x="146951" y="95363"/>
                  </a:lnTo>
                  <a:lnTo>
                    <a:pt x="147228" y="97997"/>
                  </a:lnTo>
                  <a:lnTo>
                    <a:pt x="163830" y="96254"/>
                  </a:lnTo>
                  <a:lnTo>
                    <a:pt x="163553" y="93620"/>
                  </a:lnTo>
                  <a:lnTo>
                    <a:pt x="189158" y="90901"/>
                  </a:lnTo>
                  <a:lnTo>
                    <a:pt x="189435" y="93535"/>
                  </a:lnTo>
                  <a:lnTo>
                    <a:pt x="205187" y="91879"/>
                  </a:lnTo>
                  <a:lnTo>
                    <a:pt x="204910" y="89244"/>
                  </a:lnTo>
                  <a:lnTo>
                    <a:pt x="231367" y="86461"/>
                  </a:lnTo>
                  <a:lnTo>
                    <a:pt x="231644" y="89095"/>
                  </a:lnTo>
                  <a:lnTo>
                    <a:pt x="246543" y="87523"/>
                  </a:lnTo>
                  <a:lnTo>
                    <a:pt x="246266" y="84889"/>
                  </a:lnTo>
                  <a:lnTo>
                    <a:pt x="273575" y="82000"/>
                  </a:lnTo>
                  <a:lnTo>
                    <a:pt x="273852" y="84635"/>
                  </a:lnTo>
                  <a:lnTo>
                    <a:pt x="287921" y="83168"/>
                  </a:lnTo>
                  <a:lnTo>
                    <a:pt x="287623" y="80512"/>
                  </a:lnTo>
                  <a:lnTo>
                    <a:pt x="315782" y="77539"/>
                  </a:lnTo>
                  <a:lnTo>
                    <a:pt x="316059" y="80195"/>
                  </a:lnTo>
                  <a:lnTo>
                    <a:pt x="329277" y="78793"/>
                  </a:lnTo>
                  <a:lnTo>
                    <a:pt x="329001" y="76158"/>
                  </a:lnTo>
                  <a:lnTo>
                    <a:pt x="357991" y="73099"/>
                  </a:lnTo>
                  <a:lnTo>
                    <a:pt x="358268" y="75733"/>
                  </a:lnTo>
                  <a:lnTo>
                    <a:pt x="370634" y="74437"/>
                  </a:lnTo>
                  <a:lnTo>
                    <a:pt x="370357" y="71803"/>
                  </a:lnTo>
                  <a:lnTo>
                    <a:pt x="400199" y="68638"/>
                  </a:lnTo>
                  <a:lnTo>
                    <a:pt x="400476" y="71293"/>
                  </a:lnTo>
                  <a:lnTo>
                    <a:pt x="411991" y="70062"/>
                  </a:lnTo>
                  <a:lnTo>
                    <a:pt x="411714" y="67426"/>
                  </a:lnTo>
                  <a:lnTo>
                    <a:pt x="413651" y="67236"/>
                  </a:lnTo>
                  <a:lnTo>
                    <a:pt x="327362" y="2336"/>
                  </a:lnTo>
                  <a:lnTo>
                    <a:pt x="327022" y="2379"/>
                  </a:lnTo>
                  <a:lnTo>
                    <a:pt x="326979" y="2039"/>
                  </a:lnTo>
                  <a:lnTo>
                    <a:pt x="324255" y="0"/>
                  </a:lnTo>
                  <a:close/>
                </a:path>
              </a:pathLst>
            </a:custGeom>
            <a:solidFill>
              <a:srgbClr val="7375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0" name="object 1210"/>
            <p:cNvSpPr/>
            <p:nvPr/>
          </p:nvSpPr>
          <p:spPr>
            <a:xfrm>
              <a:off x="9014701" y="7178165"/>
              <a:ext cx="377825" cy="41910"/>
            </a:xfrm>
            <a:custGeom>
              <a:avLst/>
              <a:gdLst/>
              <a:ahLst/>
              <a:cxnLst/>
              <a:rect l="l" t="t" r="r" b="b"/>
              <a:pathLst>
                <a:path w="377825" h="41909">
                  <a:moveTo>
                    <a:pt x="2002" y="39470"/>
                  </a:moveTo>
                  <a:lnTo>
                    <a:pt x="0" y="39470"/>
                  </a:lnTo>
                  <a:lnTo>
                    <a:pt x="254" y="41892"/>
                  </a:lnTo>
                  <a:lnTo>
                    <a:pt x="2255" y="41892"/>
                  </a:lnTo>
                  <a:lnTo>
                    <a:pt x="2002" y="39470"/>
                  </a:lnTo>
                  <a:close/>
                </a:path>
                <a:path w="377825" h="41909">
                  <a:moveTo>
                    <a:pt x="2002" y="39470"/>
                  </a:moveTo>
                  <a:lnTo>
                    <a:pt x="1979" y="39258"/>
                  </a:lnTo>
                  <a:lnTo>
                    <a:pt x="2255" y="41892"/>
                  </a:lnTo>
                  <a:lnTo>
                    <a:pt x="2002" y="39470"/>
                  </a:lnTo>
                  <a:close/>
                </a:path>
                <a:path w="377825" h="41909">
                  <a:moveTo>
                    <a:pt x="44218" y="35093"/>
                  </a:moveTo>
                  <a:lnTo>
                    <a:pt x="41377" y="35093"/>
                  </a:lnTo>
                  <a:lnTo>
                    <a:pt x="41623" y="37452"/>
                  </a:lnTo>
                  <a:lnTo>
                    <a:pt x="44463" y="37452"/>
                  </a:lnTo>
                  <a:lnTo>
                    <a:pt x="44218" y="35093"/>
                  </a:lnTo>
                  <a:close/>
                </a:path>
                <a:path w="377825" h="41909">
                  <a:moveTo>
                    <a:pt x="44218" y="35093"/>
                  </a:moveTo>
                  <a:lnTo>
                    <a:pt x="44187" y="34796"/>
                  </a:lnTo>
                  <a:lnTo>
                    <a:pt x="44463" y="37452"/>
                  </a:lnTo>
                  <a:lnTo>
                    <a:pt x="44218" y="35093"/>
                  </a:lnTo>
                  <a:close/>
                </a:path>
                <a:path w="377825" h="41909">
                  <a:moveTo>
                    <a:pt x="86435" y="30739"/>
                  </a:moveTo>
                  <a:lnTo>
                    <a:pt x="82734" y="30739"/>
                  </a:lnTo>
                  <a:lnTo>
                    <a:pt x="82970" y="32990"/>
                  </a:lnTo>
                  <a:lnTo>
                    <a:pt x="86672" y="32990"/>
                  </a:lnTo>
                  <a:lnTo>
                    <a:pt x="86435" y="30739"/>
                  </a:lnTo>
                  <a:close/>
                </a:path>
                <a:path w="377825" h="41909">
                  <a:moveTo>
                    <a:pt x="86435" y="30739"/>
                  </a:moveTo>
                  <a:lnTo>
                    <a:pt x="86395" y="30356"/>
                  </a:lnTo>
                  <a:lnTo>
                    <a:pt x="86672" y="32990"/>
                  </a:lnTo>
                  <a:lnTo>
                    <a:pt x="86435" y="30739"/>
                  </a:lnTo>
                  <a:close/>
                </a:path>
                <a:path w="377825" h="41909">
                  <a:moveTo>
                    <a:pt x="128604" y="25895"/>
                  </a:moveTo>
                  <a:lnTo>
                    <a:pt x="124090" y="26384"/>
                  </a:lnTo>
                  <a:lnTo>
                    <a:pt x="124318" y="28550"/>
                  </a:lnTo>
                  <a:lnTo>
                    <a:pt x="124367" y="29018"/>
                  </a:lnTo>
                  <a:lnTo>
                    <a:pt x="128879" y="28550"/>
                  </a:lnTo>
                  <a:lnTo>
                    <a:pt x="128654" y="26384"/>
                  </a:lnTo>
                  <a:lnTo>
                    <a:pt x="128604" y="25895"/>
                  </a:lnTo>
                  <a:close/>
                </a:path>
                <a:path w="377825" h="41909">
                  <a:moveTo>
                    <a:pt x="170811" y="21455"/>
                  </a:moveTo>
                  <a:lnTo>
                    <a:pt x="165447" y="22007"/>
                  </a:lnTo>
                  <a:lnTo>
                    <a:pt x="165665" y="24090"/>
                  </a:lnTo>
                  <a:lnTo>
                    <a:pt x="165724" y="24663"/>
                  </a:lnTo>
                  <a:lnTo>
                    <a:pt x="171088" y="24090"/>
                  </a:lnTo>
                  <a:lnTo>
                    <a:pt x="170869" y="22007"/>
                  </a:lnTo>
                  <a:lnTo>
                    <a:pt x="170811" y="21455"/>
                  </a:lnTo>
                  <a:close/>
                </a:path>
                <a:path w="377825" h="41909">
                  <a:moveTo>
                    <a:pt x="213019" y="16995"/>
                  </a:moveTo>
                  <a:lnTo>
                    <a:pt x="206804" y="17652"/>
                  </a:lnTo>
                  <a:lnTo>
                    <a:pt x="207011" y="19629"/>
                  </a:lnTo>
                  <a:lnTo>
                    <a:pt x="207081" y="20286"/>
                  </a:lnTo>
                  <a:lnTo>
                    <a:pt x="213296" y="19629"/>
                  </a:lnTo>
                  <a:lnTo>
                    <a:pt x="213088" y="17652"/>
                  </a:lnTo>
                  <a:lnTo>
                    <a:pt x="213019" y="16995"/>
                  </a:lnTo>
                  <a:close/>
                </a:path>
                <a:path w="377825" h="41909">
                  <a:moveTo>
                    <a:pt x="255226" y="12533"/>
                  </a:moveTo>
                  <a:lnTo>
                    <a:pt x="248160" y="13276"/>
                  </a:lnTo>
                  <a:lnTo>
                    <a:pt x="248375" y="15189"/>
                  </a:lnTo>
                  <a:lnTo>
                    <a:pt x="248458" y="15932"/>
                  </a:lnTo>
                  <a:lnTo>
                    <a:pt x="255503" y="15189"/>
                  </a:lnTo>
                  <a:lnTo>
                    <a:pt x="255304" y="13276"/>
                  </a:lnTo>
                  <a:lnTo>
                    <a:pt x="255226" y="12533"/>
                  </a:lnTo>
                  <a:close/>
                </a:path>
                <a:path w="377825" h="41909">
                  <a:moveTo>
                    <a:pt x="297435" y="8093"/>
                  </a:moveTo>
                  <a:lnTo>
                    <a:pt x="289538" y="8921"/>
                  </a:lnTo>
                  <a:lnTo>
                    <a:pt x="289728" y="10727"/>
                  </a:lnTo>
                  <a:lnTo>
                    <a:pt x="289815" y="11556"/>
                  </a:lnTo>
                  <a:lnTo>
                    <a:pt x="297712" y="10727"/>
                  </a:lnTo>
                  <a:lnTo>
                    <a:pt x="297522" y="8921"/>
                  </a:lnTo>
                  <a:lnTo>
                    <a:pt x="297435" y="8093"/>
                  </a:lnTo>
                  <a:close/>
                </a:path>
                <a:path w="377825" h="41909">
                  <a:moveTo>
                    <a:pt x="339643" y="3632"/>
                  </a:moveTo>
                  <a:lnTo>
                    <a:pt x="330894" y="4566"/>
                  </a:lnTo>
                  <a:lnTo>
                    <a:pt x="331075" y="6287"/>
                  </a:lnTo>
                  <a:lnTo>
                    <a:pt x="331171" y="7200"/>
                  </a:lnTo>
                  <a:lnTo>
                    <a:pt x="339920" y="6287"/>
                  </a:lnTo>
                  <a:lnTo>
                    <a:pt x="339741" y="4566"/>
                  </a:lnTo>
                  <a:lnTo>
                    <a:pt x="339643" y="3632"/>
                  </a:lnTo>
                  <a:close/>
                </a:path>
                <a:path w="377825" h="41909">
                  <a:moveTo>
                    <a:pt x="374444" y="190"/>
                  </a:moveTo>
                  <a:lnTo>
                    <a:pt x="372252" y="190"/>
                  </a:lnTo>
                  <a:lnTo>
                    <a:pt x="372476" y="2336"/>
                  </a:lnTo>
                  <a:lnTo>
                    <a:pt x="372529" y="2846"/>
                  </a:lnTo>
                  <a:lnTo>
                    <a:pt x="377318" y="2336"/>
                  </a:lnTo>
                  <a:lnTo>
                    <a:pt x="374444" y="190"/>
                  </a:lnTo>
                  <a:close/>
                </a:path>
                <a:path w="377825" h="41909">
                  <a:moveTo>
                    <a:pt x="374444" y="190"/>
                  </a:moveTo>
                  <a:lnTo>
                    <a:pt x="374188" y="0"/>
                  </a:lnTo>
                  <a:lnTo>
                    <a:pt x="377318" y="2336"/>
                  </a:lnTo>
                  <a:lnTo>
                    <a:pt x="374444" y="19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1" name="object 1211"/>
            <p:cNvSpPr/>
            <p:nvPr/>
          </p:nvSpPr>
          <p:spPr>
            <a:xfrm>
              <a:off x="8975260" y="7181011"/>
              <a:ext cx="455930" cy="78105"/>
            </a:xfrm>
            <a:custGeom>
              <a:avLst/>
              <a:gdLst/>
              <a:ahLst/>
              <a:cxnLst/>
              <a:rect l="l" t="t" r="r" b="b"/>
              <a:pathLst>
                <a:path w="455929" h="78104">
                  <a:moveTo>
                    <a:pt x="411970" y="0"/>
                  </a:moveTo>
                  <a:lnTo>
                    <a:pt x="400455" y="1211"/>
                  </a:lnTo>
                  <a:lnTo>
                    <a:pt x="400730" y="3845"/>
                  </a:lnTo>
                  <a:lnTo>
                    <a:pt x="370889" y="6990"/>
                  </a:lnTo>
                  <a:lnTo>
                    <a:pt x="370612" y="4354"/>
                  </a:lnTo>
                  <a:lnTo>
                    <a:pt x="358246" y="5651"/>
                  </a:lnTo>
                  <a:lnTo>
                    <a:pt x="358523" y="8285"/>
                  </a:lnTo>
                  <a:lnTo>
                    <a:pt x="329533" y="11365"/>
                  </a:lnTo>
                  <a:lnTo>
                    <a:pt x="329256" y="8710"/>
                  </a:lnTo>
                  <a:lnTo>
                    <a:pt x="316038" y="10113"/>
                  </a:lnTo>
                  <a:lnTo>
                    <a:pt x="316315" y="12746"/>
                  </a:lnTo>
                  <a:lnTo>
                    <a:pt x="288176" y="15721"/>
                  </a:lnTo>
                  <a:lnTo>
                    <a:pt x="287900" y="13086"/>
                  </a:lnTo>
                  <a:lnTo>
                    <a:pt x="273831" y="14573"/>
                  </a:lnTo>
                  <a:lnTo>
                    <a:pt x="274106" y="17207"/>
                  </a:lnTo>
                  <a:lnTo>
                    <a:pt x="246819" y="20076"/>
                  </a:lnTo>
                  <a:lnTo>
                    <a:pt x="246522" y="17440"/>
                  </a:lnTo>
                  <a:lnTo>
                    <a:pt x="231622" y="19013"/>
                  </a:lnTo>
                  <a:lnTo>
                    <a:pt x="231899" y="21647"/>
                  </a:lnTo>
                  <a:lnTo>
                    <a:pt x="205441" y="24451"/>
                  </a:lnTo>
                  <a:lnTo>
                    <a:pt x="205165" y="21817"/>
                  </a:lnTo>
                  <a:lnTo>
                    <a:pt x="189414" y="23474"/>
                  </a:lnTo>
                  <a:lnTo>
                    <a:pt x="189712" y="26108"/>
                  </a:lnTo>
                  <a:lnTo>
                    <a:pt x="164085" y="28807"/>
                  </a:lnTo>
                  <a:lnTo>
                    <a:pt x="163808" y="26172"/>
                  </a:lnTo>
                  <a:lnTo>
                    <a:pt x="147206" y="27914"/>
                  </a:lnTo>
                  <a:lnTo>
                    <a:pt x="147504" y="30548"/>
                  </a:lnTo>
                  <a:lnTo>
                    <a:pt x="122728" y="33182"/>
                  </a:lnTo>
                  <a:lnTo>
                    <a:pt x="122452" y="30526"/>
                  </a:lnTo>
                  <a:lnTo>
                    <a:pt x="105020" y="32376"/>
                  </a:lnTo>
                  <a:lnTo>
                    <a:pt x="105296" y="35010"/>
                  </a:lnTo>
                  <a:lnTo>
                    <a:pt x="81372" y="37537"/>
                  </a:lnTo>
                  <a:lnTo>
                    <a:pt x="81095" y="34903"/>
                  </a:lnTo>
                  <a:lnTo>
                    <a:pt x="62811" y="36836"/>
                  </a:lnTo>
                  <a:lnTo>
                    <a:pt x="63088" y="39471"/>
                  </a:lnTo>
                  <a:lnTo>
                    <a:pt x="40015" y="41893"/>
                  </a:lnTo>
                  <a:lnTo>
                    <a:pt x="39717" y="39258"/>
                  </a:lnTo>
                  <a:lnTo>
                    <a:pt x="20604" y="41276"/>
                  </a:lnTo>
                  <a:lnTo>
                    <a:pt x="20880" y="43911"/>
                  </a:lnTo>
                  <a:lnTo>
                    <a:pt x="0" y="46120"/>
                  </a:lnTo>
                  <a:lnTo>
                    <a:pt x="21" y="77008"/>
                  </a:lnTo>
                  <a:lnTo>
                    <a:pt x="19667" y="74947"/>
                  </a:lnTo>
                  <a:lnTo>
                    <a:pt x="19944" y="77581"/>
                  </a:lnTo>
                  <a:lnTo>
                    <a:pt x="31310" y="76393"/>
                  </a:lnTo>
                  <a:lnTo>
                    <a:pt x="31033" y="73737"/>
                  </a:lnTo>
                  <a:lnTo>
                    <a:pt x="61023" y="70571"/>
                  </a:lnTo>
                  <a:lnTo>
                    <a:pt x="61300" y="73226"/>
                  </a:lnTo>
                  <a:lnTo>
                    <a:pt x="73517" y="71931"/>
                  </a:lnTo>
                  <a:lnTo>
                    <a:pt x="73240" y="69297"/>
                  </a:lnTo>
                  <a:lnTo>
                    <a:pt x="102381" y="66216"/>
                  </a:lnTo>
                  <a:lnTo>
                    <a:pt x="102656" y="68850"/>
                  </a:lnTo>
                  <a:lnTo>
                    <a:pt x="115726" y="67470"/>
                  </a:lnTo>
                  <a:lnTo>
                    <a:pt x="115449" y="64836"/>
                  </a:lnTo>
                  <a:lnTo>
                    <a:pt x="143737" y="61861"/>
                  </a:lnTo>
                  <a:lnTo>
                    <a:pt x="144014" y="64495"/>
                  </a:lnTo>
                  <a:lnTo>
                    <a:pt x="157934" y="63030"/>
                  </a:lnTo>
                  <a:lnTo>
                    <a:pt x="157657" y="60396"/>
                  </a:lnTo>
                  <a:lnTo>
                    <a:pt x="185093" y="57485"/>
                  </a:lnTo>
                  <a:lnTo>
                    <a:pt x="185370" y="60120"/>
                  </a:lnTo>
                  <a:lnTo>
                    <a:pt x="200141" y="58568"/>
                  </a:lnTo>
                  <a:lnTo>
                    <a:pt x="199864" y="55934"/>
                  </a:lnTo>
                  <a:lnTo>
                    <a:pt x="226471" y="53130"/>
                  </a:lnTo>
                  <a:lnTo>
                    <a:pt x="226748" y="55764"/>
                  </a:lnTo>
                  <a:lnTo>
                    <a:pt x="242350" y="54128"/>
                  </a:lnTo>
                  <a:lnTo>
                    <a:pt x="242073" y="51474"/>
                  </a:lnTo>
                  <a:lnTo>
                    <a:pt x="267827" y="48775"/>
                  </a:lnTo>
                  <a:lnTo>
                    <a:pt x="268104" y="51409"/>
                  </a:lnTo>
                  <a:lnTo>
                    <a:pt x="284558" y="49668"/>
                  </a:lnTo>
                  <a:lnTo>
                    <a:pt x="284281" y="47034"/>
                  </a:lnTo>
                  <a:lnTo>
                    <a:pt x="309185" y="44399"/>
                  </a:lnTo>
                  <a:lnTo>
                    <a:pt x="309460" y="47034"/>
                  </a:lnTo>
                  <a:lnTo>
                    <a:pt x="326765" y="45206"/>
                  </a:lnTo>
                  <a:lnTo>
                    <a:pt x="326489" y="42572"/>
                  </a:lnTo>
                  <a:lnTo>
                    <a:pt x="350541" y="40044"/>
                  </a:lnTo>
                  <a:lnTo>
                    <a:pt x="350818" y="42678"/>
                  </a:lnTo>
                  <a:lnTo>
                    <a:pt x="368974" y="40767"/>
                  </a:lnTo>
                  <a:lnTo>
                    <a:pt x="368697" y="38133"/>
                  </a:lnTo>
                  <a:lnTo>
                    <a:pt x="391897" y="35667"/>
                  </a:lnTo>
                  <a:lnTo>
                    <a:pt x="392174" y="38323"/>
                  </a:lnTo>
                  <a:lnTo>
                    <a:pt x="411181" y="36305"/>
                  </a:lnTo>
                  <a:lnTo>
                    <a:pt x="410905" y="33671"/>
                  </a:lnTo>
                  <a:lnTo>
                    <a:pt x="433275" y="31313"/>
                  </a:lnTo>
                  <a:lnTo>
                    <a:pt x="433552" y="33948"/>
                  </a:lnTo>
                  <a:lnTo>
                    <a:pt x="453390" y="31865"/>
                  </a:lnTo>
                  <a:lnTo>
                    <a:pt x="453091" y="29210"/>
                  </a:lnTo>
                  <a:lnTo>
                    <a:pt x="455880" y="28934"/>
                  </a:lnTo>
                  <a:lnTo>
                    <a:pt x="419865" y="1827"/>
                  </a:lnTo>
                  <a:lnTo>
                    <a:pt x="412245" y="2635"/>
                  </a:lnTo>
                  <a:lnTo>
                    <a:pt x="411970" y="0"/>
                  </a:lnTo>
                  <a:close/>
                </a:path>
              </a:pathLst>
            </a:custGeom>
            <a:solidFill>
              <a:srgbClr val="757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2" name="object 1212"/>
            <p:cNvSpPr/>
            <p:nvPr/>
          </p:nvSpPr>
          <p:spPr>
            <a:xfrm>
              <a:off x="9014978" y="7180502"/>
              <a:ext cx="380365" cy="42545"/>
            </a:xfrm>
            <a:custGeom>
              <a:avLst/>
              <a:gdLst/>
              <a:ahLst/>
              <a:cxnLst/>
              <a:rect l="l" t="t" r="r" b="b"/>
              <a:pathLst>
                <a:path w="380365" h="42545">
                  <a:moveTo>
                    <a:pt x="1978" y="39555"/>
                  </a:moveTo>
                  <a:lnTo>
                    <a:pt x="0" y="39767"/>
                  </a:lnTo>
                  <a:lnTo>
                    <a:pt x="273" y="42195"/>
                  </a:lnTo>
                  <a:lnTo>
                    <a:pt x="297" y="42402"/>
                  </a:lnTo>
                  <a:lnTo>
                    <a:pt x="2256" y="42195"/>
                  </a:lnTo>
                  <a:lnTo>
                    <a:pt x="2047" y="40214"/>
                  </a:lnTo>
                  <a:lnTo>
                    <a:pt x="1978" y="39555"/>
                  </a:lnTo>
                  <a:close/>
                </a:path>
                <a:path w="380365" h="42545">
                  <a:moveTo>
                    <a:pt x="44187" y="35115"/>
                  </a:moveTo>
                  <a:lnTo>
                    <a:pt x="41377" y="35412"/>
                  </a:lnTo>
                  <a:lnTo>
                    <a:pt x="41623" y="37749"/>
                  </a:lnTo>
                  <a:lnTo>
                    <a:pt x="41654" y="38046"/>
                  </a:lnTo>
                  <a:lnTo>
                    <a:pt x="44463" y="37749"/>
                  </a:lnTo>
                  <a:lnTo>
                    <a:pt x="44265" y="35859"/>
                  </a:lnTo>
                  <a:lnTo>
                    <a:pt x="44187" y="35115"/>
                  </a:lnTo>
                  <a:close/>
                </a:path>
                <a:path w="380365" h="42545">
                  <a:moveTo>
                    <a:pt x="86395" y="30653"/>
                  </a:moveTo>
                  <a:lnTo>
                    <a:pt x="82734" y="31036"/>
                  </a:lnTo>
                  <a:lnTo>
                    <a:pt x="82970" y="33304"/>
                  </a:lnTo>
                  <a:lnTo>
                    <a:pt x="83011" y="33691"/>
                  </a:lnTo>
                  <a:lnTo>
                    <a:pt x="86674" y="33304"/>
                  </a:lnTo>
                  <a:lnTo>
                    <a:pt x="86484" y="31503"/>
                  </a:lnTo>
                  <a:lnTo>
                    <a:pt x="86395" y="30653"/>
                  </a:lnTo>
                  <a:close/>
                </a:path>
                <a:path w="380365" h="42545">
                  <a:moveTo>
                    <a:pt x="103699" y="31503"/>
                  </a:moveTo>
                  <a:lnTo>
                    <a:pt x="86527" y="33304"/>
                  </a:lnTo>
                  <a:lnTo>
                    <a:pt x="86674" y="33304"/>
                  </a:lnTo>
                  <a:lnTo>
                    <a:pt x="103699" y="31503"/>
                  </a:lnTo>
                  <a:close/>
                </a:path>
                <a:path w="380365" h="42545">
                  <a:moveTo>
                    <a:pt x="128602" y="26214"/>
                  </a:moveTo>
                  <a:lnTo>
                    <a:pt x="124090" y="26681"/>
                  </a:lnTo>
                  <a:lnTo>
                    <a:pt x="124317" y="28839"/>
                  </a:lnTo>
                  <a:lnTo>
                    <a:pt x="124367" y="29316"/>
                  </a:lnTo>
                  <a:lnTo>
                    <a:pt x="128880" y="28839"/>
                  </a:lnTo>
                  <a:lnTo>
                    <a:pt x="128699" y="27128"/>
                  </a:lnTo>
                  <a:lnTo>
                    <a:pt x="128602" y="26214"/>
                  </a:lnTo>
                  <a:close/>
                </a:path>
                <a:path w="380365" h="42545">
                  <a:moveTo>
                    <a:pt x="170811" y="21753"/>
                  </a:moveTo>
                  <a:lnTo>
                    <a:pt x="165447" y="22326"/>
                  </a:lnTo>
                  <a:lnTo>
                    <a:pt x="165664" y="24393"/>
                  </a:lnTo>
                  <a:lnTo>
                    <a:pt x="165723" y="24960"/>
                  </a:lnTo>
                  <a:lnTo>
                    <a:pt x="171088" y="24393"/>
                  </a:lnTo>
                  <a:lnTo>
                    <a:pt x="170918" y="22773"/>
                  </a:lnTo>
                  <a:lnTo>
                    <a:pt x="170811" y="21753"/>
                  </a:lnTo>
                  <a:close/>
                </a:path>
                <a:path w="380365" h="42545">
                  <a:moveTo>
                    <a:pt x="213019" y="17292"/>
                  </a:moveTo>
                  <a:lnTo>
                    <a:pt x="206804" y="17950"/>
                  </a:lnTo>
                  <a:lnTo>
                    <a:pt x="207027" y="19929"/>
                  </a:lnTo>
                  <a:lnTo>
                    <a:pt x="207101" y="20585"/>
                  </a:lnTo>
                  <a:lnTo>
                    <a:pt x="213296" y="19929"/>
                  </a:lnTo>
                  <a:lnTo>
                    <a:pt x="213135" y="18397"/>
                  </a:lnTo>
                  <a:lnTo>
                    <a:pt x="213019" y="17292"/>
                  </a:lnTo>
                  <a:close/>
                </a:path>
                <a:path w="380365" h="42545">
                  <a:moveTo>
                    <a:pt x="255226" y="12852"/>
                  </a:moveTo>
                  <a:lnTo>
                    <a:pt x="248182" y="13595"/>
                  </a:lnTo>
                  <a:lnTo>
                    <a:pt x="248380" y="15486"/>
                  </a:lnTo>
                  <a:lnTo>
                    <a:pt x="248458" y="16230"/>
                  </a:lnTo>
                  <a:lnTo>
                    <a:pt x="255487" y="15486"/>
                  </a:lnTo>
                  <a:lnTo>
                    <a:pt x="255351" y="14042"/>
                  </a:lnTo>
                  <a:lnTo>
                    <a:pt x="255226" y="12852"/>
                  </a:lnTo>
                  <a:close/>
                </a:path>
                <a:path w="380365" h="42545">
                  <a:moveTo>
                    <a:pt x="297435" y="8390"/>
                  </a:moveTo>
                  <a:lnTo>
                    <a:pt x="289538" y="9220"/>
                  </a:lnTo>
                  <a:lnTo>
                    <a:pt x="289728" y="11038"/>
                  </a:lnTo>
                  <a:lnTo>
                    <a:pt x="289815" y="11874"/>
                  </a:lnTo>
                  <a:lnTo>
                    <a:pt x="297713" y="11038"/>
                  </a:lnTo>
                  <a:lnTo>
                    <a:pt x="297571" y="9687"/>
                  </a:lnTo>
                  <a:lnTo>
                    <a:pt x="297522" y="9220"/>
                  </a:lnTo>
                  <a:lnTo>
                    <a:pt x="297435" y="8390"/>
                  </a:lnTo>
                  <a:close/>
                </a:path>
                <a:path w="380365" h="42545">
                  <a:moveTo>
                    <a:pt x="310483" y="9687"/>
                  </a:moveTo>
                  <a:lnTo>
                    <a:pt x="297579" y="11038"/>
                  </a:lnTo>
                  <a:lnTo>
                    <a:pt x="297713" y="11038"/>
                  </a:lnTo>
                  <a:lnTo>
                    <a:pt x="310483" y="9687"/>
                  </a:lnTo>
                  <a:close/>
                </a:path>
                <a:path w="380365" h="42545">
                  <a:moveTo>
                    <a:pt x="339643" y="3950"/>
                  </a:moveTo>
                  <a:lnTo>
                    <a:pt x="330894" y="4864"/>
                  </a:lnTo>
                  <a:lnTo>
                    <a:pt x="331075" y="6584"/>
                  </a:lnTo>
                  <a:lnTo>
                    <a:pt x="331171" y="7499"/>
                  </a:lnTo>
                  <a:lnTo>
                    <a:pt x="339817" y="6584"/>
                  </a:lnTo>
                  <a:lnTo>
                    <a:pt x="339739" y="4864"/>
                  </a:lnTo>
                  <a:lnTo>
                    <a:pt x="339643" y="3950"/>
                  </a:lnTo>
                  <a:close/>
                </a:path>
                <a:path w="380365" h="42545">
                  <a:moveTo>
                    <a:pt x="377041" y="0"/>
                  </a:moveTo>
                  <a:lnTo>
                    <a:pt x="372252" y="509"/>
                  </a:lnTo>
                  <a:lnTo>
                    <a:pt x="372443" y="2336"/>
                  </a:lnTo>
                  <a:lnTo>
                    <a:pt x="372527" y="3144"/>
                  </a:lnTo>
                  <a:lnTo>
                    <a:pt x="380147" y="2336"/>
                  </a:lnTo>
                  <a:lnTo>
                    <a:pt x="377041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3" name="object 1213"/>
            <p:cNvSpPr/>
            <p:nvPr/>
          </p:nvSpPr>
          <p:spPr>
            <a:xfrm>
              <a:off x="8994305" y="7210221"/>
              <a:ext cx="435609" cy="47625"/>
            </a:xfrm>
            <a:custGeom>
              <a:avLst/>
              <a:gdLst/>
              <a:ahLst/>
              <a:cxnLst/>
              <a:rect l="l" t="t" r="r" b="b"/>
              <a:pathLst>
                <a:path w="435609" h="47625">
                  <a:moveTo>
                    <a:pt x="1828" y="14706"/>
                  </a:moveTo>
                  <a:lnTo>
                    <a:pt x="1549" y="12077"/>
                  </a:lnTo>
                  <a:lnTo>
                    <a:pt x="0" y="12242"/>
                  </a:lnTo>
                  <a:lnTo>
                    <a:pt x="279" y="14871"/>
                  </a:lnTo>
                  <a:lnTo>
                    <a:pt x="1828" y="14706"/>
                  </a:lnTo>
                  <a:close/>
                </a:path>
                <a:path w="435609" h="47625">
                  <a:moveTo>
                    <a:pt x="21564" y="46189"/>
                  </a:moveTo>
                  <a:lnTo>
                    <a:pt x="21386" y="44538"/>
                  </a:lnTo>
                  <a:lnTo>
                    <a:pt x="21285" y="43561"/>
                  </a:lnTo>
                  <a:lnTo>
                    <a:pt x="11988" y="44538"/>
                  </a:lnTo>
                  <a:lnTo>
                    <a:pt x="12153" y="46189"/>
                  </a:lnTo>
                  <a:lnTo>
                    <a:pt x="12255" y="47193"/>
                  </a:lnTo>
                  <a:lnTo>
                    <a:pt x="21564" y="46189"/>
                  </a:lnTo>
                  <a:close/>
                </a:path>
                <a:path w="435609" h="47625">
                  <a:moveTo>
                    <a:pt x="62941" y="41833"/>
                  </a:moveTo>
                  <a:lnTo>
                    <a:pt x="62750" y="40093"/>
                  </a:lnTo>
                  <a:lnTo>
                    <a:pt x="62661" y="39204"/>
                  </a:lnTo>
                  <a:lnTo>
                    <a:pt x="54190" y="40093"/>
                  </a:lnTo>
                  <a:lnTo>
                    <a:pt x="54368" y="41833"/>
                  </a:lnTo>
                  <a:lnTo>
                    <a:pt x="54470" y="42722"/>
                  </a:lnTo>
                  <a:lnTo>
                    <a:pt x="62941" y="41833"/>
                  </a:lnTo>
                  <a:close/>
                </a:path>
                <a:path w="435609" h="47625">
                  <a:moveTo>
                    <a:pt x="104292" y="37477"/>
                  </a:moveTo>
                  <a:lnTo>
                    <a:pt x="104101" y="35636"/>
                  </a:lnTo>
                  <a:lnTo>
                    <a:pt x="104013" y="34823"/>
                  </a:lnTo>
                  <a:lnTo>
                    <a:pt x="96393" y="35636"/>
                  </a:lnTo>
                  <a:lnTo>
                    <a:pt x="96596" y="37477"/>
                  </a:lnTo>
                  <a:lnTo>
                    <a:pt x="96672" y="38265"/>
                  </a:lnTo>
                  <a:lnTo>
                    <a:pt x="104292" y="37477"/>
                  </a:lnTo>
                  <a:close/>
                </a:path>
                <a:path w="435609" h="47625">
                  <a:moveTo>
                    <a:pt x="145656" y="33108"/>
                  </a:moveTo>
                  <a:lnTo>
                    <a:pt x="145453" y="31191"/>
                  </a:lnTo>
                  <a:lnTo>
                    <a:pt x="145376" y="30467"/>
                  </a:lnTo>
                  <a:lnTo>
                    <a:pt x="138607" y="31191"/>
                  </a:lnTo>
                  <a:lnTo>
                    <a:pt x="138811" y="33108"/>
                  </a:lnTo>
                  <a:lnTo>
                    <a:pt x="138887" y="33820"/>
                  </a:lnTo>
                  <a:lnTo>
                    <a:pt x="145656" y="33108"/>
                  </a:lnTo>
                  <a:close/>
                </a:path>
                <a:path w="435609" h="47625">
                  <a:moveTo>
                    <a:pt x="187007" y="28752"/>
                  </a:moveTo>
                  <a:lnTo>
                    <a:pt x="186791" y="26733"/>
                  </a:lnTo>
                  <a:lnTo>
                    <a:pt x="186728" y="26111"/>
                  </a:lnTo>
                  <a:lnTo>
                    <a:pt x="180809" y="26733"/>
                  </a:lnTo>
                  <a:lnTo>
                    <a:pt x="181025" y="28752"/>
                  </a:lnTo>
                  <a:lnTo>
                    <a:pt x="181089" y="29362"/>
                  </a:lnTo>
                  <a:lnTo>
                    <a:pt x="187007" y="28752"/>
                  </a:lnTo>
                  <a:close/>
                </a:path>
                <a:path w="435609" h="47625">
                  <a:moveTo>
                    <a:pt x="228371" y="24371"/>
                  </a:moveTo>
                  <a:lnTo>
                    <a:pt x="228142" y="22275"/>
                  </a:lnTo>
                  <a:lnTo>
                    <a:pt x="228092" y="21742"/>
                  </a:lnTo>
                  <a:lnTo>
                    <a:pt x="223024" y="22275"/>
                  </a:lnTo>
                  <a:lnTo>
                    <a:pt x="223240" y="24371"/>
                  </a:lnTo>
                  <a:lnTo>
                    <a:pt x="223304" y="24930"/>
                  </a:lnTo>
                  <a:lnTo>
                    <a:pt x="228371" y="24371"/>
                  </a:lnTo>
                  <a:close/>
                </a:path>
                <a:path w="435609" h="47625">
                  <a:moveTo>
                    <a:pt x="269722" y="20015"/>
                  </a:moveTo>
                  <a:lnTo>
                    <a:pt x="269494" y="17830"/>
                  </a:lnTo>
                  <a:lnTo>
                    <a:pt x="269443" y="17386"/>
                  </a:lnTo>
                  <a:lnTo>
                    <a:pt x="265226" y="17830"/>
                  </a:lnTo>
                  <a:lnTo>
                    <a:pt x="265455" y="20015"/>
                  </a:lnTo>
                  <a:lnTo>
                    <a:pt x="265506" y="20459"/>
                  </a:lnTo>
                  <a:lnTo>
                    <a:pt x="269722" y="20015"/>
                  </a:lnTo>
                  <a:close/>
                </a:path>
                <a:path w="435609" h="47625">
                  <a:moveTo>
                    <a:pt x="311099" y="15659"/>
                  </a:moveTo>
                  <a:lnTo>
                    <a:pt x="310857" y="13373"/>
                  </a:lnTo>
                  <a:lnTo>
                    <a:pt x="310819" y="13017"/>
                  </a:lnTo>
                  <a:lnTo>
                    <a:pt x="307441" y="13373"/>
                  </a:lnTo>
                  <a:lnTo>
                    <a:pt x="307682" y="15659"/>
                  </a:lnTo>
                  <a:lnTo>
                    <a:pt x="307721" y="16002"/>
                  </a:lnTo>
                  <a:lnTo>
                    <a:pt x="311099" y="15659"/>
                  </a:lnTo>
                  <a:close/>
                </a:path>
                <a:path w="435609" h="47625">
                  <a:moveTo>
                    <a:pt x="352450" y="11290"/>
                  </a:moveTo>
                  <a:lnTo>
                    <a:pt x="352209" y="8928"/>
                  </a:lnTo>
                  <a:lnTo>
                    <a:pt x="349643" y="8928"/>
                  </a:lnTo>
                  <a:lnTo>
                    <a:pt x="349897" y="11290"/>
                  </a:lnTo>
                  <a:lnTo>
                    <a:pt x="352450" y="11290"/>
                  </a:lnTo>
                  <a:close/>
                </a:path>
                <a:path w="435609" h="47625">
                  <a:moveTo>
                    <a:pt x="393814" y="6934"/>
                  </a:moveTo>
                  <a:lnTo>
                    <a:pt x="393560" y="4470"/>
                  </a:lnTo>
                  <a:lnTo>
                    <a:pt x="393534" y="4292"/>
                  </a:lnTo>
                  <a:lnTo>
                    <a:pt x="391858" y="4470"/>
                  </a:lnTo>
                  <a:lnTo>
                    <a:pt x="392112" y="6934"/>
                  </a:lnTo>
                  <a:lnTo>
                    <a:pt x="392125" y="7099"/>
                  </a:lnTo>
                  <a:lnTo>
                    <a:pt x="393814" y="6934"/>
                  </a:lnTo>
                  <a:close/>
                </a:path>
                <a:path w="435609" h="47625">
                  <a:moveTo>
                    <a:pt x="435178" y="2667"/>
                  </a:moveTo>
                  <a:lnTo>
                    <a:pt x="434898" y="0"/>
                  </a:lnTo>
                  <a:lnTo>
                    <a:pt x="434035" y="0"/>
                  </a:lnTo>
                  <a:lnTo>
                    <a:pt x="434340" y="2667"/>
                  </a:lnTo>
                  <a:lnTo>
                    <a:pt x="435178" y="2667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4" name="object 1214"/>
            <p:cNvSpPr/>
            <p:nvPr/>
          </p:nvSpPr>
          <p:spPr>
            <a:xfrm>
              <a:off x="8975260" y="7219654"/>
              <a:ext cx="20955" cy="3175"/>
            </a:xfrm>
            <a:custGeom>
              <a:avLst/>
              <a:gdLst/>
              <a:ahLst/>
              <a:cxnLst/>
              <a:rect l="l" t="t" r="r" b="b"/>
              <a:pathLst>
                <a:path w="20954" h="3175">
                  <a:moveTo>
                    <a:pt x="20306" y="0"/>
                  </a:moveTo>
                  <a:lnTo>
                    <a:pt x="0" y="2124"/>
                  </a:lnTo>
                  <a:lnTo>
                    <a:pt x="18773" y="170"/>
                  </a:lnTo>
                  <a:lnTo>
                    <a:pt x="19050" y="2804"/>
                  </a:lnTo>
                  <a:lnTo>
                    <a:pt x="20604" y="2633"/>
                  </a:lnTo>
                  <a:lnTo>
                    <a:pt x="20306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5" name="object 1215"/>
            <p:cNvSpPr/>
            <p:nvPr/>
          </p:nvSpPr>
          <p:spPr>
            <a:xfrm>
              <a:off x="8975260" y="7219824"/>
              <a:ext cx="19685" cy="7620"/>
            </a:xfrm>
            <a:custGeom>
              <a:avLst/>
              <a:gdLst/>
              <a:ahLst/>
              <a:cxnLst/>
              <a:rect l="l" t="t" r="r" b="b"/>
              <a:pathLst>
                <a:path w="19684" h="7620">
                  <a:moveTo>
                    <a:pt x="18773" y="0"/>
                  </a:moveTo>
                  <a:lnTo>
                    <a:pt x="0" y="1976"/>
                  </a:lnTo>
                  <a:lnTo>
                    <a:pt x="0" y="7307"/>
                  </a:lnTo>
                  <a:lnTo>
                    <a:pt x="19326" y="5267"/>
                  </a:lnTo>
                  <a:lnTo>
                    <a:pt x="18773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6" name="object 1216"/>
            <p:cNvSpPr/>
            <p:nvPr/>
          </p:nvSpPr>
          <p:spPr>
            <a:xfrm>
              <a:off x="9035666" y="721782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2405" y="0"/>
                  </a:moveTo>
                  <a:lnTo>
                    <a:pt x="0" y="254"/>
                  </a:lnTo>
                  <a:lnTo>
                    <a:pt x="276" y="2889"/>
                  </a:lnTo>
                  <a:lnTo>
                    <a:pt x="2682" y="2655"/>
                  </a:lnTo>
                  <a:lnTo>
                    <a:pt x="2405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7" name="object 1217"/>
            <p:cNvSpPr/>
            <p:nvPr/>
          </p:nvSpPr>
          <p:spPr>
            <a:xfrm>
              <a:off x="9016681" y="7215193"/>
              <a:ext cx="21590" cy="3175"/>
            </a:xfrm>
            <a:custGeom>
              <a:avLst/>
              <a:gdLst/>
              <a:ahLst/>
              <a:cxnLst/>
              <a:rect l="l" t="t" r="r" b="b"/>
              <a:pathLst>
                <a:path w="21590" h="3175">
                  <a:moveTo>
                    <a:pt x="21093" y="0"/>
                  </a:moveTo>
                  <a:lnTo>
                    <a:pt x="0" y="2230"/>
                  </a:lnTo>
                  <a:lnTo>
                    <a:pt x="18708" y="254"/>
                  </a:lnTo>
                  <a:lnTo>
                    <a:pt x="18985" y="2887"/>
                  </a:lnTo>
                  <a:lnTo>
                    <a:pt x="21390" y="2633"/>
                  </a:lnTo>
                  <a:lnTo>
                    <a:pt x="21093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8" name="object 1218"/>
            <p:cNvSpPr/>
            <p:nvPr/>
          </p:nvSpPr>
          <p:spPr>
            <a:xfrm>
              <a:off x="9016681" y="7215447"/>
              <a:ext cx="19685" cy="7620"/>
            </a:xfrm>
            <a:custGeom>
              <a:avLst/>
              <a:gdLst/>
              <a:ahLst/>
              <a:cxnLst/>
              <a:rect l="l" t="t" r="r" b="b"/>
              <a:pathLst>
                <a:path w="19684" h="7620">
                  <a:moveTo>
                    <a:pt x="18708" y="0"/>
                  </a:moveTo>
                  <a:lnTo>
                    <a:pt x="0" y="1976"/>
                  </a:lnTo>
                  <a:lnTo>
                    <a:pt x="552" y="7244"/>
                  </a:lnTo>
                  <a:lnTo>
                    <a:pt x="19262" y="5269"/>
                  </a:lnTo>
                  <a:lnTo>
                    <a:pt x="18708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9" name="object 1219"/>
            <p:cNvSpPr/>
            <p:nvPr/>
          </p:nvSpPr>
          <p:spPr>
            <a:xfrm>
              <a:off x="9077023" y="7213387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3256" y="0"/>
                  </a:moveTo>
                  <a:lnTo>
                    <a:pt x="0" y="339"/>
                  </a:lnTo>
                  <a:lnTo>
                    <a:pt x="275" y="2974"/>
                  </a:lnTo>
                  <a:lnTo>
                    <a:pt x="3533" y="2633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0" name="object 1220"/>
            <p:cNvSpPr/>
            <p:nvPr/>
          </p:nvSpPr>
          <p:spPr>
            <a:xfrm>
              <a:off x="9058888" y="7210732"/>
              <a:ext cx="21590" cy="3175"/>
            </a:xfrm>
            <a:custGeom>
              <a:avLst/>
              <a:gdLst/>
              <a:ahLst/>
              <a:cxnLst/>
              <a:rect l="l" t="t" r="r" b="b"/>
              <a:pathLst>
                <a:path w="21590" h="3175">
                  <a:moveTo>
                    <a:pt x="21093" y="0"/>
                  </a:moveTo>
                  <a:lnTo>
                    <a:pt x="0" y="2230"/>
                  </a:lnTo>
                  <a:lnTo>
                    <a:pt x="17858" y="360"/>
                  </a:lnTo>
                  <a:lnTo>
                    <a:pt x="18135" y="2994"/>
                  </a:lnTo>
                  <a:lnTo>
                    <a:pt x="21391" y="2655"/>
                  </a:lnTo>
                  <a:lnTo>
                    <a:pt x="21093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1" name="object 1221"/>
            <p:cNvSpPr/>
            <p:nvPr/>
          </p:nvSpPr>
          <p:spPr>
            <a:xfrm>
              <a:off x="9058888" y="7211093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5" h="7620">
                  <a:moveTo>
                    <a:pt x="17858" y="0"/>
                  </a:moveTo>
                  <a:lnTo>
                    <a:pt x="0" y="1869"/>
                  </a:lnTo>
                  <a:lnTo>
                    <a:pt x="553" y="7158"/>
                  </a:lnTo>
                  <a:lnTo>
                    <a:pt x="18411" y="5269"/>
                  </a:lnTo>
                  <a:lnTo>
                    <a:pt x="17858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2" name="object 1222"/>
            <p:cNvSpPr/>
            <p:nvPr/>
          </p:nvSpPr>
          <p:spPr>
            <a:xfrm>
              <a:off x="9118380" y="7208926"/>
              <a:ext cx="4445" cy="3175"/>
            </a:xfrm>
            <a:custGeom>
              <a:avLst/>
              <a:gdLst/>
              <a:ahLst/>
              <a:cxnLst/>
              <a:rect l="l" t="t" r="r" b="b"/>
              <a:pathLst>
                <a:path w="4445" h="3175">
                  <a:moveTo>
                    <a:pt x="4086" y="0"/>
                  </a:moveTo>
                  <a:lnTo>
                    <a:pt x="0" y="425"/>
                  </a:lnTo>
                  <a:lnTo>
                    <a:pt x="297" y="3079"/>
                  </a:lnTo>
                  <a:lnTo>
                    <a:pt x="4384" y="2633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3" name="object 1223"/>
            <p:cNvSpPr/>
            <p:nvPr/>
          </p:nvSpPr>
          <p:spPr>
            <a:xfrm>
              <a:off x="9118104" y="7206292"/>
              <a:ext cx="4445" cy="3175"/>
            </a:xfrm>
            <a:custGeom>
              <a:avLst/>
              <a:gdLst/>
              <a:ahLst/>
              <a:cxnLst/>
              <a:rect l="l" t="t" r="r" b="b"/>
              <a:pathLst>
                <a:path w="4445" h="3175">
                  <a:moveTo>
                    <a:pt x="4086" y="0"/>
                  </a:moveTo>
                  <a:lnTo>
                    <a:pt x="0" y="431"/>
                  </a:lnTo>
                  <a:lnTo>
                    <a:pt x="188" y="2230"/>
                  </a:lnTo>
                  <a:lnTo>
                    <a:pt x="276" y="3059"/>
                  </a:lnTo>
                  <a:lnTo>
                    <a:pt x="4362" y="2633"/>
                  </a:lnTo>
                  <a:lnTo>
                    <a:pt x="4131" y="431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4" name="object 1224"/>
            <p:cNvSpPr/>
            <p:nvPr/>
          </p:nvSpPr>
          <p:spPr>
            <a:xfrm>
              <a:off x="9101096" y="7206716"/>
              <a:ext cx="17780" cy="7620"/>
            </a:xfrm>
            <a:custGeom>
              <a:avLst/>
              <a:gdLst/>
              <a:ahLst/>
              <a:cxnLst/>
              <a:rect l="l" t="t" r="r" b="b"/>
              <a:pathLst>
                <a:path w="17779" h="7620">
                  <a:moveTo>
                    <a:pt x="17006" y="0"/>
                  </a:moveTo>
                  <a:lnTo>
                    <a:pt x="0" y="1805"/>
                  </a:lnTo>
                  <a:lnTo>
                    <a:pt x="553" y="7075"/>
                  </a:lnTo>
                  <a:lnTo>
                    <a:pt x="17580" y="5289"/>
                  </a:lnTo>
                  <a:lnTo>
                    <a:pt x="17006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5" name="object 1225"/>
            <p:cNvSpPr/>
            <p:nvPr/>
          </p:nvSpPr>
          <p:spPr>
            <a:xfrm>
              <a:off x="9159758" y="7204465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5" h="3175">
                  <a:moveTo>
                    <a:pt x="4916" y="0"/>
                  </a:moveTo>
                  <a:lnTo>
                    <a:pt x="0" y="530"/>
                  </a:lnTo>
                  <a:lnTo>
                    <a:pt x="276" y="3166"/>
                  </a:lnTo>
                  <a:lnTo>
                    <a:pt x="5214" y="2655"/>
                  </a:lnTo>
                  <a:lnTo>
                    <a:pt x="4916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6" name="object 1226"/>
            <p:cNvSpPr/>
            <p:nvPr/>
          </p:nvSpPr>
          <p:spPr>
            <a:xfrm>
              <a:off x="9143305" y="7201831"/>
              <a:ext cx="21590" cy="3175"/>
            </a:xfrm>
            <a:custGeom>
              <a:avLst/>
              <a:gdLst/>
              <a:ahLst/>
              <a:cxnLst/>
              <a:rect l="l" t="t" r="r" b="b"/>
              <a:pathLst>
                <a:path w="21590" h="3175">
                  <a:moveTo>
                    <a:pt x="21092" y="0"/>
                  </a:moveTo>
                  <a:lnTo>
                    <a:pt x="0" y="2230"/>
                  </a:lnTo>
                  <a:lnTo>
                    <a:pt x="16154" y="530"/>
                  </a:lnTo>
                  <a:lnTo>
                    <a:pt x="16452" y="3164"/>
                  </a:lnTo>
                  <a:lnTo>
                    <a:pt x="21369" y="2633"/>
                  </a:lnTo>
                  <a:lnTo>
                    <a:pt x="21092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7" name="object 1227"/>
            <p:cNvSpPr/>
            <p:nvPr/>
          </p:nvSpPr>
          <p:spPr>
            <a:xfrm>
              <a:off x="9143305" y="7202361"/>
              <a:ext cx="17145" cy="6985"/>
            </a:xfrm>
            <a:custGeom>
              <a:avLst/>
              <a:gdLst/>
              <a:ahLst/>
              <a:cxnLst/>
              <a:rect l="l" t="t" r="r" b="b"/>
              <a:pathLst>
                <a:path w="17145" h="6984">
                  <a:moveTo>
                    <a:pt x="16154" y="0"/>
                  </a:moveTo>
                  <a:lnTo>
                    <a:pt x="0" y="1699"/>
                  </a:lnTo>
                  <a:lnTo>
                    <a:pt x="552" y="6968"/>
                  </a:lnTo>
                  <a:lnTo>
                    <a:pt x="16729" y="5269"/>
                  </a:lnTo>
                  <a:lnTo>
                    <a:pt x="16154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8" name="object 1228"/>
            <p:cNvSpPr/>
            <p:nvPr/>
          </p:nvSpPr>
          <p:spPr>
            <a:xfrm>
              <a:off x="9201114" y="7200025"/>
              <a:ext cx="6350" cy="3810"/>
            </a:xfrm>
            <a:custGeom>
              <a:avLst/>
              <a:gdLst/>
              <a:ahLst/>
              <a:cxnLst/>
              <a:rect l="l" t="t" r="r" b="b"/>
              <a:pathLst>
                <a:path w="6350" h="3809">
                  <a:moveTo>
                    <a:pt x="5768" y="0"/>
                  </a:moveTo>
                  <a:lnTo>
                    <a:pt x="0" y="615"/>
                  </a:lnTo>
                  <a:lnTo>
                    <a:pt x="276" y="3251"/>
                  </a:lnTo>
                  <a:lnTo>
                    <a:pt x="6045" y="2633"/>
                  </a:lnTo>
                  <a:lnTo>
                    <a:pt x="5768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9" name="object 1229"/>
            <p:cNvSpPr/>
            <p:nvPr/>
          </p:nvSpPr>
          <p:spPr>
            <a:xfrm>
              <a:off x="9185512" y="7197391"/>
              <a:ext cx="21590" cy="3810"/>
            </a:xfrm>
            <a:custGeom>
              <a:avLst/>
              <a:gdLst/>
              <a:ahLst/>
              <a:cxnLst/>
              <a:rect l="l" t="t" r="r" b="b"/>
              <a:pathLst>
                <a:path w="21590" h="3809">
                  <a:moveTo>
                    <a:pt x="21093" y="0"/>
                  </a:moveTo>
                  <a:lnTo>
                    <a:pt x="0" y="2209"/>
                  </a:lnTo>
                  <a:lnTo>
                    <a:pt x="15325" y="615"/>
                  </a:lnTo>
                  <a:lnTo>
                    <a:pt x="15601" y="3249"/>
                  </a:lnTo>
                  <a:lnTo>
                    <a:pt x="21370" y="2633"/>
                  </a:lnTo>
                  <a:lnTo>
                    <a:pt x="21093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0" name="object 1230"/>
            <p:cNvSpPr/>
            <p:nvPr/>
          </p:nvSpPr>
          <p:spPr>
            <a:xfrm>
              <a:off x="9185512" y="7198007"/>
              <a:ext cx="15875" cy="6985"/>
            </a:xfrm>
            <a:custGeom>
              <a:avLst/>
              <a:gdLst/>
              <a:ahLst/>
              <a:cxnLst/>
              <a:rect l="l" t="t" r="r" b="b"/>
              <a:pathLst>
                <a:path w="15875" h="6984">
                  <a:moveTo>
                    <a:pt x="15325" y="0"/>
                  </a:moveTo>
                  <a:lnTo>
                    <a:pt x="0" y="1614"/>
                  </a:lnTo>
                  <a:lnTo>
                    <a:pt x="553" y="6883"/>
                  </a:lnTo>
                  <a:lnTo>
                    <a:pt x="15878" y="5269"/>
                  </a:lnTo>
                  <a:lnTo>
                    <a:pt x="15325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1" name="object 1231"/>
            <p:cNvSpPr/>
            <p:nvPr/>
          </p:nvSpPr>
          <p:spPr>
            <a:xfrm>
              <a:off x="9242470" y="7195564"/>
              <a:ext cx="6985" cy="3810"/>
            </a:xfrm>
            <a:custGeom>
              <a:avLst/>
              <a:gdLst/>
              <a:ahLst/>
              <a:cxnLst/>
              <a:rect l="l" t="t" r="r" b="b"/>
              <a:pathLst>
                <a:path w="6984" h="3809">
                  <a:moveTo>
                    <a:pt x="6620" y="0"/>
                  </a:moveTo>
                  <a:lnTo>
                    <a:pt x="0" y="701"/>
                  </a:lnTo>
                  <a:lnTo>
                    <a:pt x="276" y="3335"/>
                  </a:lnTo>
                  <a:lnTo>
                    <a:pt x="6896" y="2654"/>
                  </a:lnTo>
                  <a:lnTo>
                    <a:pt x="6620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2" name="object 1232"/>
            <p:cNvSpPr/>
            <p:nvPr/>
          </p:nvSpPr>
          <p:spPr>
            <a:xfrm>
              <a:off x="9227720" y="7192929"/>
              <a:ext cx="21590" cy="3810"/>
            </a:xfrm>
            <a:custGeom>
              <a:avLst/>
              <a:gdLst/>
              <a:ahLst/>
              <a:cxnLst/>
              <a:rect l="l" t="t" r="r" b="b"/>
              <a:pathLst>
                <a:path w="21590" h="3809">
                  <a:moveTo>
                    <a:pt x="21093" y="0"/>
                  </a:moveTo>
                  <a:lnTo>
                    <a:pt x="0" y="2231"/>
                  </a:lnTo>
                  <a:lnTo>
                    <a:pt x="14472" y="701"/>
                  </a:lnTo>
                  <a:lnTo>
                    <a:pt x="14749" y="3336"/>
                  </a:lnTo>
                  <a:lnTo>
                    <a:pt x="21370" y="2635"/>
                  </a:lnTo>
                  <a:lnTo>
                    <a:pt x="21093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3" name="object 1233"/>
            <p:cNvSpPr/>
            <p:nvPr/>
          </p:nvSpPr>
          <p:spPr>
            <a:xfrm>
              <a:off x="9227720" y="7193630"/>
              <a:ext cx="15240" cy="6985"/>
            </a:xfrm>
            <a:custGeom>
              <a:avLst/>
              <a:gdLst/>
              <a:ahLst/>
              <a:cxnLst/>
              <a:rect l="l" t="t" r="r" b="b"/>
              <a:pathLst>
                <a:path w="15240" h="6984">
                  <a:moveTo>
                    <a:pt x="14472" y="0"/>
                  </a:moveTo>
                  <a:lnTo>
                    <a:pt x="0" y="1530"/>
                  </a:lnTo>
                  <a:lnTo>
                    <a:pt x="553" y="6798"/>
                  </a:lnTo>
                  <a:lnTo>
                    <a:pt x="15026" y="5269"/>
                  </a:lnTo>
                  <a:lnTo>
                    <a:pt x="14472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4" name="object 1234"/>
            <p:cNvSpPr/>
            <p:nvPr/>
          </p:nvSpPr>
          <p:spPr>
            <a:xfrm>
              <a:off x="9283828" y="7191125"/>
              <a:ext cx="8255" cy="3810"/>
            </a:xfrm>
            <a:custGeom>
              <a:avLst/>
              <a:gdLst/>
              <a:ahLst/>
              <a:cxnLst/>
              <a:rect l="l" t="t" r="r" b="b"/>
              <a:pathLst>
                <a:path w="8254" h="3809">
                  <a:moveTo>
                    <a:pt x="7470" y="0"/>
                  </a:moveTo>
                  <a:lnTo>
                    <a:pt x="0" y="784"/>
                  </a:lnTo>
                  <a:lnTo>
                    <a:pt x="275" y="3420"/>
                  </a:lnTo>
                  <a:lnTo>
                    <a:pt x="7747" y="2633"/>
                  </a:lnTo>
                  <a:lnTo>
                    <a:pt x="7470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5" name="object 1235"/>
            <p:cNvSpPr/>
            <p:nvPr/>
          </p:nvSpPr>
          <p:spPr>
            <a:xfrm>
              <a:off x="9269928" y="7188469"/>
              <a:ext cx="21590" cy="3810"/>
            </a:xfrm>
            <a:custGeom>
              <a:avLst/>
              <a:gdLst/>
              <a:ahLst/>
              <a:cxnLst/>
              <a:rect l="l" t="t" r="r" b="b"/>
              <a:pathLst>
                <a:path w="21590" h="3809">
                  <a:moveTo>
                    <a:pt x="21093" y="0"/>
                  </a:moveTo>
                  <a:lnTo>
                    <a:pt x="0" y="2230"/>
                  </a:lnTo>
                  <a:lnTo>
                    <a:pt x="13623" y="806"/>
                  </a:lnTo>
                  <a:lnTo>
                    <a:pt x="13900" y="3440"/>
                  </a:lnTo>
                  <a:lnTo>
                    <a:pt x="21370" y="2655"/>
                  </a:lnTo>
                  <a:lnTo>
                    <a:pt x="21093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6" name="object 1236"/>
            <p:cNvSpPr/>
            <p:nvPr/>
          </p:nvSpPr>
          <p:spPr>
            <a:xfrm>
              <a:off x="9269928" y="7189275"/>
              <a:ext cx="14604" cy="6985"/>
            </a:xfrm>
            <a:custGeom>
              <a:avLst/>
              <a:gdLst/>
              <a:ahLst/>
              <a:cxnLst/>
              <a:rect l="l" t="t" r="r" b="b"/>
              <a:pathLst>
                <a:path w="14604" h="6984">
                  <a:moveTo>
                    <a:pt x="13623" y="0"/>
                  </a:moveTo>
                  <a:lnTo>
                    <a:pt x="0" y="1423"/>
                  </a:lnTo>
                  <a:lnTo>
                    <a:pt x="553" y="6713"/>
                  </a:lnTo>
                  <a:lnTo>
                    <a:pt x="14175" y="5269"/>
                  </a:lnTo>
                  <a:lnTo>
                    <a:pt x="13623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7" name="object 1237"/>
            <p:cNvSpPr/>
            <p:nvPr/>
          </p:nvSpPr>
          <p:spPr>
            <a:xfrm>
              <a:off x="9325184" y="7186663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8322" y="0"/>
                  </a:moveTo>
                  <a:lnTo>
                    <a:pt x="0" y="871"/>
                  </a:lnTo>
                  <a:lnTo>
                    <a:pt x="276" y="3526"/>
                  </a:lnTo>
                  <a:lnTo>
                    <a:pt x="8599" y="2633"/>
                  </a:lnTo>
                  <a:lnTo>
                    <a:pt x="8322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8" name="object 1238"/>
            <p:cNvSpPr/>
            <p:nvPr/>
          </p:nvSpPr>
          <p:spPr>
            <a:xfrm>
              <a:off x="9324908" y="7184029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8321" y="0"/>
                  </a:moveTo>
                  <a:lnTo>
                    <a:pt x="0" y="879"/>
                  </a:lnTo>
                  <a:lnTo>
                    <a:pt x="141" y="2230"/>
                  </a:lnTo>
                  <a:lnTo>
                    <a:pt x="184" y="2633"/>
                  </a:lnTo>
                  <a:lnTo>
                    <a:pt x="275" y="3505"/>
                  </a:lnTo>
                  <a:lnTo>
                    <a:pt x="8598" y="2633"/>
                  </a:lnTo>
                  <a:lnTo>
                    <a:pt x="8413" y="879"/>
                  </a:lnTo>
                  <a:lnTo>
                    <a:pt x="8321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9" name="object 1239"/>
            <p:cNvSpPr/>
            <p:nvPr/>
          </p:nvSpPr>
          <p:spPr>
            <a:xfrm>
              <a:off x="9312136" y="7184899"/>
              <a:ext cx="13335" cy="6985"/>
            </a:xfrm>
            <a:custGeom>
              <a:avLst/>
              <a:gdLst/>
              <a:ahLst/>
              <a:cxnLst/>
              <a:rect l="l" t="t" r="r" b="b"/>
              <a:pathLst>
                <a:path w="13334" h="6984">
                  <a:moveTo>
                    <a:pt x="12771" y="0"/>
                  </a:moveTo>
                  <a:lnTo>
                    <a:pt x="0" y="1360"/>
                  </a:lnTo>
                  <a:lnTo>
                    <a:pt x="553" y="6628"/>
                  </a:lnTo>
                  <a:lnTo>
                    <a:pt x="13324" y="5290"/>
                  </a:lnTo>
                  <a:lnTo>
                    <a:pt x="12771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0" name="object 1240"/>
            <p:cNvSpPr/>
            <p:nvPr/>
          </p:nvSpPr>
          <p:spPr>
            <a:xfrm>
              <a:off x="9366541" y="7182223"/>
              <a:ext cx="9525" cy="3810"/>
            </a:xfrm>
            <a:custGeom>
              <a:avLst/>
              <a:gdLst/>
              <a:ahLst/>
              <a:cxnLst/>
              <a:rect l="l" t="t" r="r" b="b"/>
              <a:pathLst>
                <a:path w="9525" h="3809">
                  <a:moveTo>
                    <a:pt x="9174" y="0"/>
                  </a:moveTo>
                  <a:lnTo>
                    <a:pt x="0" y="956"/>
                  </a:lnTo>
                  <a:lnTo>
                    <a:pt x="298" y="3590"/>
                  </a:lnTo>
                  <a:lnTo>
                    <a:pt x="9450" y="2633"/>
                  </a:lnTo>
                  <a:lnTo>
                    <a:pt x="9174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1" name="object 1241"/>
            <p:cNvSpPr/>
            <p:nvPr/>
          </p:nvSpPr>
          <p:spPr>
            <a:xfrm>
              <a:off x="9354345" y="7179567"/>
              <a:ext cx="21590" cy="3810"/>
            </a:xfrm>
            <a:custGeom>
              <a:avLst/>
              <a:gdLst/>
              <a:ahLst/>
              <a:cxnLst/>
              <a:rect l="l" t="t" r="r" b="b"/>
              <a:pathLst>
                <a:path w="21590" h="3809">
                  <a:moveTo>
                    <a:pt x="21093" y="0"/>
                  </a:moveTo>
                  <a:lnTo>
                    <a:pt x="0" y="2230"/>
                  </a:lnTo>
                  <a:lnTo>
                    <a:pt x="11918" y="976"/>
                  </a:lnTo>
                  <a:lnTo>
                    <a:pt x="12195" y="3611"/>
                  </a:lnTo>
                  <a:lnTo>
                    <a:pt x="21370" y="2655"/>
                  </a:lnTo>
                  <a:lnTo>
                    <a:pt x="21093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2" name="object 1242"/>
            <p:cNvSpPr/>
            <p:nvPr/>
          </p:nvSpPr>
          <p:spPr>
            <a:xfrm>
              <a:off x="9354345" y="7180544"/>
              <a:ext cx="12700" cy="6985"/>
            </a:xfrm>
            <a:custGeom>
              <a:avLst/>
              <a:gdLst/>
              <a:ahLst/>
              <a:cxnLst/>
              <a:rect l="l" t="t" r="r" b="b"/>
              <a:pathLst>
                <a:path w="12700" h="6984">
                  <a:moveTo>
                    <a:pt x="11918" y="0"/>
                  </a:moveTo>
                  <a:lnTo>
                    <a:pt x="0" y="1253"/>
                  </a:lnTo>
                  <a:lnTo>
                    <a:pt x="552" y="6543"/>
                  </a:lnTo>
                  <a:lnTo>
                    <a:pt x="12494" y="526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3" name="object 1243"/>
            <p:cNvSpPr/>
            <p:nvPr/>
          </p:nvSpPr>
          <p:spPr>
            <a:xfrm>
              <a:off x="8985477" y="7258593"/>
              <a:ext cx="10160" cy="3810"/>
            </a:xfrm>
            <a:custGeom>
              <a:avLst/>
              <a:gdLst/>
              <a:ahLst/>
              <a:cxnLst/>
              <a:rect l="l" t="t" r="r" b="b"/>
              <a:pathLst>
                <a:path w="10159" h="3809">
                  <a:moveTo>
                    <a:pt x="9726" y="0"/>
                  </a:moveTo>
                  <a:lnTo>
                    <a:pt x="0" y="1019"/>
                  </a:lnTo>
                  <a:lnTo>
                    <a:pt x="276" y="3675"/>
                  </a:lnTo>
                  <a:lnTo>
                    <a:pt x="10003" y="2635"/>
                  </a:lnTo>
                  <a:lnTo>
                    <a:pt x="9726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4" name="object 1244"/>
            <p:cNvSpPr/>
            <p:nvPr/>
          </p:nvSpPr>
          <p:spPr>
            <a:xfrm>
              <a:off x="8985200" y="7255959"/>
              <a:ext cx="10160" cy="3810"/>
            </a:xfrm>
            <a:custGeom>
              <a:avLst/>
              <a:gdLst/>
              <a:ahLst/>
              <a:cxnLst/>
              <a:rect l="l" t="t" r="r" b="b"/>
              <a:pathLst>
                <a:path w="10159" h="3809">
                  <a:moveTo>
                    <a:pt x="9726" y="0"/>
                  </a:moveTo>
                  <a:lnTo>
                    <a:pt x="0" y="1020"/>
                  </a:lnTo>
                  <a:lnTo>
                    <a:pt x="109" y="2061"/>
                  </a:lnTo>
                  <a:lnTo>
                    <a:pt x="169" y="2633"/>
                  </a:lnTo>
                  <a:lnTo>
                    <a:pt x="276" y="3653"/>
                  </a:lnTo>
                  <a:lnTo>
                    <a:pt x="10003" y="2633"/>
                  </a:lnTo>
                  <a:lnTo>
                    <a:pt x="9943" y="2061"/>
                  </a:lnTo>
                  <a:lnTo>
                    <a:pt x="9834" y="1020"/>
                  </a:lnTo>
                  <a:lnTo>
                    <a:pt x="9726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5" name="object 1245"/>
            <p:cNvSpPr/>
            <p:nvPr/>
          </p:nvSpPr>
          <p:spPr>
            <a:xfrm>
              <a:off x="8975282" y="7256979"/>
              <a:ext cx="10795" cy="6985"/>
            </a:xfrm>
            <a:custGeom>
              <a:avLst/>
              <a:gdLst/>
              <a:ahLst/>
              <a:cxnLst/>
              <a:rect l="l" t="t" r="r" b="b"/>
              <a:pathLst>
                <a:path w="10795" h="6984">
                  <a:moveTo>
                    <a:pt x="9918" y="0"/>
                  </a:moveTo>
                  <a:lnTo>
                    <a:pt x="0" y="1041"/>
                  </a:lnTo>
                  <a:lnTo>
                    <a:pt x="0" y="6394"/>
                  </a:lnTo>
                  <a:lnTo>
                    <a:pt x="10472" y="5289"/>
                  </a:lnTo>
                  <a:lnTo>
                    <a:pt x="9918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6" name="object 1246"/>
            <p:cNvSpPr/>
            <p:nvPr/>
          </p:nvSpPr>
          <p:spPr>
            <a:xfrm>
              <a:off x="9016169" y="7254238"/>
              <a:ext cx="20955" cy="5080"/>
            </a:xfrm>
            <a:custGeom>
              <a:avLst/>
              <a:gdLst/>
              <a:ahLst/>
              <a:cxnLst/>
              <a:rect l="l" t="t" r="r" b="b"/>
              <a:pathLst>
                <a:path w="20954" h="5079">
                  <a:moveTo>
                    <a:pt x="20391" y="0"/>
                  </a:moveTo>
                  <a:lnTo>
                    <a:pt x="11515" y="934"/>
                  </a:lnTo>
                  <a:lnTo>
                    <a:pt x="11791" y="3568"/>
                  </a:lnTo>
                  <a:lnTo>
                    <a:pt x="0" y="4822"/>
                  </a:lnTo>
                  <a:lnTo>
                    <a:pt x="20667" y="2633"/>
                  </a:lnTo>
                  <a:lnTo>
                    <a:pt x="20391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7" name="object 1247"/>
            <p:cNvSpPr/>
            <p:nvPr/>
          </p:nvSpPr>
          <p:spPr>
            <a:xfrm>
              <a:off x="9027409" y="7251583"/>
              <a:ext cx="9525" cy="3810"/>
            </a:xfrm>
            <a:custGeom>
              <a:avLst/>
              <a:gdLst/>
              <a:ahLst/>
              <a:cxnLst/>
              <a:rect l="l" t="t" r="r" b="b"/>
              <a:pathLst>
                <a:path w="9525" h="3809">
                  <a:moveTo>
                    <a:pt x="8874" y="0"/>
                  </a:moveTo>
                  <a:lnTo>
                    <a:pt x="0" y="956"/>
                  </a:lnTo>
                  <a:lnTo>
                    <a:pt x="275" y="3590"/>
                  </a:lnTo>
                  <a:lnTo>
                    <a:pt x="9151" y="2655"/>
                  </a:lnTo>
                  <a:lnTo>
                    <a:pt x="8874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8" name="object 1248"/>
            <p:cNvSpPr/>
            <p:nvPr/>
          </p:nvSpPr>
          <p:spPr>
            <a:xfrm>
              <a:off x="9015595" y="7252539"/>
              <a:ext cx="12700" cy="6985"/>
            </a:xfrm>
            <a:custGeom>
              <a:avLst/>
              <a:gdLst/>
              <a:ahLst/>
              <a:cxnLst/>
              <a:rect l="l" t="t" r="r" b="b"/>
              <a:pathLst>
                <a:path w="12700" h="6984">
                  <a:moveTo>
                    <a:pt x="11813" y="0"/>
                  </a:moveTo>
                  <a:lnTo>
                    <a:pt x="0" y="1231"/>
                  </a:lnTo>
                  <a:lnTo>
                    <a:pt x="574" y="6521"/>
                  </a:lnTo>
                  <a:lnTo>
                    <a:pt x="12365" y="5267"/>
                  </a:lnTo>
                  <a:lnTo>
                    <a:pt x="11813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9" name="object 1249"/>
            <p:cNvSpPr/>
            <p:nvPr/>
          </p:nvSpPr>
          <p:spPr>
            <a:xfrm>
              <a:off x="9057526" y="7249862"/>
              <a:ext cx="20955" cy="5080"/>
            </a:xfrm>
            <a:custGeom>
              <a:avLst/>
              <a:gdLst/>
              <a:ahLst/>
              <a:cxnLst/>
              <a:rect l="l" t="t" r="r" b="b"/>
              <a:pathLst>
                <a:path w="20954" h="5079">
                  <a:moveTo>
                    <a:pt x="20389" y="0"/>
                  </a:moveTo>
                  <a:lnTo>
                    <a:pt x="12365" y="850"/>
                  </a:lnTo>
                  <a:lnTo>
                    <a:pt x="12642" y="3505"/>
                  </a:lnTo>
                  <a:lnTo>
                    <a:pt x="0" y="4823"/>
                  </a:lnTo>
                  <a:lnTo>
                    <a:pt x="20666" y="2655"/>
                  </a:lnTo>
                  <a:lnTo>
                    <a:pt x="20389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0" name="object 1250"/>
            <p:cNvSpPr/>
            <p:nvPr/>
          </p:nvSpPr>
          <p:spPr>
            <a:xfrm>
              <a:off x="9069594" y="7247228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8046" y="0"/>
                  </a:moveTo>
                  <a:lnTo>
                    <a:pt x="0" y="851"/>
                  </a:lnTo>
                  <a:lnTo>
                    <a:pt x="151" y="2188"/>
                  </a:lnTo>
                  <a:lnTo>
                    <a:pt x="201" y="2633"/>
                  </a:lnTo>
                  <a:lnTo>
                    <a:pt x="298" y="3484"/>
                  </a:lnTo>
                  <a:lnTo>
                    <a:pt x="8322" y="2633"/>
                  </a:lnTo>
                  <a:lnTo>
                    <a:pt x="8135" y="851"/>
                  </a:lnTo>
                  <a:lnTo>
                    <a:pt x="8046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1" name="object 1251"/>
            <p:cNvSpPr/>
            <p:nvPr/>
          </p:nvSpPr>
          <p:spPr>
            <a:xfrm>
              <a:off x="9056973" y="7248078"/>
              <a:ext cx="13335" cy="6985"/>
            </a:xfrm>
            <a:custGeom>
              <a:avLst/>
              <a:gdLst/>
              <a:ahLst/>
              <a:cxnLst/>
              <a:rect l="l" t="t" r="r" b="b"/>
              <a:pathLst>
                <a:path w="13334" h="6984">
                  <a:moveTo>
                    <a:pt x="12621" y="0"/>
                  </a:moveTo>
                  <a:lnTo>
                    <a:pt x="0" y="1338"/>
                  </a:lnTo>
                  <a:lnTo>
                    <a:pt x="553" y="6607"/>
                  </a:lnTo>
                  <a:lnTo>
                    <a:pt x="13196" y="5289"/>
                  </a:lnTo>
                  <a:lnTo>
                    <a:pt x="12621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2" name="object 1252"/>
            <p:cNvSpPr/>
            <p:nvPr/>
          </p:nvSpPr>
          <p:spPr>
            <a:xfrm>
              <a:off x="9111057" y="7245507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8216" y="0"/>
                  </a:moveTo>
                  <a:lnTo>
                    <a:pt x="1043" y="765"/>
                  </a:lnTo>
                  <a:lnTo>
                    <a:pt x="1320" y="3399"/>
                  </a:lnTo>
                  <a:lnTo>
                    <a:pt x="0" y="3526"/>
                  </a:lnTo>
                  <a:lnTo>
                    <a:pt x="8514" y="2635"/>
                  </a:lnTo>
                  <a:lnTo>
                    <a:pt x="8216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3" name="object 1253"/>
            <p:cNvSpPr/>
            <p:nvPr/>
          </p:nvSpPr>
          <p:spPr>
            <a:xfrm>
              <a:off x="9111804" y="7242873"/>
              <a:ext cx="7620" cy="3810"/>
            </a:xfrm>
            <a:custGeom>
              <a:avLst/>
              <a:gdLst/>
              <a:ahLst/>
              <a:cxnLst/>
              <a:rect l="l" t="t" r="r" b="b"/>
              <a:pathLst>
                <a:path w="7620" h="3809">
                  <a:moveTo>
                    <a:pt x="7193" y="0"/>
                  </a:moveTo>
                  <a:lnTo>
                    <a:pt x="0" y="754"/>
                  </a:lnTo>
                  <a:lnTo>
                    <a:pt x="158" y="2166"/>
                  </a:lnTo>
                  <a:lnTo>
                    <a:pt x="211" y="2633"/>
                  </a:lnTo>
                  <a:lnTo>
                    <a:pt x="297" y="3399"/>
                  </a:lnTo>
                  <a:lnTo>
                    <a:pt x="7470" y="2633"/>
                  </a:lnTo>
                  <a:lnTo>
                    <a:pt x="7272" y="754"/>
                  </a:lnTo>
                  <a:lnTo>
                    <a:pt x="7193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4" name="object 1254"/>
            <p:cNvSpPr/>
            <p:nvPr/>
          </p:nvSpPr>
          <p:spPr>
            <a:xfrm>
              <a:off x="9098329" y="7243617"/>
              <a:ext cx="14604" cy="6985"/>
            </a:xfrm>
            <a:custGeom>
              <a:avLst/>
              <a:gdLst/>
              <a:ahLst/>
              <a:cxnLst/>
              <a:rect l="l" t="t" r="r" b="b"/>
              <a:pathLst>
                <a:path w="14604" h="6984">
                  <a:moveTo>
                    <a:pt x="13473" y="0"/>
                  </a:moveTo>
                  <a:lnTo>
                    <a:pt x="0" y="1422"/>
                  </a:lnTo>
                  <a:lnTo>
                    <a:pt x="553" y="6711"/>
                  </a:lnTo>
                  <a:lnTo>
                    <a:pt x="14048" y="5289"/>
                  </a:lnTo>
                  <a:lnTo>
                    <a:pt x="13473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5" name="object 1255"/>
            <p:cNvSpPr/>
            <p:nvPr/>
          </p:nvSpPr>
          <p:spPr>
            <a:xfrm>
              <a:off x="9140239" y="7241152"/>
              <a:ext cx="20955" cy="5080"/>
            </a:xfrm>
            <a:custGeom>
              <a:avLst/>
              <a:gdLst/>
              <a:ahLst/>
              <a:cxnLst/>
              <a:rect l="l" t="t" r="r" b="b"/>
              <a:pathLst>
                <a:path w="20954" h="5079">
                  <a:moveTo>
                    <a:pt x="20412" y="0"/>
                  </a:moveTo>
                  <a:lnTo>
                    <a:pt x="14048" y="659"/>
                  </a:lnTo>
                  <a:lnTo>
                    <a:pt x="14345" y="3293"/>
                  </a:lnTo>
                  <a:lnTo>
                    <a:pt x="0" y="4822"/>
                  </a:lnTo>
                  <a:lnTo>
                    <a:pt x="20689" y="2633"/>
                  </a:lnTo>
                  <a:lnTo>
                    <a:pt x="20412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6" name="object 1256"/>
            <p:cNvSpPr/>
            <p:nvPr/>
          </p:nvSpPr>
          <p:spPr>
            <a:xfrm>
              <a:off x="9139686" y="7238497"/>
              <a:ext cx="21590" cy="3810"/>
            </a:xfrm>
            <a:custGeom>
              <a:avLst/>
              <a:gdLst/>
              <a:ahLst/>
              <a:cxnLst/>
              <a:rect l="l" t="t" r="r" b="b"/>
              <a:pathLst>
                <a:path w="21590" h="3809">
                  <a:moveTo>
                    <a:pt x="20667" y="0"/>
                  </a:moveTo>
                  <a:lnTo>
                    <a:pt x="0" y="2188"/>
                  </a:lnTo>
                  <a:lnTo>
                    <a:pt x="14325" y="680"/>
                  </a:lnTo>
                  <a:lnTo>
                    <a:pt x="14602" y="3314"/>
                  </a:lnTo>
                  <a:lnTo>
                    <a:pt x="20966" y="2655"/>
                  </a:lnTo>
                  <a:lnTo>
                    <a:pt x="20667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7" name="object 1257"/>
            <p:cNvSpPr/>
            <p:nvPr/>
          </p:nvSpPr>
          <p:spPr>
            <a:xfrm>
              <a:off x="9139686" y="7239177"/>
              <a:ext cx="15240" cy="6985"/>
            </a:xfrm>
            <a:custGeom>
              <a:avLst/>
              <a:gdLst/>
              <a:ahLst/>
              <a:cxnLst/>
              <a:rect l="l" t="t" r="r" b="b"/>
              <a:pathLst>
                <a:path w="15240" h="6984">
                  <a:moveTo>
                    <a:pt x="14325" y="0"/>
                  </a:moveTo>
                  <a:lnTo>
                    <a:pt x="0" y="1507"/>
                  </a:lnTo>
                  <a:lnTo>
                    <a:pt x="553" y="6797"/>
                  </a:lnTo>
                  <a:lnTo>
                    <a:pt x="14899" y="5267"/>
                  </a:lnTo>
                  <a:lnTo>
                    <a:pt x="14325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8" name="object 1258"/>
            <p:cNvSpPr/>
            <p:nvPr/>
          </p:nvSpPr>
          <p:spPr>
            <a:xfrm>
              <a:off x="9181595" y="7236776"/>
              <a:ext cx="20955" cy="5080"/>
            </a:xfrm>
            <a:custGeom>
              <a:avLst/>
              <a:gdLst/>
              <a:ahLst/>
              <a:cxnLst/>
              <a:rect l="l" t="t" r="r" b="b"/>
              <a:pathLst>
                <a:path w="20954" h="5079">
                  <a:moveTo>
                    <a:pt x="20412" y="0"/>
                  </a:moveTo>
                  <a:lnTo>
                    <a:pt x="14899" y="595"/>
                  </a:lnTo>
                  <a:lnTo>
                    <a:pt x="15198" y="3229"/>
                  </a:lnTo>
                  <a:lnTo>
                    <a:pt x="0" y="4823"/>
                  </a:lnTo>
                  <a:lnTo>
                    <a:pt x="20689" y="2635"/>
                  </a:lnTo>
                  <a:lnTo>
                    <a:pt x="20412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9" name="object 1259"/>
            <p:cNvSpPr/>
            <p:nvPr/>
          </p:nvSpPr>
          <p:spPr>
            <a:xfrm>
              <a:off x="9196219" y="7234142"/>
              <a:ext cx="6350" cy="3810"/>
            </a:xfrm>
            <a:custGeom>
              <a:avLst/>
              <a:gdLst/>
              <a:ahLst/>
              <a:cxnLst/>
              <a:rect l="l" t="t" r="r" b="b"/>
              <a:pathLst>
                <a:path w="6350" h="3809">
                  <a:moveTo>
                    <a:pt x="5512" y="0"/>
                  </a:moveTo>
                  <a:lnTo>
                    <a:pt x="0" y="579"/>
                  </a:lnTo>
                  <a:lnTo>
                    <a:pt x="116" y="1699"/>
                  </a:lnTo>
                  <a:lnTo>
                    <a:pt x="214" y="2633"/>
                  </a:lnTo>
                  <a:lnTo>
                    <a:pt x="276" y="3229"/>
                  </a:lnTo>
                  <a:lnTo>
                    <a:pt x="5789" y="2633"/>
                  </a:lnTo>
                  <a:lnTo>
                    <a:pt x="5691" y="1699"/>
                  </a:lnTo>
                  <a:lnTo>
                    <a:pt x="5573" y="579"/>
                  </a:lnTo>
                  <a:lnTo>
                    <a:pt x="5512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0" name="object 1260"/>
            <p:cNvSpPr/>
            <p:nvPr/>
          </p:nvSpPr>
          <p:spPr>
            <a:xfrm>
              <a:off x="9181043" y="7234716"/>
              <a:ext cx="15875" cy="6985"/>
            </a:xfrm>
            <a:custGeom>
              <a:avLst/>
              <a:gdLst/>
              <a:ahLst/>
              <a:cxnLst/>
              <a:rect l="l" t="t" r="r" b="b"/>
              <a:pathLst>
                <a:path w="15875" h="6984">
                  <a:moveTo>
                    <a:pt x="15175" y="0"/>
                  </a:moveTo>
                  <a:lnTo>
                    <a:pt x="0" y="1614"/>
                  </a:lnTo>
                  <a:lnTo>
                    <a:pt x="552" y="6883"/>
                  </a:lnTo>
                  <a:lnTo>
                    <a:pt x="15750" y="5289"/>
                  </a:lnTo>
                  <a:lnTo>
                    <a:pt x="15175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1" name="object 1261"/>
            <p:cNvSpPr/>
            <p:nvPr/>
          </p:nvSpPr>
          <p:spPr>
            <a:xfrm>
              <a:off x="9222953" y="7232421"/>
              <a:ext cx="20955" cy="5080"/>
            </a:xfrm>
            <a:custGeom>
              <a:avLst/>
              <a:gdLst/>
              <a:ahLst/>
              <a:cxnLst/>
              <a:rect l="l" t="t" r="r" b="b"/>
              <a:pathLst>
                <a:path w="20954" h="5079">
                  <a:moveTo>
                    <a:pt x="20411" y="0"/>
                  </a:moveTo>
                  <a:lnTo>
                    <a:pt x="15750" y="488"/>
                  </a:lnTo>
                  <a:lnTo>
                    <a:pt x="16027" y="3122"/>
                  </a:lnTo>
                  <a:lnTo>
                    <a:pt x="0" y="4822"/>
                  </a:lnTo>
                  <a:lnTo>
                    <a:pt x="20688" y="2635"/>
                  </a:lnTo>
                  <a:lnTo>
                    <a:pt x="20411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2" name="object 1262"/>
            <p:cNvSpPr/>
            <p:nvPr/>
          </p:nvSpPr>
          <p:spPr>
            <a:xfrm>
              <a:off x="9238427" y="7229787"/>
              <a:ext cx="5080" cy="3175"/>
            </a:xfrm>
            <a:custGeom>
              <a:avLst/>
              <a:gdLst/>
              <a:ahLst/>
              <a:cxnLst/>
              <a:rect l="l" t="t" r="r" b="b"/>
              <a:pathLst>
                <a:path w="5079" h="3175">
                  <a:moveTo>
                    <a:pt x="4660" y="0"/>
                  </a:moveTo>
                  <a:lnTo>
                    <a:pt x="0" y="488"/>
                  </a:lnTo>
                  <a:lnTo>
                    <a:pt x="225" y="2633"/>
                  </a:lnTo>
                  <a:lnTo>
                    <a:pt x="276" y="3122"/>
                  </a:lnTo>
                  <a:lnTo>
                    <a:pt x="4937" y="2633"/>
                  </a:lnTo>
                  <a:lnTo>
                    <a:pt x="4712" y="488"/>
                  </a:lnTo>
                  <a:lnTo>
                    <a:pt x="4660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3" name="object 1263"/>
            <p:cNvSpPr/>
            <p:nvPr/>
          </p:nvSpPr>
          <p:spPr>
            <a:xfrm>
              <a:off x="9222399" y="7230276"/>
              <a:ext cx="17145" cy="6985"/>
            </a:xfrm>
            <a:custGeom>
              <a:avLst/>
              <a:gdLst/>
              <a:ahLst/>
              <a:cxnLst/>
              <a:rect l="l" t="t" r="r" b="b"/>
              <a:pathLst>
                <a:path w="17145" h="6984">
                  <a:moveTo>
                    <a:pt x="16027" y="0"/>
                  </a:moveTo>
                  <a:lnTo>
                    <a:pt x="0" y="1677"/>
                  </a:lnTo>
                  <a:lnTo>
                    <a:pt x="553" y="6967"/>
                  </a:lnTo>
                  <a:lnTo>
                    <a:pt x="16581" y="5267"/>
                  </a:lnTo>
                  <a:lnTo>
                    <a:pt x="16027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4" name="object 1264"/>
            <p:cNvSpPr/>
            <p:nvPr/>
          </p:nvSpPr>
          <p:spPr>
            <a:xfrm>
              <a:off x="9264331" y="7228066"/>
              <a:ext cx="20955" cy="5080"/>
            </a:xfrm>
            <a:custGeom>
              <a:avLst/>
              <a:gdLst/>
              <a:ahLst/>
              <a:cxnLst/>
              <a:rect l="l" t="t" r="r" b="b"/>
              <a:pathLst>
                <a:path w="20954" h="5079">
                  <a:moveTo>
                    <a:pt x="20389" y="0"/>
                  </a:moveTo>
                  <a:lnTo>
                    <a:pt x="16579" y="382"/>
                  </a:lnTo>
                  <a:lnTo>
                    <a:pt x="16856" y="3037"/>
                  </a:lnTo>
                  <a:lnTo>
                    <a:pt x="0" y="4801"/>
                  </a:lnTo>
                  <a:lnTo>
                    <a:pt x="20666" y="2633"/>
                  </a:lnTo>
                  <a:lnTo>
                    <a:pt x="20389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5" name="object 1265"/>
            <p:cNvSpPr/>
            <p:nvPr/>
          </p:nvSpPr>
          <p:spPr>
            <a:xfrm>
              <a:off x="9263755" y="7225411"/>
              <a:ext cx="21590" cy="3175"/>
            </a:xfrm>
            <a:custGeom>
              <a:avLst/>
              <a:gdLst/>
              <a:ahLst/>
              <a:cxnLst/>
              <a:rect l="l" t="t" r="r" b="b"/>
              <a:pathLst>
                <a:path w="21590" h="3175">
                  <a:moveTo>
                    <a:pt x="20689" y="0"/>
                  </a:moveTo>
                  <a:lnTo>
                    <a:pt x="0" y="2188"/>
                  </a:lnTo>
                  <a:lnTo>
                    <a:pt x="16879" y="403"/>
                  </a:lnTo>
                  <a:lnTo>
                    <a:pt x="17155" y="3037"/>
                  </a:lnTo>
                  <a:lnTo>
                    <a:pt x="20965" y="2655"/>
                  </a:lnTo>
                  <a:lnTo>
                    <a:pt x="20689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6" name="object 1266"/>
            <p:cNvSpPr/>
            <p:nvPr/>
          </p:nvSpPr>
          <p:spPr>
            <a:xfrm>
              <a:off x="9263755" y="7225814"/>
              <a:ext cx="17780" cy="7620"/>
            </a:xfrm>
            <a:custGeom>
              <a:avLst/>
              <a:gdLst/>
              <a:ahLst/>
              <a:cxnLst/>
              <a:rect l="l" t="t" r="r" b="b"/>
              <a:pathLst>
                <a:path w="17779" h="7620">
                  <a:moveTo>
                    <a:pt x="16879" y="0"/>
                  </a:moveTo>
                  <a:lnTo>
                    <a:pt x="0" y="1784"/>
                  </a:lnTo>
                  <a:lnTo>
                    <a:pt x="575" y="7053"/>
                  </a:lnTo>
                  <a:lnTo>
                    <a:pt x="17432" y="5289"/>
                  </a:lnTo>
                  <a:lnTo>
                    <a:pt x="16879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7" name="object 1267"/>
            <p:cNvSpPr/>
            <p:nvPr/>
          </p:nvSpPr>
          <p:spPr>
            <a:xfrm>
              <a:off x="9305687" y="7223690"/>
              <a:ext cx="20955" cy="5080"/>
            </a:xfrm>
            <a:custGeom>
              <a:avLst/>
              <a:gdLst/>
              <a:ahLst/>
              <a:cxnLst/>
              <a:rect l="l" t="t" r="r" b="b"/>
              <a:pathLst>
                <a:path w="20954" h="5079">
                  <a:moveTo>
                    <a:pt x="20391" y="0"/>
                  </a:moveTo>
                  <a:lnTo>
                    <a:pt x="17432" y="318"/>
                  </a:lnTo>
                  <a:lnTo>
                    <a:pt x="17708" y="2954"/>
                  </a:lnTo>
                  <a:lnTo>
                    <a:pt x="0" y="4823"/>
                  </a:lnTo>
                  <a:lnTo>
                    <a:pt x="20667" y="2635"/>
                  </a:lnTo>
                  <a:lnTo>
                    <a:pt x="20391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8" name="object 1268"/>
            <p:cNvSpPr/>
            <p:nvPr/>
          </p:nvSpPr>
          <p:spPr>
            <a:xfrm>
              <a:off x="9322843" y="7221056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2959" y="0"/>
                  </a:moveTo>
                  <a:lnTo>
                    <a:pt x="0" y="297"/>
                  </a:lnTo>
                  <a:lnTo>
                    <a:pt x="276" y="2952"/>
                  </a:lnTo>
                  <a:lnTo>
                    <a:pt x="3235" y="2633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9" name="object 1269"/>
            <p:cNvSpPr/>
            <p:nvPr/>
          </p:nvSpPr>
          <p:spPr>
            <a:xfrm>
              <a:off x="9305134" y="7221353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5" h="7620">
                  <a:moveTo>
                    <a:pt x="17708" y="0"/>
                  </a:moveTo>
                  <a:lnTo>
                    <a:pt x="0" y="1869"/>
                  </a:lnTo>
                  <a:lnTo>
                    <a:pt x="553" y="7160"/>
                  </a:lnTo>
                  <a:lnTo>
                    <a:pt x="18262" y="5290"/>
                  </a:lnTo>
                  <a:lnTo>
                    <a:pt x="17708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0" name="object 1270"/>
            <p:cNvSpPr/>
            <p:nvPr/>
          </p:nvSpPr>
          <p:spPr>
            <a:xfrm>
              <a:off x="9347043" y="7219335"/>
              <a:ext cx="20955" cy="5080"/>
            </a:xfrm>
            <a:custGeom>
              <a:avLst/>
              <a:gdLst/>
              <a:ahLst/>
              <a:cxnLst/>
              <a:rect l="l" t="t" r="r" b="b"/>
              <a:pathLst>
                <a:path w="20954" h="5079">
                  <a:moveTo>
                    <a:pt x="20391" y="0"/>
                  </a:moveTo>
                  <a:lnTo>
                    <a:pt x="18284" y="213"/>
                  </a:lnTo>
                  <a:lnTo>
                    <a:pt x="18561" y="2847"/>
                  </a:lnTo>
                  <a:lnTo>
                    <a:pt x="0" y="4822"/>
                  </a:lnTo>
                  <a:lnTo>
                    <a:pt x="20689" y="2635"/>
                  </a:lnTo>
                  <a:lnTo>
                    <a:pt x="20391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1" name="object 1271"/>
            <p:cNvSpPr/>
            <p:nvPr/>
          </p:nvSpPr>
          <p:spPr>
            <a:xfrm>
              <a:off x="9365051" y="7216679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2131" y="233"/>
                  </a:moveTo>
                  <a:lnTo>
                    <a:pt x="0" y="233"/>
                  </a:lnTo>
                  <a:lnTo>
                    <a:pt x="254" y="2655"/>
                  </a:lnTo>
                  <a:lnTo>
                    <a:pt x="2383" y="2655"/>
                  </a:lnTo>
                  <a:lnTo>
                    <a:pt x="2131" y="233"/>
                  </a:lnTo>
                  <a:close/>
                </a:path>
                <a:path w="2540" h="3175">
                  <a:moveTo>
                    <a:pt x="2131" y="233"/>
                  </a:moveTo>
                  <a:lnTo>
                    <a:pt x="2106" y="0"/>
                  </a:lnTo>
                  <a:lnTo>
                    <a:pt x="2383" y="2655"/>
                  </a:lnTo>
                  <a:lnTo>
                    <a:pt x="2131" y="233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2" name="object 1272"/>
            <p:cNvSpPr/>
            <p:nvPr/>
          </p:nvSpPr>
          <p:spPr>
            <a:xfrm>
              <a:off x="9346490" y="7216913"/>
              <a:ext cx="19685" cy="7620"/>
            </a:xfrm>
            <a:custGeom>
              <a:avLst/>
              <a:gdLst/>
              <a:ahLst/>
              <a:cxnLst/>
              <a:rect l="l" t="t" r="r" b="b"/>
              <a:pathLst>
                <a:path w="19684" h="7620">
                  <a:moveTo>
                    <a:pt x="18561" y="0"/>
                  </a:moveTo>
                  <a:lnTo>
                    <a:pt x="0" y="1954"/>
                  </a:lnTo>
                  <a:lnTo>
                    <a:pt x="553" y="7244"/>
                  </a:lnTo>
                  <a:lnTo>
                    <a:pt x="19114" y="5269"/>
                  </a:lnTo>
                  <a:lnTo>
                    <a:pt x="18561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3" name="object 1273"/>
            <p:cNvSpPr/>
            <p:nvPr/>
          </p:nvSpPr>
          <p:spPr>
            <a:xfrm>
              <a:off x="9407535" y="7214960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1293" y="148"/>
                  </a:moveTo>
                  <a:lnTo>
                    <a:pt x="0" y="148"/>
                  </a:lnTo>
                  <a:lnTo>
                    <a:pt x="263" y="2654"/>
                  </a:lnTo>
                  <a:lnTo>
                    <a:pt x="1554" y="2654"/>
                  </a:lnTo>
                  <a:lnTo>
                    <a:pt x="1293" y="148"/>
                  </a:lnTo>
                  <a:close/>
                </a:path>
                <a:path w="1904" h="3175">
                  <a:moveTo>
                    <a:pt x="1293" y="148"/>
                  </a:moveTo>
                  <a:lnTo>
                    <a:pt x="1277" y="0"/>
                  </a:lnTo>
                  <a:lnTo>
                    <a:pt x="1554" y="2654"/>
                  </a:lnTo>
                  <a:lnTo>
                    <a:pt x="1293" y="148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4" name="object 1274"/>
            <p:cNvSpPr/>
            <p:nvPr/>
          </p:nvSpPr>
          <p:spPr>
            <a:xfrm>
              <a:off x="9407259" y="7212325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1276" y="0"/>
                  </a:moveTo>
                  <a:lnTo>
                    <a:pt x="0" y="128"/>
                  </a:lnTo>
                  <a:lnTo>
                    <a:pt x="275" y="2783"/>
                  </a:lnTo>
                  <a:lnTo>
                    <a:pt x="1553" y="2635"/>
                  </a:lnTo>
                  <a:lnTo>
                    <a:pt x="1276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5" name="object 1275"/>
            <p:cNvSpPr/>
            <p:nvPr/>
          </p:nvSpPr>
          <p:spPr>
            <a:xfrm>
              <a:off x="9387847" y="7212453"/>
              <a:ext cx="20320" cy="7620"/>
            </a:xfrm>
            <a:custGeom>
              <a:avLst/>
              <a:gdLst/>
              <a:ahLst/>
              <a:cxnLst/>
              <a:rect l="l" t="t" r="r" b="b"/>
              <a:pathLst>
                <a:path w="20320" h="7620">
                  <a:moveTo>
                    <a:pt x="19411" y="0"/>
                  </a:moveTo>
                  <a:lnTo>
                    <a:pt x="0" y="2059"/>
                  </a:lnTo>
                  <a:lnTo>
                    <a:pt x="552" y="7329"/>
                  </a:lnTo>
                  <a:lnTo>
                    <a:pt x="19964" y="5289"/>
                  </a:lnTo>
                  <a:lnTo>
                    <a:pt x="19411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6" name="object 1276"/>
            <p:cNvSpPr/>
            <p:nvPr/>
          </p:nvSpPr>
          <p:spPr>
            <a:xfrm>
              <a:off x="9429757" y="7214619"/>
              <a:ext cx="7620" cy="1270"/>
            </a:xfrm>
            <a:custGeom>
              <a:avLst/>
              <a:gdLst/>
              <a:ahLst/>
              <a:cxnLst/>
              <a:rect l="l" t="t" r="r" b="b"/>
              <a:pathLst>
                <a:path w="7620" h="1270">
                  <a:moveTo>
                    <a:pt x="7620" y="0"/>
                  </a:moveTo>
                  <a:lnTo>
                    <a:pt x="0" y="807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7" name="object 1277"/>
            <p:cNvSpPr/>
            <p:nvPr/>
          </p:nvSpPr>
          <p:spPr>
            <a:xfrm>
              <a:off x="9429204" y="7209946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5">
                  <a:moveTo>
                    <a:pt x="1936" y="0"/>
                  </a:moveTo>
                  <a:lnTo>
                    <a:pt x="0" y="190"/>
                  </a:lnTo>
                  <a:lnTo>
                    <a:pt x="553" y="5481"/>
                  </a:lnTo>
                  <a:lnTo>
                    <a:pt x="8173" y="4673"/>
                  </a:lnTo>
                  <a:lnTo>
                    <a:pt x="1936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8" name="object 1278"/>
            <p:cNvSpPr/>
            <p:nvPr/>
          </p:nvSpPr>
          <p:spPr>
            <a:xfrm>
              <a:off x="8985412" y="7112501"/>
              <a:ext cx="299720" cy="34290"/>
            </a:xfrm>
            <a:custGeom>
              <a:avLst/>
              <a:gdLst/>
              <a:ahLst/>
              <a:cxnLst/>
              <a:rect l="l" t="t" r="r" b="b"/>
              <a:pathLst>
                <a:path w="299720" h="34290">
                  <a:moveTo>
                    <a:pt x="9599" y="30526"/>
                  </a:moveTo>
                  <a:lnTo>
                    <a:pt x="0" y="31546"/>
                  </a:lnTo>
                  <a:lnTo>
                    <a:pt x="182" y="33160"/>
                  </a:lnTo>
                  <a:lnTo>
                    <a:pt x="298" y="34180"/>
                  </a:lnTo>
                  <a:lnTo>
                    <a:pt x="9876" y="33160"/>
                  </a:lnTo>
                  <a:lnTo>
                    <a:pt x="9707" y="31546"/>
                  </a:lnTo>
                  <a:lnTo>
                    <a:pt x="9599" y="30526"/>
                  </a:lnTo>
                  <a:close/>
                </a:path>
                <a:path w="299720" h="34290">
                  <a:moveTo>
                    <a:pt x="50956" y="26172"/>
                  </a:moveTo>
                  <a:lnTo>
                    <a:pt x="42208" y="27106"/>
                  </a:lnTo>
                  <a:lnTo>
                    <a:pt x="42387" y="28806"/>
                  </a:lnTo>
                  <a:lnTo>
                    <a:pt x="42485" y="29740"/>
                  </a:lnTo>
                  <a:lnTo>
                    <a:pt x="51233" y="28806"/>
                  </a:lnTo>
                  <a:lnTo>
                    <a:pt x="51054" y="27106"/>
                  </a:lnTo>
                  <a:lnTo>
                    <a:pt x="50956" y="26172"/>
                  </a:lnTo>
                  <a:close/>
                </a:path>
                <a:path w="299720" h="34290">
                  <a:moveTo>
                    <a:pt x="92313" y="21817"/>
                  </a:moveTo>
                  <a:lnTo>
                    <a:pt x="84416" y="22645"/>
                  </a:lnTo>
                  <a:lnTo>
                    <a:pt x="84606" y="24451"/>
                  </a:lnTo>
                  <a:lnTo>
                    <a:pt x="84693" y="25279"/>
                  </a:lnTo>
                  <a:lnTo>
                    <a:pt x="92610" y="24451"/>
                  </a:lnTo>
                  <a:lnTo>
                    <a:pt x="92407" y="22645"/>
                  </a:lnTo>
                  <a:lnTo>
                    <a:pt x="92313" y="21817"/>
                  </a:lnTo>
                  <a:close/>
                </a:path>
                <a:path w="299720" h="34290">
                  <a:moveTo>
                    <a:pt x="133691" y="17440"/>
                  </a:moveTo>
                  <a:lnTo>
                    <a:pt x="126624" y="18183"/>
                  </a:lnTo>
                  <a:lnTo>
                    <a:pt x="126822" y="20074"/>
                  </a:lnTo>
                  <a:lnTo>
                    <a:pt x="126900" y="20819"/>
                  </a:lnTo>
                  <a:lnTo>
                    <a:pt x="133968" y="20074"/>
                  </a:lnTo>
                  <a:lnTo>
                    <a:pt x="133769" y="18183"/>
                  </a:lnTo>
                  <a:lnTo>
                    <a:pt x="133691" y="17440"/>
                  </a:lnTo>
                  <a:close/>
                </a:path>
                <a:path w="299720" h="34290">
                  <a:moveTo>
                    <a:pt x="175047" y="13086"/>
                  </a:moveTo>
                  <a:lnTo>
                    <a:pt x="168832" y="13743"/>
                  </a:lnTo>
                  <a:lnTo>
                    <a:pt x="169040" y="15720"/>
                  </a:lnTo>
                  <a:lnTo>
                    <a:pt x="169109" y="16379"/>
                  </a:lnTo>
                  <a:lnTo>
                    <a:pt x="175324" y="15720"/>
                  </a:lnTo>
                  <a:lnTo>
                    <a:pt x="175117" y="13743"/>
                  </a:lnTo>
                  <a:lnTo>
                    <a:pt x="175047" y="13086"/>
                  </a:lnTo>
                  <a:close/>
                </a:path>
                <a:path w="299720" h="34290">
                  <a:moveTo>
                    <a:pt x="216404" y="8731"/>
                  </a:moveTo>
                  <a:lnTo>
                    <a:pt x="211040" y="9283"/>
                  </a:lnTo>
                  <a:lnTo>
                    <a:pt x="211259" y="11365"/>
                  </a:lnTo>
                  <a:lnTo>
                    <a:pt x="211317" y="11917"/>
                  </a:lnTo>
                  <a:lnTo>
                    <a:pt x="216681" y="11365"/>
                  </a:lnTo>
                  <a:lnTo>
                    <a:pt x="216462" y="9283"/>
                  </a:lnTo>
                  <a:lnTo>
                    <a:pt x="216404" y="8731"/>
                  </a:lnTo>
                  <a:close/>
                </a:path>
                <a:path w="299720" h="34290">
                  <a:moveTo>
                    <a:pt x="257760" y="4354"/>
                  </a:moveTo>
                  <a:lnTo>
                    <a:pt x="253248" y="4843"/>
                  </a:lnTo>
                  <a:lnTo>
                    <a:pt x="253475" y="6988"/>
                  </a:lnTo>
                  <a:lnTo>
                    <a:pt x="253525" y="7456"/>
                  </a:lnTo>
                  <a:lnTo>
                    <a:pt x="258037" y="6988"/>
                  </a:lnTo>
                  <a:lnTo>
                    <a:pt x="257811" y="4843"/>
                  </a:lnTo>
                  <a:lnTo>
                    <a:pt x="257760" y="4354"/>
                  </a:lnTo>
                  <a:close/>
                </a:path>
                <a:path w="299720" h="34290">
                  <a:moveTo>
                    <a:pt x="299158" y="382"/>
                  </a:moveTo>
                  <a:lnTo>
                    <a:pt x="295456" y="382"/>
                  </a:lnTo>
                  <a:lnTo>
                    <a:pt x="295693" y="2633"/>
                  </a:lnTo>
                  <a:lnTo>
                    <a:pt x="299394" y="2633"/>
                  </a:lnTo>
                  <a:lnTo>
                    <a:pt x="299158" y="382"/>
                  </a:lnTo>
                  <a:close/>
                </a:path>
                <a:path w="299720" h="34290">
                  <a:moveTo>
                    <a:pt x="299158" y="382"/>
                  </a:moveTo>
                  <a:lnTo>
                    <a:pt x="299118" y="0"/>
                  </a:lnTo>
                  <a:lnTo>
                    <a:pt x="299394" y="2633"/>
                  </a:lnTo>
                  <a:lnTo>
                    <a:pt x="299158" y="382"/>
                  </a:lnTo>
                  <a:close/>
                </a:path>
              </a:pathLst>
            </a:custGeom>
            <a:solidFill>
              <a:srgbClr val="7B7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9" name="object 1279"/>
            <p:cNvSpPr/>
            <p:nvPr/>
          </p:nvSpPr>
          <p:spPr>
            <a:xfrm>
              <a:off x="8975218" y="7105512"/>
              <a:ext cx="324485" cy="38100"/>
            </a:xfrm>
            <a:custGeom>
              <a:avLst/>
              <a:gdLst/>
              <a:ahLst/>
              <a:cxnLst/>
              <a:rect l="l" t="t" r="r" b="b"/>
              <a:pathLst>
                <a:path w="324484" h="38100">
                  <a:moveTo>
                    <a:pt x="317080" y="0"/>
                  </a:moveTo>
                  <a:lnTo>
                    <a:pt x="0" y="33436"/>
                  </a:lnTo>
                  <a:lnTo>
                    <a:pt x="0" y="36941"/>
                  </a:lnTo>
                  <a:lnTo>
                    <a:pt x="19517" y="34881"/>
                  </a:lnTo>
                  <a:lnTo>
                    <a:pt x="19794" y="37515"/>
                  </a:lnTo>
                  <a:lnTo>
                    <a:pt x="31309" y="36305"/>
                  </a:lnTo>
                  <a:lnTo>
                    <a:pt x="31032" y="33670"/>
                  </a:lnTo>
                  <a:lnTo>
                    <a:pt x="60874" y="30526"/>
                  </a:lnTo>
                  <a:lnTo>
                    <a:pt x="61150" y="33160"/>
                  </a:lnTo>
                  <a:lnTo>
                    <a:pt x="73517" y="31865"/>
                  </a:lnTo>
                  <a:lnTo>
                    <a:pt x="73240" y="29230"/>
                  </a:lnTo>
                  <a:lnTo>
                    <a:pt x="102231" y="26150"/>
                  </a:lnTo>
                  <a:lnTo>
                    <a:pt x="102508" y="28806"/>
                  </a:lnTo>
                  <a:lnTo>
                    <a:pt x="115724" y="27404"/>
                  </a:lnTo>
                  <a:lnTo>
                    <a:pt x="115449" y="24770"/>
                  </a:lnTo>
                  <a:lnTo>
                    <a:pt x="143587" y="21795"/>
                  </a:lnTo>
                  <a:lnTo>
                    <a:pt x="143885" y="24429"/>
                  </a:lnTo>
                  <a:lnTo>
                    <a:pt x="157933" y="22964"/>
                  </a:lnTo>
                  <a:lnTo>
                    <a:pt x="157656" y="20308"/>
                  </a:lnTo>
                  <a:lnTo>
                    <a:pt x="184965" y="17419"/>
                  </a:lnTo>
                  <a:lnTo>
                    <a:pt x="185242" y="20074"/>
                  </a:lnTo>
                  <a:lnTo>
                    <a:pt x="200141" y="18502"/>
                  </a:lnTo>
                  <a:lnTo>
                    <a:pt x="199864" y="15868"/>
                  </a:lnTo>
                  <a:lnTo>
                    <a:pt x="226321" y="13064"/>
                  </a:lnTo>
                  <a:lnTo>
                    <a:pt x="226598" y="15720"/>
                  </a:lnTo>
                  <a:lnTo>
                    <a:pt x="242349" y="14041"/>
                  </a:lnTo>
                  <a:lnTo>
                    <a:pt x="242051" y="11407"/>
                  </a:lnTo>
                  <a:lnTo>
                    <a:pt x="267679" y="8709"/>
                  </a:lnTo>
                  <a:lnTo>
                    <a:pt x="267954" y="11343"/>
                  </a:lnTo>
                  <a:lnTo>
                    <a:pt x="284557" y="9601"/>
                  </a:lnTo>
                  <a:lnTo>
                    <a:pt x="284280" y="6967"/>
                  </a:lnTo>
                  <a:lnTo>
                    <a:pt x="309035" y="4333"/>
                  </a:lnTo>
                  <a:lnTo>
                    <a:pt x="309312" y="6988"/>
                  </a:lnTo>
                  <a:lnTo>
                    <a:pt x="324275" y="5416"/>
                  </a:lnTo>
                  <a:lnTo>
                    <a:pt x="317080" y="0"/>
                  </a:lnTo>
                  <a:close/>
                </a:path>
              </a:pathLst>
            </a:custGeom>
            <a:solidFill>
              <a:srgbClr val="7778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0" name="object 1280"/>
            <p:cNvSpPr/>
            <p:nvPr/>
          </p:nvSpPr>
          <p:spPr>
            <a:xfrm>
              <a:off x="8985137" y="7109846"/>
              <a:ext cx="299720" cy="34290"/>
            </a:xfrm>
            <a:custGeom>
              <a:avLst/>
              <a:gdLst/>
              <a:ahLst/>
              <a:cxnLst/>
              <a:rect l="l" t="t" r="r" b="b"/>
              <a:pathLst>
                <a:path w="299720" h="34290">
                  <a:moveTo>
                    <a:pt x="9598" y="30548"/>
                  </a:moveTo>
                  <a:lnTo>
                    <a:pt x="0" y="31568"/>
                  </a:lnTo>
                  <a:lnTo>
                    <a:pt x="108" y="32608"/>
                  </a:lnTo>
                  <a:lnTo>
                    <a:pt x="168" y="33182"/>
                  </a:lnTo>
                  <a:lnTo>
                    <a:pt x="275" y="34202"/>
                  </a:lnTo>
                  <a:lnTo>
                    <a:pt x="9875" y="33182"/>
                  </a:lnTo>
                  <a:lnTo>
                    <a:pt x="9815" y="32608"/>
                  </a:lnTo>
                  <a:lnTo>
                    <a:pt x="9705" y="31568"/>
                  </a:lnTo>
                  <a:lnTo>
                    <a:pt x="9598" y="30548"/>
                  </a:lnTo>
                  <a:close/>
                </a:path>
                <a:path w="299720" h="34290">
                  <a:moveTo>
                    <a:pt x="50956" y="26193"/>
                  </a:moveTo>
                  <a:lnTo>
                    <a:pt x="42208" y="27118"/>
                  </a:lnTo>
                  <a:lnTo>
                    <a:pt x="42340" y="28381"/>
                  </a:lnTo>
                  <a:lnTo>
                    <a:pt x="42386" y="28827"/>
                  </a:lnTo>
                  <a:lnTo>
                    <a:pt x="42484" y="29762"/>
                  </a:lnTo>
                  <a:lnTo>
                    <a:pt x="51231" y="28827"/>
                  </a:lnTo>
                  <a:lnTo>
                    <a:pt x="51053" y="27118"/>
                  </a:lnTo>
                  <a:lnTo>
                    <a:pt x="50956" y="26193"/>
                  </a:lnTo>
                  <a:close/>
                </a:path>
                <a:path w="299720" h="34290">
                  <a:moveTo>
                    <a:pt x="92401" y="22666"/>
                  </a:moveTo>
                  <a:lnTo>
                    <a:pt x="84415" y="22666"/>
                  </a:lnTo>
                  <a:lnTo>
                    <a:pt x="84556" y="24005"/>
                  </a:lnTo>
                  <a:lnTo>
                    <a:pt x="84605" y="24472"/>
                  </a:lnTo>
                  <a:lnTo>
                    <a:pt x="84692" y="25300"/>
                  </a:lnTo>
                  <a:lnTo>
                    <a:pt x="92589" y="24472"/>
                  </a:lnTo>
                  <a:lnTo>
                    <a:pt x="92401" y="22666"/>
                  </a:lnTo>
                  <a:close/>
                </a:path>
                <a:path w="299720" h="34290">
                  <a:moveTo>
                    <a:pt x="92312" y="21817"/>
                  </a:moveTo>
                  <a:lnTo>
                    <a:pt x="71644" y="24005"/>
                  </a:lnTo>
                  <a:lnTo>
                    <a:pt x="84415" y="22666"/>
                  </a:lnTo>
                  <a:lnTo>
                    <a:pt x="92401" y="22666"/>
                  </a:lnTo>
                  <a:lnTo>
                    <a:pt x="92312" y="21817"/>
                  </a:lnTo>
                  <a:close/>
                </a:path>
                <a:path w="299720" h="34290">
                  <a:moveTo>
                    <a:pt x="133668" y="17462"/>
                  </a:moveTo>
                  <a:lnTo>
                    <a:pt x="126624" y="18208"/>
                  </a:lnTo>
                  <a:lnTo>
                    <a:pt x="126775" y="19650"/>
                  </a:lnTo>
                  <a:lnTo>
                    <a:pt x="126899" y="20839"/>
                  </a:lnTo>
                  <a:lnTo>
                    <a:pt x="133967" y="20096"/>
                  </a:lnTo>
                  <a:lnTo>
                    <a:pt x="133753" y="18208"/>
                  </a:lnTo>
                  <a:lnTo>
                    <a:pt x="133668" y="17462"/>
                  </a:lnTo>
                  <a:close/>
                </a:path>
                <a:path w="299720" h="34290">
                  <a:moveTo>
                    <a:pt x="175117" y="13765"/>
                  </a:moveTo>
                  <a:lnTo>
                    <a:pt x="168831" y="13765"/>
                  </a:lnTo>
                  <a:lnTo>
                    <a:pt x="168989" y="15274"/>
                  </a:lnTo>
                  <a:lnTo>
                    <a:pt x="169108" y="16399"/>
                  </a:lnTo>
                  <a:lnTo>
                    <a:pt x="175323" y="15741"/>
                  </a:lnTo>
                  <a:lnTo>
                    <a:pt x="175117" y="13765"/>
                  </a:lnTo>
                  <a:close/>
                </a:path>
                <a:path w="299720" h="34290">
                  <a:moveTo>
                    <a:pt x="175046" y="13086"/>
                  </a:moveTo>
                  <a:lnTo>
                    <a:pt x="154358" y="15274"/>
                  </a:lnTo>
                  <a:lnTo>
                    <a:pt x="168831" y="13765"/>
                  </a:lnTo>
                  <a:lnTo>
                    <a:pt x="175117" y="13765"/>
                  </a:lnTo>
                  <a:lnTo>
                    <a:pt x="175046" y="13086"/>
                  </a:lnTo>
                  <a:close/>
                </a:path>
                <a:path w="299720" h="34290">
                  <a:moveTo>
                    <a:pt x="216402" y="8731"/>
                  </a:moveTo>
                  <a:lnTo>
                    <a:pt x="211039" y="9305"/>
                  </a:lnTo>
                  <a:lnTo>
                    <a:pt x="211209" y="10919"/>
                  </a:lnTo>
                  <a:lnTo>
                    <a:pt x="211316" y="11939"/>
                  </a:lnTo>
                  <a:lnTo>
                    <a:pt x="216679" y="11386"/>
                  </a:lnTo>
                  <a:lnTo>
                    <a:pt x="216462" y="9305"/>
                  </a:lnTo>
                  <a:lnTo>
                    <a:pt x="216402" y="8731"/>
                  </a:lnTo>
                  <a:close/>
                </a:path>
                <a:path w="299720" h="34290">
                  <a:moveTo>
                    <a:pt x="257760" y="4376"/>
                  </a:moveTo>
                  <a:lnTo>
                    <a:pt x="253247" y="4853"/>
                  </a:lnTo>
                  <a:lnTo>
                    <a:pt x="253426" y="6564"/>
                  </a:lnTo>
                  <a:lnTo>
                    <a:pt x="253523" y="7499"/>
                  </a:lnTo>
                  <a:lnTo>
                    <a:pt x="258036" y="7010"/>
                  </a:lnTo>
                  <a:lnTo>
                    <a:pt x="257810" y="4853"/>
                  </a:lnTo>
                  <a:lnTo>
                    <a:pt x="257760" y="4376"/>
                  </a:lnTo>
                  <a:close/>
                </a:path>
                <a:path w="299720" h="34290">
                  <a:moveTo>
                    <a:pt x="299158" y="403"/>
                  </a:moveTo>
                  <a:lnTo>
                    <a:pt x="295455" y="403"/>
                  </a:lnTo>
                  <a:lnTo>
                    <a:pt x="295642" y="2188"/>
                  </a:lnTo>
                  <a:lnTo>
                    <a:pt x="295732" y="3037"/>
                  </a:lnTo>
                  <a:lnTo>
                    <a:pt x="299393" y="2655"/>
                  </a:lnTo>
                  <a:lnTo>
                    <a:pt x="299158" y="403"/>
                  </a:lnTo>
                  <a:close/>
                </a:path>
                <a:path w="299720" h="34290">
                  <a:moveTo>
                    <a:pt x="299116" y="0"/>
                  </a:moveTo>
                  <a:lnTo>
                    <a:pt x="278448" y="2188"/>
                  </a:lnTo>
                  <a:lnTo>
                    <a:pt x="295455" y="403"/>
                  </a:lnTo>
                  <a:lnTo>
                    <a:pt x="299158" y="403"/>
                  </a:lnTo>
                  <a:lnTo>
                    <a:pt x="299116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1" name="object 1281"/>
            <p:cNvSpPr/>
            <p:nvPr/>
          </p:nvSpPr>
          <p:spPr>
            <a:xfrm>
              <a:off x="8975238" y="7146682"/>
              <a:ext cx="10795" cy="1270"/>
            </a:xfrm>
            <a:custGeom>
              <a:avLst/>
              <a:gdLst/>
              <a:ahLst/>
              <a:cxnLst/>
              <a:rect l="l" t="t" r="r" b="b"/>
              <a:pathLst>
                <a:path w="10795" h="1270">
                  <a:moveTo>
                    <a:pt x="10472" y="0"/>
                  </a:moveTo>
                  <a:lnTo>
                    <a:pt x="0" y="1104"/>
                  </a:lnTo>
                  <a:lnTo>
                    <a:pt x="10472" y="21"/>
                  </a:lnTo>
                  <a:close/>
                </a:path>
              </a:pathLst>
            </a:custGeom>
            <a:solidFill>
              <a:srgbClr val="766F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2" name="object 1282"/>
            <p:cNvSpPr/>
            <p:nvPr/>
          </p:nvSpPr>
          <p:spPr>
            <a:xfrm>
              <a:off x="8975218" y="7141414"/>
              <a:ext cx="10795" cy="6985"/>
            </a:xfrm>
            <a:custGeom>
              <a:avLst/>
              <a:gdLst/>
              <a:ahLst/>
              <a:cxnLst/>
              <a:rect l="l" t="t" r="r" b="b"/>
              <a:pathLst>
                <a:path w="10795" h="6984">
                  <a:moveTo>
                    <a:pt x="9918" y="0"/>
                  </a:moveTo>
                  <a:lnTo>
                    <a:pt x="0" y="1040"/>
                  </a:lnTo>
                  <a:lnTo>
                    <a:pt x="20" y="6372"/>
                  </a:lnTo>
                  <a:lnTo>
                    <a:pt x="10492" y="5267"/>
                  </a:lnTo>
                  <a:lnTo>
                    <a:pt x="10194" y="2633"/>
                  </a:lnTo>
                  <a:lnTo>
                    <a:pt x="9918" y="0"/>
                  </a:lnTo>
                  <a:close/>
                </a:path>
              </a:pathLst>
            </a:custGeom>
            <a:solidFill>
              <a:srgbClr val="7C74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3" name="object 1283"/>
            <p:cNvSpPr/>
            <p:nvPr/>
          </p:nvSpPr>
          <p:spPr>
            <a:xfrm>
              <a:off x="9006250" y="7138228"/>
              <a:ext cx="9525" cy="3810"/>
            </a:xfrm>
            <a:custGeom>
              <a:avLst/>
              <a:gdLst/>
              <a:ahLst/>
              <a:cxnLst/>
              <a:rect l="l" t="t" r="r" b="b"/>
              <a:pathLst>
                <a:path w="9525" h="3809">
                  <a:moveTo>
                    <a:pt x="9152" y="0"/>
                  </a:moveTo>
                  <a:lnTo>
                    <a:pt x="0" y="955"/>
                  </a:lnTo>
                  <a:lnTo>
                    <a:pt x="276" y="3590"/>
                  </a:lnTo>
                  <a:lnTo>
                    <a:pt x="9451" y="2633"/>
                  </a:lnTo>
                  <a:lnTo>
                    <a:pt x="9152" y="0"/>
                  </a:lnTo>
                  <a:close/>
                </a:path>
              </a:pathLst>
            </a:custGeom>
            <a:solidFill>
              <a:srgbClr val="7B7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4" name="object 1284"/>
            <p:cNvSpPr/>
            <p:nvPr/>
          </p:nvSpPr>
          <p:spPr>
            <a:xfrm>
              <a:off x="9006527" y="7140862"/>
              <a:ext cx="21590" cy="3810"/>
            </a:xfrm>
            <a:custGeom>
              <a:avLst/>
              <a:gdLst/>
              <a:ahLst/>
              <a:cxnLst/>
              <a:rect l="l" t="t" r="r" b="b"/>
              <a:pathLst>
                <a:path w="21590" h="3809">
                  <a:moveTo>
                    <a:pt x="9174" y="0"/>
                  </a:moveTo>
                  <a:lnTo>
                    <a:pt x="0" y="956"/>
                  </a:lnTo>
                  <a:lnTo>
                    <a:pt x="276" y="3610"/>
                  </a:lnTo>
                  <a:lnTo>
                    <a:pt x="21391" y="1380"/>
                  </a:lnTo>
                  <a:lnTo>
                    <a:pt x="9451" y="2633"/>
                  </a:lnTo>
                  <a:lnTo>
                    <a:pt x="9174" y="0"/>
                  </a:lnTo>
                  <a:close/>
                </a:path>
              </a:pathLst>
            </a:custGeom>
            <a:solidFill>
              <a:srgbClr val="766F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5" name="object 1285"/>
            <p:cNvSpPr/>
            <p:nvPr/>
          </p:nvSpPr>
          <p:spPr>
            <a:xfrm>
              <a:off x="9015403" y="7136953"/>
              <a:ext cx="12700" cy="6985"/>
            </a:xfrm>
            <a:custGeom>
              <a:avLst/>
              <a:gdLst/>
              <a:ahLst/>
              <a:cxnLst/>
              <a:rect l="l" t="t" r="r" b="b"/>
              <a:pathLst>
                <a:path w="12700" h="6984">
                  <a:moveTo>
                    <a:pt x="11940" y="0"/>
                  </a:moveTo>
                  <a:lnTo>
                    <a:pt x="0" y="1275"/>
                  </a:lnTo>
                  <a:lnTo>
                    <a:pt x="575" y="6543"/>
                  </a:lnTo>
                  <a:lnTo>
                    <a:pt x="12494" y="5289"/>
                  </a:lnTo>
                  <a:lnTo>
                    <a:pt x="11940" y="0"/>
                  </a:lnTo>
                  <a:close/>
                </a:path>
              </a:pathLst>
            </a:custGeom>
            <a:solidFill>
              <a:srgbClr val="7C74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6" name="object 1286"/>
            <p:cNvSpPr/>
            <p:nvPr/>
          </p:nvSpPr>
          <p:spPr>
            <a:xfrm>
              <a:off x="9048459" y="7133851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8322" y="0"/>
                  </a:moveTo>
                  <a:lnTo>
                    <a:pt x="0" y="891"/>
                  </a:lnTo>
                  <a:lnTo>
                    <a:pt x="276" y="3526"/>
                  </a:lnTo>
                  <a:lnTo>
                    <a:pt x="8599" y="2655"/>
                  </a:lnTo>
                  <a:lnTo>
                    <a:pt x="8322" y="0"/>
                  </a:lnTo>
                  <a:close/>
                </a:path>
              </a:pathLst>
            </a:custGeom>
            <a:solidFill>
              <a:srgbClr val="7B7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7" name="object 1287"/>
            <p:cNvSpPr/>
            <p:nvPr/>
          </p:nvSpPr>
          <p:spPr>
            <a:xfrm>
              <a:off x="9048735" y="7136507"/>
              <a:ext cx="21590" cy="3810"/>
            </a:xfrm>
            <a:custGeom>
              <a:avLst/>
              <a:gdLst/>
              <a:ahLst/>
              <a:cxnLst/>
              <a:rect l="l" t="t" r="r" b="b"/>
              <a:pathLst>
                <a:path w="21590" h="3809">
                  <a:moveTo>
                    <a:pt x="8322" y="0"/>
                  </a:moveTo>
                  <a:lnTo>
                    <a:pt x="0" y="871"/>
                  </a:lnTo>
                  <a:lnTo>
                    <a:pt x="276" y="3505"/>
                  </a:lnTo>
                  <a:lnTo>
                    <a:pt x="21370" y="1273"/>
                  </a:lnTo>
                  <a:lnTo>
                    <a:pt x="8599" y="2612"/>
                  </a:lnTo>
                  <a:lnTo>
                    <a:pt x="8322" y="0"/>
                  </a:lnTo>
                  <a:close/>
                </a:path>
              </a:pathLst>
            </a:custGeom>
            <a:solidFill>
              <a:srgbClr val="766F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8" name="object 1288"/>
            <p:cNvSpPr/>
            <p:nvPr/>
          </p:nvSpPr>
          <p:spPr>
            <a:xfrm>
              <a:off x="9056781" y="7132513"/>
              <a:ext cx="13335" cy="6985"/>
            </a:xfrm>
            <a:custGeom>
              <a:avLst/>
              <a:gdLst/>
              <a:ahLst/>
              <a:cxnLst/>
              <a:rect l="l" t="t" r="r" b="b"/>
              <a:pathLst>
                <a:path w="13334" h="6984">
                  <a:moveTo>
                    <a:pt x="12771" y="0"/>
                  </a:moveTo>
                  <a:lnTo>
                    <a:pt x="0" y="1338"/>
                  </a:lnTo>
                  <a:lnTo>
                    <a:pt x="553" y="6606"/>
                  </a:lnTo>
                  <a:lnTo>
                    <a:pt x="13324" y="5267"/>
                  </a:lnTo>
                  <a:lnTo>
                    <a:pt x="12771" y="0"/>
                  </a:lnTo>
                  <a:close/>
                </a:path>
              </a:pathLst>
            </a:custGeom>
            <a:solidFill>
              <a:srgbClr val="7C74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9" name="object 1289"/>
            <p:cNvSpPr/>
            <p:nvPr/>
          </p:nvSpPr>
          <p:spPr>
            <a:xfrm>
              <a:off x="9090667" y="7129496"/>
              <a:ext cx="8255" cy="3810"/>
            </a:xfrm>
            <a:custGeom>
              <a:avLst/>
              <a:gdLst/>
              <a:ahLst/>
              <a:cxnLst/>
              <a:rect l="l" t="t" r="r" b="b"/>
              <a:pathLst>
                <a:path w="8254" h="3809">
                  <a:moveTo>
                    <a:pt x="7470" y="0"/>
                  </a:moveTo>
                  <a:lnTo>
                    <a:pt x="0" y="786"/>
                  </a:lnTo>
                  <a:lnTo>
                    <a:pt x="275" y="3420"/>
                  </a:lnTo>
                  <a:lnTo>
                    <a:pt x="7747" y="2633"/>
                  </a:lnTo>
                  <a:lnTo>
                    <a:pt x="7470" y="0"/>
                  </a:lnTo>
                  <a:close/>
                </a:path>
              </a:pathLst>
            </a:custGeom>
            <a:solidFill>
              <a:srgbClr val="7B7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0" name="object 1290"/>
            <p:cNvSpPr/>
            <p:nvPr/>
          </p:nvSpPr>
          <p:spPr>
            <a:xfrm>
              <a:off x="9090943" y="7132130"/>
              <a:ext cx="21590" cy="3810"/>
            </a:xfrm>
            <a:custGeom>
              <a:avLst/>
              <a:gdLst/>
              <a:ahLst/>
              <a:cxnLst/>
              <a:rect l="l" t="t" r="r" b="b"/>
              <a:pathLst>
                <a:path w="21590" h="3809">
                  <a:moveTo>
                    <a:pt x="7471" y="0"/>
                  </a:moveTo>
                  <a:lnTo>
                    <a:pt x="0" y="786"/>
                  </a:lnTo>
                  <a:lnTo>
                    <a:pt x="276" y="3441"/>
                  </a:lnTo>
                  <a:lnTo>
                    <a:pt x="21370" y="1210"/>
                  </a:lnTo>
                  <a:lnTo>
                    <a:pt x="7748" y="2633"/>
                  </a:lnTo>
                  <a:lnTo>
                    <a:pt x="7471" y="0"/>
                  </a:lnTo>
                  <a:close/>
                </a:path>
              </a:pathLst>
            </a:custGeom>
            <a:solidFill>
              <a:srgbClr val="766F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1" name="object 1291"/>
            <p:cNvSpPr/>
            <p:nvPr/>
          </p:nvSpPr>
          <p:spPr>
            <a:xfrm>
              <a:off x="9098138" y="7128051"/>
              <a:ext cx="14604" cy="6985"/>
            </a:xfrm>
            <a:custGeom>
              <a:avLst/>
              <a:gdLst/>
              <a:ahLst/>
              <a:cxnLst/>
              <a:rect l="l" t="t" r="r" b="b"/>
              <a:pathLst>
                <a:path w="14604" h="6984">
                  <a:moveTo>
                    <a:pt x="13623" y="0"/>
                  </a:moveTo>
                  <a:lnTo>
                    <a:pt x="0" y="1445"/>
                  </a:lnTo>
                  <a:lnTo>
                    <a:pt x="553" y="6713"/>
                  </a:lnTo>
                  <a:lnTo>
                    <a:pt x="14175" y="5269"/>
                  </a:lnTo>
                  <a:lnTo>
                    <a:pt x="13623" y="0"/>
                  </a:lnTo>
                  <a:close/>
                </a:path>
              </a:pathLst>
            </a:custGeom>
            <a:solidFill>
              <a:srgbClr val="7C74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2" name="object 1292"/>
            <p:cNvSpPr/>
            <p:nvPr/>
          </p:nvSpPr>
          <p:spPr>
            <a:xfrm>
              <a:off x="9132874" y="7125120"/>
              <a:ext cx="6985" cy="3810"/>
            </a:xfrm>
            <a:custGeom>
              <a:avLst/>
              <a:gdLst/>
              <a:ahLst/>
              <a:cxnLst/>
              <a:rect l="l" t="t" r="r" b="b"/>
              <a:pathLst>
                <a:path w="6984" h="3809">
                  <a:moveTo>
                    <a:pt x="6620" y="0"/>
                  </a:moveTo>
                  <a:lnTo>
                    <a:pt x="0" y="701"/>
                  </a:lnTo>
                  <a:lnTo>
                    <a:pt x="276" y="3356"/>
                  </a:lnTo>
                  <a:lnTo>
                    <a:pt x="6896" y="2655"/>
                  </a:lnTo>
                  <a:lnTo>
                    <a:pt x="6620" y="0"/>
                  </a:lnTo>
                  <a:close/>
                </a:path>
              </a:pathLst>
            </a:custGeom>
            <a:solidFill>
              <a:srgbClr val="7B7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3" name="object 1293"/>
            <p:cNvSpPr/>
            <p:nvPr/>
          </p:nvSpPr>
          <p:spPr>
            <a:xfrm>
              <a:off x="9133151" y="7127776"/>
              <a:ext cx="21590" cy="3810"/>
            </a:xfrm>
            <a:custGeom>
              <a:avLst/>
              <a:gdLst/>
              <a:ahLst/>
              <a:cxnLst/>
              <a:rect l="l" t="t" r="r" b="b"/>
              <a:pathLst>
                <a:path w="21590" h="3809">
                  <a:moveTo>
                    <a:pt x="6619" y="0"/>
                  </a:moveTo>
                  <a:lnTo>
                    <a:pt x="0" y="701"/>
                  </a:lnTo>
                  <a:lnTo>
                    <a:pt x="276" y="3335"/>
                  </a:lnTo>
                  <a:lnTo>
                    <a:pt x="21370" y="1104"/>
                  </a:lnTo>
                  <a:lnTo>
                    <a:pt x="6896" y="2633"/>
                  </a:lnTo>
                  <a:lnTo>
                    <a:pt x="6619" y="0"/>
                  </a:lnTo>
                  <a:close/>
                </a:path>
              </a:pathLst>
            </a:custGeom>
            <a:solidFill>
              <a:srgbClr val="766F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4" name="object 1294"/>
            <p:cNvSpPr/>
            <p:nvPr/>
          </p:nvSpPr>
          <p:spPr>
            <a:xfrm>
              <a:off x="9139495" y="7123611"/>
              <a:ext cx="15240" cy="6985"/>
            </a:xfrm>
            <a:custGeom>
              <a:avLst/>
              <a:gdLst/>
              <a:ahLst/>
              <a:cxnLst/>
              <a:rect l="l" t="t" r="r" b="b"/>
              <a:pathLst>
                <a:path w="15240" h="6984">
                  <a:moveTo>
                    <a:pt x="14472" y="0"/>
                  </a:moveTo>
                  <a:lnTo>
                    <a:pt x="0" y="1508"/>
                  </a:lnTo>
                  <a:lnTo>
                    <a:pt x="552" y="6798"/>
                  </a:lnTo>
                  <a:lnTo>
                    <a:pt x="15026" y="5269"/>
                  </a:lnTo>
                  <a:lnTo>
                    <a:pt x="14472" y="0"/>
                  </a:lnTo>
                  <a:close/>
                </a:path>
              </a:pathLst>
            </a:custGeom>
            <a:solidFill>
              <a:srgbClr val="7C74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5" name="object 1295"/>
            <p:cNvSpPr/>
            <p:nvPr/>
          </p:nvSpPr>
          <p:spPr>
            <a:xfrm>
              <a:off x="9175083" y="7120765"/>
              <a:ext cx="6350" cy="3810"/>
            </a:xfrm>
            <a:custGeom>
              <a:avLst/>
              <a:gdLst/>
              <a:ahLst/>
              <a:cxnLst/>
              <a:rect l="l" t="t" r="r" b="b"/>
              <a:pathLst>
                <a:path w="6350" h="3809">
                  <a:moveTo>
                    <a:pt x="5768" y="0"/>
                  </a:moveTo>
                  <a:lnTo>
                    <a:pt x="0" y="615"/>
                  </a:lnTo>
                  <a:lnTo>
                    <a:pt x="276" y="3249"/>
                  </a:lnTo>
                  <a:lnTo>
                    <a:pt x="6045" y="2633"/>
                  </a:lnTo>
                  <a:lnTo>
                    <a:pt x="5768" y="0"/>
                  </a:lnTo>
                  <a:close/>
                </a:path>
              </a:pathLst>
            </a:custGeom>
            <a:solidFill>
              <a:srgbClr val="7B7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6" name="object 1296"/>
            <p:cNvSpPr/>
            <p:nvPr/>
          </p:nvSpPr>
          <p:spPr>
            <a:xfrm>
              <a:off x="9175359" y="7123399"/>
              <a:ext cx="21590" cy="3810"/>
            </a:xfrm>
            <a:custGeom>
              <a:avLst/>
              <a:gdLst/>
              <a:ahLst/>
              <a:cxnLst/>
              <a:rect l="l" t="t" r="r" b="b"/>
              <a:pathLst>
                <a:path w="21590" h="3809">
                  <a:moveTo>
                    <a:pt x="5768" y="0"/>
                  </a:moveTo>
                  <a:lnTo>
                    <a:pt x="0" y="615"/>
                  </a:lnTo>
                  <a:lnTo>
                    <a:pt x="276" y="3249"/>
                  </a:lnTo>
                  <a:lnTo>
                    <a:pt x="21370" y="1041"/>
                  </a:lnTo>
                  <a:lnTo>
                    <a:pt x="6045" y="2633"/>
                  </a:lnTo>
                  <a:lnTo>
                    <a:pt x="5768" y="0"/>
                  </a:lnTo>
                  <a:close/>
                </a:path>
              </a:pathLst>
            </a:custGeom>
            <a:solidFill>
              <a:srgbClr val="766F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7" name="object 1297"/>
            <p:cNvSpPr/>
            <p:nvPr/>
          </p:nvSpPr>
          <p:spPr>
            <a:xfrm>
              <a:off x="9180851" y="7119151"/>
              <a:ext cx="15875" cy="6985"/>
            </a:xfrm>
            <a:custGeom>
              <a:avLst/>
              <a:gdLst/>
              <a:ahLst/>
              <a:cxnLst/>
              <a:rect l="l" t="t" r="r" b="b"/>
              <a:pathLst>
                <a:path w="15875" h="6984">
                  <a:moveTo>
                    <a:pt x="15325" y="0"/>
                  </a:moveTo>
                  <a:lnTo>
                    <a:pt x="0" y="1614"/>
                  </a:lnTo>
                  <a:lnTo>
                    <a:pt x="553" y="6882"/>
                  </a:lnTo>
                  <a:lnTo>
                    <a:pt x="15878" y="5267"/>
                  </a:lnTo>
                  <a:lnTo>
                    <a:pt x="15325" y="0"/>
                  </a:lnTo>
                  <a:close/>
                </a:path>
              </a:pathLst>
            </a:custGeom>
            <a:solidFill>
              <a:srgbClr val="7C74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8" name="object 1298"/>
            <p:cNvSpPr/>
            <p:nvPr/>
          </p:nvSpPr>
          <p:spPr>
            <a:xfrm>
              <a:off x="9217270" y="7116410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5" h="3175">
                  <a:moveTo>
                    <a:pt x="4937" y="0"/>
                  </a:moveTo>
                  <a:lnTo>
                    <a:pt x="0" y="509"/>
                  </a:lnTo>
                  <a:lnTo>
                    <a:pt x="297" y="3164"/>
                  </a:lnTo>
                  <a:lnTo>
                    <a:pt x="5236" y="2633"/>
                  </a:lnTo>
                  <a:lnTo>
                    <a:pt x="4937" y="0"/>
                  </a:lnTo>
                  <a:close/>
                </a:path>
              </a:pathLst>
            </a:custGeom>
            <a:solidFill>
              <a:srgbClr val="7B7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9" name="object 1299"/>
            <p:cNvSpPr/>
            <p:nvPr/>
          </p:nvSpPr>
          <p:spPr>
            <a:xfrm>
              <a:off x="9217567" y="7119044"/>
              <a:ext cx="21590" cy="3175"/>
            </a:xfrm>
            <a:custGeom>
              <a:avLst/>
              <a:gdLst/>
              <a:ahLst/>
              <a:cxnLst/>
              <a:rect l="l" t="t" r="r" b="b"/>
              <a:pathLst>
                <a:path w="21590" h="3175">
                  <a:moveTo>
                    <a:pt x="4939" y="0"/>
                  </a:moveTo>
                  <a:lnTo>
                    <a:pt x="0" y="530"/>
                  </a:lnTo>
                  <a:lnTo>
                    <a:pt x="276" y="3164"/>
                  </a:lnTo>
                  <a:lnTo>
                    <a:pt x="21370" y="934"/>
                  </a:lnTo>
                  <a:lnTo>
                    <a:pt x="5215" y="2633"/>
                  </a:lnTo>
                  <a:lnTo>
                    <a:pt x="4939" y="0"/>
                  </a:lnTo>
                  <a:close/>
                </a:path>
              </a:pathLst>
            </a:custGeom>
            <a:solidFill>
              <a:srgbClr val="766F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0" name="object 1300"/>
            <p:cNvSpPr/>
            <p:nvPr/>
          </p:nvSpPr>
          <p:spPr>
            <a:xfrm>
              <a:off x="9222208" y="7114689"/>
              <a:ext cx="17145" cy="6985"/>
            </a:xfrm>
            <a:custGeom>
              <a:avLst/>
              <a:gdLst/>
              <a:ahLst/>
              <a:cxnLst/>
              <a:rect l="l" t="t" r="r" b="b"/>
              <a:pathLst>
                <a:path w="17145" h="6984">
                  <a:moveTo>
                    <a:pt x="16175" y="0"/>
                  </a:moveTo>
                  <a:lnTo>
                    <a:pt x="0" y="1720"/>
                  </a:lnTo>
                  <a:lnTo>
                    <a:pt x="575" y="6988"/>
                  </a:lnTo>
                  <a:lnTo>
                    <a:pt x="16729" y="5267"/>
                  </a:lnTo>
                  <a:lnTo>
                    <a:pt x="16175" y="0"/>
                  </a:lnTo>
                  <a:close/>
                </a:path>
              </a:pathLst>
            </a:custGeom>
            <a:solidFill>
              <a:srgbClr val="7C74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1" name="object 1301"/>
            <p:cNvSpPr/>
            <p:nvPr/>
          </p:nvSpPr>
          <p:spPr>
            <a:xfrm>
              <a:off x="9259498" y="7112034"/>
              <a:ext cx="4445" cy="3175"/>
            </a:xfrm>
            <a:custGeom>
              <a:avLst/>
              <a:gdLst/>
              <a:ahLst/>
              <a:cxnLst/>
              <a:rect l="l" t="t" r="r" b="b"/>
              <a:pathLst>
                <a:path w="4445" h="3175">
                  <a:moveTo>
                    <a:pt x="4086" y="0"/>
                  </a:moveTo>
                  <a:lnTo>
                    <a:pt x="0" y="445"/>
                  </a:lnTo>
                  <a:lnTo>
                    <a:pt x="276" y="3079"/>
                  </a:lnTo>
                  <a:lnTo>
                    <a:pt x="4363" y="2655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7B7D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2" name="object 1302"/>
            <p:cNvSpPr/>
            <p:nvPr/>
          </p:nvSpPr>
          <p:spPr>
            <a:xfrm>
              <a:off x="9259775" y="7114689"/>
              <a:ext cx="21590" cy="3175"/>
            </a:xfrm>
            <a:custGeom>
              <a:avLst/>
              <a:gdLst/>
              <a:ahLst/>
              <a:cxnLst/>
              <a:rect l="l" t="t" r="r" b="b"/>
              <a:pathLst>
                <a:path w="21590" h="3175">
                  <a:moveTo>
                    <a:pt x="4086" y="0"/>
                  </a:moveTo>
                  <a:lnTo>
                    <a:pt x="0" y="424"/>
                  </a:lnTo>
                  <a:lnTo>
                    <a:pt x="276" y="3059"/>
                  </a:lnTo>
                  <a:lnTo>
                    <a:pt x="21370" y="828"/>
                  </a:lnTo>
                  <a:lnTo>
                    <a:pt x="4363" y="261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766F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3" name="object 1303"/>
            <p:cNvSpPr/>
            <p:nvPr/>
          </p:nvSpPr>
          <p:spPr>
            <a:xfrm>
              <a:off x="9263585" y="7110250"/>
              <a:ext cx="17780" cy="7620"/>
            </a:xfrm>
            <a:custGeom>
              <a:avLst/>
              <a:gdLst/>
              <a:ahLst/>
              <a:cxnLst/>
              <a:rect l="l" t="t" r="r" b="b"/>
              <a:pathLst>
                <a:path w="17779" h="7620">
                  <a:moveTo>
                    <a:pt x="17006" y="0"/>
                  </a:moveTo>
                  <a:lnTo>
                    <a:pt x="0" y="1784"/>
                  </a:lnTo>
                  <a:lnTo>
                    <a:pt x="553" y="7052"/>
                  </a:lnTo>
                  <a:lnTo>
                    <a:pt x="17560" y="5267"/>
                  </a:lnTo>
                  <a:lnTo>
                    <a:pt x="17006" y="0"/>
                  </a:lnTo>
                  <a:close/>
                </a:path>
              </a:pathLst>
            </a:custGeom>
            <a:solidFill>
              <a:srgbClr val="7C74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4" name="object 1304"/>
            <p:cNvSpPr/>
            <p:nvPr/>
          </p:nvSpPr>
          <p:spPr>
            <a:xfrm>
              <a:off x="9302217" y="7112969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0" y="0"/>
                  </a:moveTo>
                  <a:lnTo>
                    <a:pt x="43" y="340"/>
                  </a:lnTo>
                  <a:lnTo>
                    <a:pt x="383" y="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6F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5" name="object 1305"/>
            <p:cNvSpPr/>
            <p:nvPr/>
          </p:nvSpPr>
          <p:spPr>
            <a:xfrm>
              <a:off x="9437377" y="7214619"/>
              <a:ext cx="66675" cy="50165"/>
            </a:xfrm>
            <a:custGeom>
              <a:avLst/>
              <a:gdLst/>
              <a:ahLst/>
              <a:cxnLst/>
              <a:rect l="l" t="t" r="r" b="b"/>
              <a:pathLst>
                <a:path w="66675" h="50165">
                  <a:moveTo>
                    <a:pt x="0" y="0"/>
                  </a:moveTo>
                  <a:lnTo>
                    <a:pt x="66578" y="500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92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6" name="object 1306"/>
            <p:cNvSpPr/>
            <p:nvPr/>
          </p:nvSpPr>
          <p:spPr>
            <a:xfrm>
              <a:off x="9299494" y="711092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97D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7" name="object 1307"/>
            <p:cNvSpPr/>
            <p:nvPr/>
          </p:nvSpPr>
          <p:spPr>
            <a:xfrm>
              <a:off x="9388890" y="7178165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3129" y="2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7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8" name="object 1308"/>
            <p:cNvSpPr/>
            <p:nvPr/>
          </p:nvSpPr>
          <p:spPr>
            <a:xfrm>
              <a:off x="9395126" y="7182839"/>
              <a:ext cx="36195" cy="27305"/>
            </a:xfrm>
            <a:custGeom>
              <a:avLst/>
              <a:gdLst/>
              <a:ahLst/>
              <a:cxnLst/>
              <a:rect l="l" t="t" r="r" b="b"/>
              <a:pathLst>
                <a:path w="36195" h="27304">
                  <a:moveTo>
                    <a:pt x="0" y="0"/>
                  </a:moveTo>
                  <a:lnTo>
                    <a:pt x="36014" y="271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71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9" name="object 1309"/>
            <p:cNvSpPr/>
            <p:nvPr/>
          </p:nvSpPr>
          <p:spPr>
            <a:xfrm>
              <a:off x="9392019" y="7180502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3106" y="2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B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0" name="object 1310"/>
            <p:cNvSpPr/>
            <p:nvPr/>
          </p:nvSpPr>
          <p:spPr>
            <a:xfrm>
              <a:off x="9431140" y="720994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97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1" name="object 1311"/>
            <p:cNvSpPr/>
            <p:nvPr/>
          </p:nvSpPr>
          <p:spPr>
            <a:xfrm>
              <a:off x="9437377" y="721461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F84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2" name="object 1312"/>
            <p:cNvSpPr/>
            <p:nvPr/>
          </p:nvSpPr>
          <p:spPr>
            <a:xfrm>
              <a:off x="9431140" y="7209946"/>
              <a:ext cx="6350" cy="5080"/>
            </a:xfrm>
            <a:custGeom>
              <a:avLst/>
              <a:gdLst/>
              <a:ahLst/>
              <a:cxnLst/>
              <a:rect l="l" t="t" r="r" b="b"/>
              <a:pathLst>
                <a:path w="6350" h="5079">
                  <a:moveTo>
                    <a:pt x="0" y="0"/>
                  </a:moveTo>
                  <a:lnTo>
                    <a:pt x="6236" y="4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7A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3" name="object 1313"/>
            <p:cNvSpPr/>
            <p:nvPr/>
          </p:nvSpPr>
          <p:spPr>
            <a:xfrm>
              <a:off x="9292299" y="7105512"/>
              <a:ext cx="7620" cy="5715"/>
            </a:xfrm>
            <a:custGeom>
              <a:avLst/>
              <a:gdLst/>
              <a:ahLst/>
              <a:cxnLst/>
              <a:rect l="l" t="t" r="r" b="b"/>
              <a:pathLst>
                <a:path w="7620" h="5715">
                  <a:moveTo>
                    <a:pt x="0" y="0"/>
                  </a:moveTo>
                  <a:lnTo>
                    <a:pt x="7194" y="54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72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4" name="object 1314"/>
            <p:cNvSpPr/>
            <p:nvPr/>
          </p:nvSpPr>
          <p:spPr>
            <a:xfrm>
              <a:off x="9302217" y="7112969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0" y="0"/>
                  </a:moveTo>
                  <a:lnTo>
                    <a:pt x="383" y="2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6C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5" name="object 1315"/>
            <p:cNvSpPr/>
            <p:nvPr/>
          </p:nvSpPr>
          <p:spPr>
            <a:xfrm>
              <a:off x="9292299" y="710551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5C6C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6" name="object 1316"/>
            <p:cNvSpPr/>
            <p:nvPr/>
          </p:nvSpPr>
          <p:spPr>
            <a:xfrm>
              <a:off x="8975303" y="7264712"/>
              <a:ext cx="528955" cy="55880"/>
            </a:xfrm>
            <a:custGeom>
              <a:avLst/>
              <a:gdLst/>
              <a:ahLst/>
              <a:cxnLst/>
              <a:rect l="l" t="t" r="r" b="b"/>
              <a:pathLst>
                <a:path w="528954" h="55879">
                  <a:moveTo>
                    <a:pt x="528652" y="0"/>
                  </a:moveTo>
                  <a:lnTo>
                    <a:pt x="0" y="55764"/>
                  </a:lnTo>
                  <a:lnTo>
                    <a:pt x="528652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7" name="object 1317"/>
            <p:cNvSpPr/>
            <p:nvPr/>
          </p:nvSpPr>
          <p:spPr>
            <a:xfrm>
              <a:off x="8975218" y="7113500"/>
              <a:ext cx="241300" cy="26034"/>
            </a:xfrm>
            <a:custGeom>
              <a:avLst/>
              <a:gdLst/>
              <a:ahLst/>
              <a:cxnLst/>
              <a:rect l="l" t="t" r="r" b="b"/>
              <a:pathLst>
                <a:path w="241300" h="26034">
                  <a:moveTo>
                    <a:pt x="241306" y="0"/>
                  </a:moveTo>
                  <a:lnTo>
                    <a:pt x="0" y="25449"/>
                  </a:lnTo>
                  <a:lnTo>
                    <a:pt x="241306" y="0"/>
                  </a:lnTo>
                  <a:close/>
                </a:path>
              </a:pathLst>
            </a:custGeom>
            <a:solidFill>
              <a:srgbClr val="776D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8" name="object 1318"/>
            <p:cNvSpPr/>
            <p:nvPr/>
          </p:nvSpPr>
          <p:spPr>
            <a:xfrm>
              <a:off x="8975218" y="7100372"/>
              <a:ext cx="317500" cy="38735"/>
            </a:xfrm>
            <a:custGeom>
              <a:avLst/>
              <a:gdLst/>
              <a:ahLst/>
              <a:cxnLst/>
              <a:rect l="l" t="t" r="r" b="b"/>
              <a:pathLst>
                <a:path w="317500" h="38734">
                  <a:moveTo>
                    <a:pt x="315165" y="0"/>
                  </a:moveTo>
                  <a:lnTo>
                    <a:pt x="0" y="33246"/>
                  </a:lnTo>
                  <a:lnTo>
                    <a:pt x="0" y="38577"/>
                  </a:lnTo>
                  <a:lnTo>
                    <a:pt x="317080" y="5140"/>
                  </a:lnTo>
                  <a:lnTo>
                    <a:pt x="315186" y="3695"/>
                  </a:lnTo>
                  <a:lnTo>
                    <a:pt x="315165" y="0"/>
                  </a:lnTo>
                  <a:close/>
                </a:path>
              </a:pathLst>
            </a:custGeom>
            <a:solidFill>
              <a:srgbClr val="6665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9" name="object 1319"/>
            <p:cNvSpPr/>
            <p:nvPr/>
          </p:nvSpPr>
          <p:spPr>
            <a:xfrm>
              <a:off x="9445124" y="7213812"/>
              <a:ext cx="63500" cy="47625"/>
            </a:xfrm>
            <a:custGeom>
              <a:avLst/>
              <a:gdLst/>
              <a:ahLst/>
              <a:cxnLst/>
              <a:rect l="l" t="t" r="r" b="b"/>
              <a:pathLst>
                <a:path w="63500" h="47625">
                  <a:moveTo>
                    <a:pt x="0" y="0"/>
                  </a:moveTo>
                  <a:lnTo>
                    <a:pt x="63152" y="47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0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0" name="object 1320"/>
            <p:cNvSpPr/>
            <p:nvPr/>
          </p:nvSpPr>
          <p:spPr>
            <a:xfrm>
              <a:off x="9310370" y="7112438"/>
              <a:ext cx="86360" cy="65405"/>
            </a:xfrm>
            <a:custGeom>
              <a:avLst/>
              <a:gdLst/>
              <a:ahLst/>
              <a:cxnLst/>
              <a:rect l="l" t="t" r="r" b="b"/>
              <a:pathLst>
                <a:path w="86359" h="65404">
                  <a:moveTo>
                    <a:pt x="0" y="0"/>
                  </a:moveTo>
                  <a:lnTo>
                    <a:pt x="86267" y="648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6E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1" name="object 1321"/>
            <p:cNvSpPr/>
            <p:nvPr/>
          </p:nvSpPr>
          <p:spPr>
            <a:xfrm>
              <a:off x="9402874" y="7182031"/>
              <a:ext cx="36195" cy="27305"/>
            </a:xfrm>
            <a:custGeom>
              <a:avLst/>
              <a:gdLst/>
              <a:ahLst/>
              <a:cxnLst/>
              <a:rect l="l" t="t" r="r" b="b"/>
              <a:pathLst>
                <a:path w="36195" h="27304">
                  <a:moveTo>
                    <a:pt x="0" y="0"/>
                  </a:moveTo>
                  <a:lnTo>
                    <a:pt x="36034" y="270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6F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2" name="object 1322"/>
            <p:cNvSpPr/>
            <p:nvPr/>
          </p:nvSpPr>
          <p:spPr>
            <a:xfrm>
              <a:off x="9402874" y="718201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69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3" name="object 1323"/>
            <p:cNvSpPr/>
            <p:nvPr/>
          </p:nvSpPr>
          <p:spPr>
            <a:xfrm>
              <a:off x="9438909" y="72091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C72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4" name="object 1324"/>
            <p:cNvSpPr/>
            <p:nvPr/>
          </p:nvSpPr>
          <p:spPr>
            <a:xfrm>
              <a:off x="9396637" y="7177337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solidFill>
              <a:srgbClr val="6869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5" name="object 1325"/>
            <p:cNvSpPr/>
            <p:nvPr/>
          </p:nvSpPr>
          <p:spPr>
            <a:xfrm>
              <a:off x="9396658" y="7177337"/>
              <a:ext cx="6350" cy="5080"/>
            </a:xfrm>
            <a:custGeom>
              <a:avLst/>
              <a:gdLst/>
              <a:ahLst/>
              <a:cxnLst/>
              <a:rect l="l" t="t" r="r" b="b"/>
              <a:pathLst>
                <a:path w="6350" h="5079">
                  <a:moveTo>
                    <a:pt x="0" y="0"/>
                  </a:moveTo>
                  <a:lnTo>
                    <a:pt x="6215" y="4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6C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6" name="object 1326"/>
            <p:cNvSpPr/>
            <p:nvPr/>
          </p:nvSpPr>
          <p:spPr>
            <a:xfrm>
              <a:off x="9445124" y="721381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281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7" name="object 1327"/>
            <p:cNvSpPr/>
            <p:nvPr/>
          </p:nvSpPr>
          <p:spPr>
            <a:xfrm>
              <a:off x="9438909" y="7209118"/>
              <a:ext cx="6350" cy="5080"/>
            </a:xfrm>
            <a:custGeom>
              <a:avLst/>
              <a:gdLst/>
              <a:ahLst/>
              <a:cxnLst/>
              <a:rect l="l" t="t" r="r" b="b"/>
              <a:pathLst>
                <a:path w="6350" h="5079">
                  <a:moveTo>
                    <a:pt x="0" y="0"/>
                  </a:moveTo>
                  <a:lnTo>
                    <a:pt x="6215" y="4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78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8" name="object 1328"/>
            <p:cNvSpPr/>
            <p:nvPr/>
          </p:nvSpPr>
          <p:spPr>
            <a:xfrm>
              <a:off x="9295705" y="7101433"/>
              <a:ext cx="8890" cy="6350"/>
            </a:xfrm>
            <a:custGeom>
              <a:avLst/>
              <a:gdLst/>
              <a:ahLst/>
              <a:cxnLst/>
              <a:rect l="l" t="t" r="r" b="b"/>
              <a:pathLst>
                <a:path w="8890" h="6350">
                  <a:moveTo>
                    <a:pt x="0" y="0"/>
                  </a:moveTo>
                  <a:lnTo>
                    <a:pt x="8427" y="63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7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9" name="object 1329"/>
            <p:cNvSpPr/>
            <p:nvPr/>
          </p:nvSpPr>
          <p:spPr>
            <a:xfrm>
              <a:off x="9304133" y="7107764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0"/>
                  </a:moveTo>
                  <a:lnTo>
                    <a:pt x="873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4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0" name="object 1330"/>
            <p:cNvSpPr/>
            <p:nvPr/>
          </p:nvSpPr>
          <p:spPr>
            <a:xfrm>
              <a:off x="9310348" y="7112438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solidFill>
              <a:srgbClr val="6A6B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1" name="object 1331"/>
            <p:cNvSpPr/>
            <p:nvPr/>
          </p:nvSpPr>
          <p:spPr>
            <a:xfrm>
              <a:off x="9305006" y="7108422"/>
              <a:ext cx="5715" cy="4445"/>
            </a:xfrm>
            <a:custGeom>
              <a:avLst/>
              <a:gdLst/>
              <a:ahLst/>
              <a:cxnLst/>
              <a:rect l="l" t="t" r="r" b="b"/>
              <a:pathLst>
                <a:path w="5715" h="4445">
                  <a:moveTo>
                    <a:pt x="0" y="0"/>
                  </a:moveTo>
                  <a:lnTo>
                    <a:pt x="5341" y="40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6F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2" name="object 1332"/>
            <p:cNvSpPr/>
            <p:nvPr/>
          </p:nvSpPr>
          <p:spPr>
            <a:xfrm>
              <a:off x="9295705" y="710143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5F6A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3" name="object 1333"/>
            <p:cNvSpPr/>
            <p:nvPr/>
          </p:nvSpPr>
          <p:spPr>
            <a:xfrm>
              <a:off x="9437377" y="7213812"/>
              <a:ext cx="71120" cy="51435"/>
            </a:xfrm>
            <a:custGeom>
              <a:avLst/>
              <a:gdLst/>
              <a:ahLst/>
              <a:cxnLst/>
              <a:rect l="l" t="t" r="r" b="b"/>
              <a:pathLst>
                <a:path w="71120" h="51434">
                  <a:moveTo>
                    <a:pt x="7747" y="0"/>
                  </a:moveTo>
                  <a:lnTo>
                    <a:pt x="0" y="807"/>
                  </a:lnTo>
                  <a:lnTo>
                    <a:pt x="66578" y="50900"/>
                  </a:lnTo>
                  <a:lnTo>
                    <a:pt x="70920" y="50432"/>
                  </a:lnTo>
                  <a:lnTo>
                    <a:pt x="70920" y="47500"/>
                  </a:lnTo>
                  <a:lnTo>
                    <a:pt x="7747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4" name="object 1334"/>
            <p:cNvSpPr/>
            <p:nvPr/>
          </p:nvSpPr>
          <p:spPr>
            <a:xfrm>
              <a:off x="9299494" y="7110653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2490" y="0"/>
                  </a:moveTo>
                  <a:lnTo>
                    <a:pt x="0" y="275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rgbClr val="6A6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5" name="object 1335"/>
            <p:cNvSpPr/>
            <p:nvPr/>
          </p:nvSpPr>
          <p:spPr>
            <a:xfrm>
              <a:off x="9299494" y="7110653"/>
              <a:ext cx="97155" cy="67945"/>
            </a:xfrm>
            <a:custGeom>
              <a:avLst/>
              <a:gdLst/>
              <a:ahLst/>
              <a:cxnLst/>
              <a:rect l="l" t="t" r="r" b="b"/>
              <a:pathLst>
                <a:path w="97154" h="67945">
                  <a:moveTo>
                    <a:pt x="10876" y="1784"/>
                  </a:moveTo>
                  <a:lnTo>
                    <a:pt x="3107" y="2612"/>
                  </a:lnTo>
                  <a:lnTo>
                    <a:pt x="89396" y="67511"/>
                  </a:lnTo>
                  <a:lnTo>
                    <a:pt x="97143" y="66683"/>
                  </a:lnTo>
                  <a:lnTo>
                    <a:pt x="10876" y="1784"/>
                  </a:lnTo>
                  <a:close/>
                </a:path>
                <a:path w="97154" h="67945">
                  <a:moveTo>
                    <a:pt x="2518" y="275"/>
                  </a:moveTo>
                  <a:lnTo>
                    <a:pt x="0" y="275"/>
                  </a:lnTo>
                  <a:lnTo>
                    <a:pt x="2724" y="2315"/>
                  </a:lnTo>
                  <a:lnTo>
                    <a:pt x="2518" y="275"/>
                  </a:lnTo>
                  <a:close/>
                </a:path>
                <a:path w="97154" h="67945">
                  <a:moveTo>
                    <a:pt x="2518" y="275"/>
                  </a:moveTo>
                  <a:lnTo>
                    <a:pt x="2490" y="0"/>
                  </a:lnTo>
                  <a:lnTo>
                    <a:pt x="2724" y="2315"/>
                  </a:lnTo>
                  <a:lnTo>
                    <a:pt x="2518" y="275"/>
                  </a:lnTo>
                  <a:close/>
                </a:path>
              </a:pathLst>
            </a:custGeom>
            <a:solidFill>
              <a:srgbClr val="6462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6" name="object 1336"/>
            <p:cNvSpPr/>
            <p:nvPr/>
          </p:nvSpPr>
          <p:spPr>
            <a:xfrm>
              <a:off x="9388890" y="7177358"/>
              <a:ext cx="8255" cy="3175"/>
            </a:xfrm>
            <a:custGeom>
              <a:avLst/>
              <a:gdLst/>
              <a:ahLst/>
              <a:cxnLst/>
              <a:rect l="l" t="t" r="r" b="b"/>
              <a:pathLst>
                <a:path w="8254" h="3175">
                  <a:moveTo>
                    <a:pt x="7641" y="0"/>
                  </a:moveTo>
                  <a:lnTo>
                    <a:pt x="0" y="807"/>
                  </a:lnTo>
                  <a:lnTo>
                    <a:pt x="3129" y="3144"/>
                  </a:lnTo>
                  <a:lnTo>
                    <a:pt x="7938" y="2633"/>
                  </a:lnTo>
                  <a:lnTo>
                    <a:pt x="7641" y="0"/>
                  </a:lnTo>
                  <a:close/>
                </a:path>
              </a:pathLst>
            </a:custGeom>
            <a:solidFill>
              <a:srgbClr val="6866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7" name="object 1337"/>
            <p:cNvSpPr/>
            <p:nvPr/>
          </p:nvSpPr>
          <p:spPr>
            <a:xfrm>
              <a:off x="9395126" y="7182031"/>
              <a:ext cx="43815" cy="27940"/>
            </a:xfrm>
            <a:custGeom>
              <a:avLst/>
              <a:gdLst/>
              <a:ahLst/>
              <a:cxnLst/>
              <a:rect l="l" t="t" r="r" b="b"/>
              <a:pathLst>
                <a:path w="43815" h="27940">
                  <a:moveTo>
                    <a:pt x="7748" y="0"/>
                  </a:moveTo>
                  <a:lnTo>
                    <a:pt x="0" y="807"/>
                  </a:lnTo>
                  <a:lnTo>
                    <a:pt x="36014" y="27914"/>
                  </a:lnTo>
                  <a:lnTo>
                    <a:pt x="43783" y="27086"/>
                  </a:lnTo>
                  <a:lnTo>
                    <a:pt x="7748" y="0"/>
                  </a:lnTo>
                  <a:close/>
                </a:path>
              </a:pathLst>
            </a:custGeom>
            <a:solidFill>
              <a:srgbClr val="6564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8" name="object 1338"/>
            <p:cNvSpPr/>
            <p:nvPr/>
          </p:nvSpPr>
          <p:spPr>
            <a:xfrm>
              <a:off x="9392019" y="7179992"/>
              <a:ext cx="11430" cy="3175"/>
            </a:xfrm>
            <a:custGeom>
              <a:avLst/>
              <a:gdLst/>
              <a:ahLst/>
              <a:cxnLst/>
              <a:rect l="l" t="t" r="r" b="b"/>
              <a:pathLst>
                <a:path w="11429" h="3175">
                  <a:moveTo>
                    <a:pt x="4809" y="0"/>
                  </a:moveTo>
                  <a:lnTo>
                    <a:pt x="0" y="510"/>
                  </a:lnTo>
                  <a:lnTo>
                    <a:pt x="3106" y="2847"/>
                  </a:lnTo>
                  <a:lnTo>
                    <a:pt x="10854" y="2039"/>
                  </a:lnTo>
                  <a:lnTo>
                    <a:pt x="5086" y="2635"/>
                  </a:lnTo>
                  <a:lnTo>
                    <a:pt x="4809" y="0"/>
                  </a:lnTo>
                  <a:close/>
                </a:path>
              </a:pathLst>
            </a:custGeom>
            <a:solidFill>
              <a:srgbClr val="655E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9" name="object 1339"/>
            <p:cNvSpPr/>
            <p:nvPr/>
          </p:nvSpPr>
          <p:spPr>
            <a:xfrm>
              <a:off x="9431140" y="7209118"/>
              <a:ext cx="8255" cy="1270"/>
            </a:xfrm>
            <a:custGeom>
              <a:avLst/>
              <a:gdLst/>
              <a:ahLst/>
              <a:cxnLst/>
              <a:rect l="l" t="t" r="r" b="b"/>
              <a:pathLst>
                <a:path w="8254" h="1270">
                  <a:moveTo>
                    <a:pt x="7768" y="0"/>
                  </a:moveTo>
                  <a:lnTo>
                    <a:pt x="0" y="828"/>
                  </a:lnTo>
                  <a:lnTo>
                    <a:pt x="7768" y="0"/>
                  </a:lnTo>
                  <a:close/>
                </a:path>
              </a:pathLst>
            </a:custGeom>
            <a:solidFill>
              <a:srgbClr val="6866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0" name="object 1340"/>
            <p:cNvSpPr/>
            <p:nvPr/>
          </p:nvSpPr>
          <p:spPr>
            <a:xfrm>
              <a:off x="9396531" y="7177337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126" y="0"/>
                  </a:moveTo>
                  <a:close/>
                </a:path>
              </a:pathLst>
            </a:custGeom>
            <a:solidFill>
              <a:srgbClr val="645E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1" name="object 1341"/>
            <p:cNvSpPr/>
            <p:nvPr/>
          </p:nvSpPr>
          <p:spPr>
            <a:xfrm>
              <a:off x="9396531" y="7177337"/>
              <a:ext cx="6350" cy="5715"/>
            </a:xfrm>
            <a:custGeom>
              <a:avLst/>
              <a:gdLst/>
              <a:ahLst/>
              <a:cxnLst/>
              <a:rect l="l" t="t" r="r" b="b"/>
              <a:pathLst>
                <a:path w="6350" h="5715">
                  <a:moveTo>
                    <a:pt x="126" y="0"/>
                  </a:moveTo>
                  <a:lnTo>
                    <a:pt x="297" y="2654"/>
                  </a:lnTo>
                  <a:lnTo>
                    <a:pt x="574" y="5289"/>
                  </a:lnTo>
                  <a:lnTo>
                    <a:pt x="6342" y="4673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6760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2" name="object 1342"/>
            <p:cNvSpPr/>
            <p:nvPr/>
          </p:nvSpPr>
          <p:spPr>
            <a:xfrm>
              <a:off x="9437377" y="7213812"/>
              <a:ext cx="8255" cy="1270"/>
            </a:xfrm>
            <a:custGeom>
              <a:avLst/>
              <a:gdLst/>
              <a:ahLst/>
              <a:cxnLst/>
              <a:rect l="l" t="t" r="r" b="b"/>
              <a:pathLst>
                <a:path w="8254" h="1270">
                  <a:moveTo>
                    <a:pt x="7747" y="0"/>
                  </a:moveTo>
                  <a:lnTo>
                    <a:pt x="0" y="807"/>
                  </a:lnTo>
                  <a:lnTo>
                    <a:pt x="7747" y="0"/>
                  </a:lnTo>
                  <a:close/>
                </a:path>
              </a:pathLst>
            </a:custGeom>
            <a:solidFill>
              <a:srgbClr val="7076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3" name="object 1343"/>
            <p:cNvSpPr/>
            <p:nvPr/>
          </p:nvSpPr>
          <p:spPr>
            <a:xfrm>
              <a:off x="9431140" y="7209118"/>
              <a:ext cx="14604" cy="5715"/>
            </a:xfrm>
            <a:custGeom>
              <a:avLst/>
              <a:gdLst/>
              <a:ahLst/>
              <a:cxnLst/>
              <a:rect l="l" t="t" r="r" b="b"/>
              <a:pathLst>
                <a:path w="14604" h="5715">
                  <a:moveTo>
                    <a:pt x="7768" y="0"/>
                  </a:moveTo>
                  <a:lnTo>
                    <a:pt x="0" y="828"/>
                  </a:lnTo>
                  <a:lnTo>
                    <a:pt x="6236" y="5501"/>
                  </a:lnTo>
                  <a:lnTo>
                    <a:pt x="13983" y="4693"/>
                  </a:lnTo>
                  <a:lnTo>
                    <a:pt x="7768" y="0"/>
                  </a:lnTo>
                  <a:close/>
                </a:path>
              </a:pathLst>
            </a:custGeom>
            <a:solidFill>
              <a:srgbClr val="6E6D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4" name="object 1344"/>
            <p:cNvSpPr/>
            <p:nvPr/>
          </p:nvSpPr>
          <p:spPr>
            <a:xfrm>
              <a:off x="9292299" y="7101433"/>
              <a:ext cx="12065" cy="9525"/>
            </a:xfrm>
            <a:custGeom>
              <a:avLst/>
              <a:gdLst/>
              <a:ahLst/>
              <a:cxnLst/>
              <a:rect l="l" t="t" r="r" b="b"/>
              <a:pathLst>
                <a:path w="12065" h="9525">
                  <a:moveTo>
                    <a:pt x="3406" y="0"/>
                  </a:moveTo>
                  <a:lnTo>
                    <a:pt x="3426" y="3717"/>
                  </a:lnTo>
                  <a:lnTo>
                    <a:pt x="0" y="4079"/>
                  </a:lnTo>
                  <a:lnTo>
                    <a:pt x="7194" y="9495"/>
                  </a:lnTo>
                  <a:lnTo>
                    <a:pt x="9685" y="9220"/>
                  </a:lnTo>
                  <a:lnTo>
                    <a:pt x="9408" y="6584"/>
                  </a:lnTo>
                  <a:lnTo>
                    <a:pt x="11833" y="6330"/>
                  </a:lnTo>
                  <a:lnTo>
                    <a:pt x="3406" y="0"/>
                  </a:lnTo>
                  <a:close/>
                </a:path>
              </a:pathLst>
            </a:custGeom>
            <a:solidFill>
              <a:srgbClr val="6665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5" name="object 1345"/>
            <p:cNvSpPr/>
            <p:nvPr/>
          </p:nvSpPr>
          <p:spPr>
            <a:xfrm>
              <a:off x="9301707" y="7107764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2425" y="0"/>
                  </a:moveTo>
                  <a:lnTo>
                    <a:pt x="0" y="253"/>
                  </a:lnTo>
                  <a:lnTo>
                    <a:pt x="276" y="2889"/>
                  </a:lnTo>
                  <a:lnTo>
                    <a:pt x="3511" y="2548"/>
                  </a:lnTo>
                  <a:lnTo>
                    <a:pt x="3299" y="657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6A68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6" name="object 1346"/>
            <p:cNvSpPr/>
            <p:nvPr/>
          </p:nvSpPr>
          <p:spPr>
            <a:xfrm>
              <a:off x="9301983" y="7110313"/>
              <a:ext cx="8890" cy="3175"/>
            </a:xfrm>
            <a:custGeom>
              <a:avLst/>
              <a:gdLst/>
              <a:ahLst/>
              <a:cxnLst/>
              <a:rect l="l" t="t" r="r" b="b"/>
              <a:pathLst>
                <a:path w="8890" h="3175">
                  <a:moveTo>
                    <a:pt x="3234" y="0"/>
                  </a:moveTo>
                  <a:lnTo>
                    <a:pt x="0" y="340"/>
                  </a:lnTo>
                  <a:lnTo>
                    <a:pt x="233" y="2655"/>
                  </a:lnTo>
                  <a:lnTo>
                    <a:pt x="617" y="2952"/>
                  </a:lnTo>
                  <a:lnTo>
                    <a:pt x="8385" y="2124"/>
                  </a:lnTo>
                  <a:lnTo>
                    <a:pt x="3511" y="2633"/>
                  </a:lnTo>
                  <a:lnTo>
                    <a:pt x="3234" y="0"/>
                  </a:lnTo>
                  <a:close/>
                </a:path>
              </a:pathLst>
            </a:custGeom>
            <a:solidFill>
              <a:srgbClr val="665F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7" name="object 1347"/>
            <p:cNvSpPr/>
            <p:nvPr/>
          </p:nvSpPr>
          <p:spPr>
            <a:xfrm>
              <a:off x="9305006" y="7108422"/>
              <a:ext cx="5715" cy="5080"/>
            </a:xfrm>
            <a:custGeom>
              <a:avLst/>
              <a:gdLst/>
              <a:ahLst/>
              <a:cxnLst/>
              <a:rect l="l" t="t" r="r" b="b"/>
              <a:pathLst>
                <a:path w="5715" h="5079">
                  <a:moveTo>
                    <a:pt x="0" y="0"/>
                  </a:moveTo>
                  <a:lnTo>
                    <a:pt x="212" y="1891"/>
                  </a:lnTo>
                  <a:lnTo>
                    <a:pt x="488" y="4525"/>
                  </a:lnTo>
                  <a:lnTo>
                    <a:pt x="5341" y="40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63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8" name="object 1348"/>
            <p:cNvSpPr/>
            <p:nvPr/>
          </p:nvSpPr>
          <p:spPr>
            <a:xfrm>
              <a:off x="9290383" y="7100010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5">
                  <a:moveTo>
                    <a:pt x="3448" y="0"/>
                  </a:moveTo>
                  <a:lnTo>
                    <a:pt x="0" y="361"/>
                  </a:lnTo>
                  <a:lnTo>
                    <a:pt x="20" y="4057"/>
                  </a:lnTo>
                  <a:lnTo>
                    <a:pt x="1915" y="5502"/>
                  </a:lnTo>
                  <a:lnTo>
                    <a:pt x="5341" y="5140"/>
                  </a:lnTo>
                  <a:lnTo>
                    <a:pt x="5321" y="1423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rgbClr val="5A5D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9" name="object 1349"/>
            <p:cNvSpPr/>
            <p:nvPr/>
          </p:nvSpPr>
          <p:spPr>
            <a:xfrm>
              <a:off x="8969972" y="6831139"/>
              <a:ext cx="543560" cy="495300"/>
            </a:xfrm>
            <a:custGeom>
              <a:avLst/>
              <a:gdLst/>
              <a:ahLst/>
              <a:cxnLst/>
              <a:rect l="l" t="t" r="r" b="b"/>
              <a:pathLst>
                <a:path w="543559" h="495300">
                  <a:moveTo>
                    <a:pt x="1892" y="495033"/>
                  </a:moveTo>
                  <a:lnTo>
                    <a:pt x="0" y="493610"/>
                  </a:lnTo>
                  <a:lnTo>
                    <a:pt x="25" y="495033"/>
                  </a:lnTo>
                  <a:lnTo>
                    <a:pt x="1892" y="495033"/>
                  </a:lnTo>
                  <a:close/>
                </a:path>
                <a:path w="543559" h="495300">
                  <a:moveTo>
                    <a:pt x="543471" y="0"/>
                  </a:moveTo>
                  <a:lnTo>
                    <a:pt x="541578" y="190"/>
                  </a:lnTo>
                  <a:lnTo>
                    <a:pt x="543445" y="1612"/>
                  </a:lnTo>
                  <a:lnTo>
                    <a:pt x="543471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0" name="object 1350"/>
            <p:cNvSpPr/>
            <p:nvPr/>
          </p:nvSpPr>
          <p:spPr>
            <a:xfrm>
              <a:off x="8975111" y="6860000"/>
              <a:ext cx="315595" cy="246379"/>
            </a:xfrm>
            <a:custGeom>
              <a:avLst/>
              <a:gdLst/>
              <a:ahLst/>
              <a:cxnLst/>
              <a:rect l="l" t="t" r="r" b="b"/>
              <a:pathLst>
                <a:path w="315595" h="246379">
                  <a:moveTo>
                    <a:pt x="315187" y="0"/>
                  </a:moveTo>
                  <a:lnTo>
                    <a:pt x="0" y="33246"/>
                  </a:lnTo>
                  <a:lnTo>
                    <a:pt x="85" y="246213"/>
                  </a:lnTo>
                  <a:lnTo>
                    <a:pt x="21" y="33246"/>
                  </a:lnTo>
                  <a:lnTo>
                    <a:pt x="315187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1" name="object 1351"/>
            <p:cNvSpPr/>
            <p:nvPr/>
          </p:nvSpPr>
          <p:spPr>
            <a:xfrm>
              <a:off x="8975196" y="7106214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solidFill>
              <a:srgbClr val="8884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2" name="object 1352"/>
            <p:cNvSpPr/>
            <p:nvPr/>
          </p:nvSpPr>
          <p:spPr>
            <a:xfrm>
              <a:off x="8975218" y="7111567"/>
              <a:ext cx="0" cy="22225"/>
            </a:xfrm>
            <a:custGeom>
              <a:avLst/>
              <a:gdLst/>
              <a:ahLst/>
              <a:cxnLst/>
              <a:rect l="l" t="t" r="r" b="b"/>
              <a:pathLst>
                <a:path h="22225">
                  <a:moveTo>
                    <a:pt x="0" y="0"/>
                  </a:moveTo>
                  <a:lnTo>
                    <a:pt x="0" y="220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96A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3" name="object 1353"/>
            <p:cNvSpPr/>
            <p:nvPr/>
          </p:nvSpPr>
          <p:spPr>
            <a:xfrm>
              <a:off x="8975196" y="7111567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solidFill>
              <a:srgbClr val="7F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4" name="object 1354"/>
            <p:cNvSpPr/>
            <p:nvPr/>
          </p:nvSpPr>
          <p:spPr>
            <a:xfrm>
              <a:off x="8975196" y="7106214"/>
              <a:ext cx="635" cy="5715"/>
            </a:xfrm>
            <a:custGeom>
              <a:avLst/>
              <a:gdLst/>
              <a:ahLst/>
              <a:cxnLst/>
              <a:rect l="l" t="t" r="r" b="b"/>
              <a:pathLst>
                <a:path w="634" h="5715">
                  <a:moveTo>
                    <a:pt x="0" y="0"/>
                  </a:moveTo>
                  <a:lnTo>
                    <a:pt x="0" y="535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8575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5" name="object 1355"/>
            <p:cNvSpPr/>
            <p:nvPr/>
          </p:nvSpPr>
          <p:spPr>
            <a:xfrm>
              <a:off x="8975218" y="71336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762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6" name="object 1356"/>
            <p:cNvSpPr/>
            <p:nvPr/>
          </p:nvSpPr>
          <p:spPr>
            <a:xfrm>
              <a:off x="9295619" y="6837035"/>
              <a:ext cx="212725" cy="22860"/>
            </a:xfrm>
            <a:custGeom>
              <a:avLst/>
              <a:gdLst/>
              <a:ahLst/>
              <a:cxnLst/>
              <a:rect l="l" t="t" r="r" b="b"/>
              <a:pathLst>
                <a:path w="212725" h="22859">
                  <a:moveTo>
                    <a:pt x="212509" y="0"/>
                  </a:moveTo>
                  <a:lnTo>
                    <a:pt x="0" y="22412"/>
                  </a:lnTo>
                  <a:lnTo>
                    <a:pt x="212509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7" name="object 1357"/>
            <p:cNvSpPr/>
            <p:nvPr/>
          </p:nvSpPr>
          <p:spPr>
            <a:xfrm>
              <a:off x="9508127" y="6836462"/>
              <a:ext cx="5715" cy="429259"/>
            </a:xfrm>
            <a:custGeom>
              <a:avLst/>
              <a:gdLst/>
              <a:ahLst/>
              <a:cxnLst/>
              <a:rect l="l" t="t" r="r" b="b"/>
              <a:pathLst>
                <a:path w="5715" h="429259">
                  <a:moveTo>
                    <a:pt x="5449" y="332144"/>
                  </a:moveTo>
                  <a:lnTo>
                    <a:pt x="128" y="339897"/>
                  </a:lnTo>
                  <a:lnTo>
                    <a:pt x="170" y="424850"/>
                  </a:lnTo>
                  <a:lnTo>
                    <a:pt x="5469" y="428844"/>
                  </a:lnTo>
                  <a:lnTo>
                    <a:pt x="5449" y="332144"/>
                  </a:lnTo>
                  <a:close/>
                </a:path>
                <a:path w="5715" h="429259">
                  <a:moveTo>
                    <a:pt x="5427" y="272895"/>
                  </a:moveTo>
                  <a:lnTo>
                    <a:pt x="106" y="278099"/>
                  </a:lnTo>
                  <a:lnTo>
                    <a:pt x="128" y="330487"/>
                  </a:lnTo>
                  <a:lnTo>
                    <a:pt x="4023" y="324793"/>
                  </a:lnTo>
                  <a:lnTo>
                    <a:pt x="5449" y="324793"/>
                  </a:lnTo>
                  <a:lnTo>
                    <a:pt x="5427" y="272895"/>
                  </a:lnTo>
                  <a:close/>
                </a:path>
                <a:path w="5715" h="429259">
                  <a:moveTo>
                    <a:pt x="5449" y="324793"/>
                  </a:moveTo>
                  <a:lnTo>
                    <a:pt x="4023" y="324793"/>
                  </a:lnTo>
                  <a:lnTo>
                    <a:pt x="5449" y="325770"/>
                  </a:lnTo>
                  <a:lnTo>
                    <a:pt x="5449" y="324793"/>
                  </a:lnTo>
                  <a:close/>
                </a:path>
                <a:path w="5715" h="429259">
                  <a:moveTo>
                    <a:pt x="63" y="198075"/>
                  </a:moveTo>
                  <a:lnTo>
                    <a:pt x="106" y="270664"/>
                  </a:lnTo>
                  <a:lnTo>
                    <a:pt x="3214" y="267605"/>
                  </a:lnTo>
                  <a:lnTo>
                    <a:pt x="5426" y="267605"/>
                  </a:lnTo>
                  <a:lnTo>
                    <a:pt x="5406" y="239266"/>
                  </a:lnTo>
                  <a:lnTo>
                    <a:pt x="4215" y="239266"/>
                  </a:lnTo>
                  <a:lnTo>
                    <a:pt x="1192" y="234911"/>
                  </a:lnTo>
                  <a:lnTo>
                    <a:pt x="5406" y="231980"/>
                  </a:lnTo>
                  <a:lnTo>
                    <a:pt x="5385" y="201452"/>
                  </a:lnTo>
                  <a:lnTo>
                    <a:pt x="1362" y="201452"/>
                  </a:lnTo>
                  <a:lnTo>
                    <a:pt x="63" y="198075"/>
                  </a:lnTo>
                  <a:close/>
                </a:path>
                <a:path w="5715" h="429259">
                  <a:moveTo>
                    <a:pt x="5426" y="267605"/>
                  </a:moveTo>
                  <a:lnTo>
                    <a:pt x="3214" y="267605"/>
                  </a:lnTo>
                  <a:lnTo>
                    <a:pt x="5427" y="269857"/>
                  </a:lnTo>
                  <a:lnTo>
                    <a:pt x="5426" y="267605"/>
                  </a:lnTo>
                  <a:close/>
                </a:path>
                <a:path w="5715" h="429259">
                  <a:moveTo>
                    <a:pt x="5406" y="238459"/>
                  </a:moveTo>
                  <a:lnTo>
                    <a:pt x="4215" y="239266"/>
                  </a:lnTo>
                  <a:lnTo>
                    <a:pt x="5406" y="239266"/>
                  </a:lnTo>
                  <a:lnTo>
                    <a:pt x="5406" y="238459"/>
                  </a:lnTo>
                  <a:close/>
                </a:path>
                <a:path w="5715" h="429259">
                  <a:moveTo>
                    <a:pt x="5384" y="199944"/>
                  </a:moveTo>
                  <a:lnTo>
                    <a:pt x="1362" y="201452"/>
                  </a:lnTo>
                  <a:lnTo>
                    <a:pt x="5385" y="201452"/>
                  </a:lnTo>
                  <a:lnTo>
                    <a:pt x="5384" y="199944"/>
                  </a:lnTo>
                  <a:close/>
                </a:path>
                <a:path w="5715" h="429259">
                  <a:moveTo>
                    <a:pt x="5321" y="0"/>
                  </a:moveTo>
                  <a:lnTo>
                    <a:pt x="0" y="572"/>
                  </a:lnTo>
                  <a:lnTo>
                    <a:pt x="63" y="196269"/>
                  </a:lnTo>
                  <a:lnTo>
                    <a:pt x="5384" y="194251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8" name="object 1358"/>
            <p:cNvSpPr/>
            <p:nvPr/>
          </p:nvSpPr>
          <p:spPr>
            <a:xfrm>
              <a:off x="9508186" y="7030719"/>
              <a:ext cx="5715" cy="146050"/>
            </a:xfrm>
            <a:custGeom>
              <a:avLst/>
              <a:gdLst/>
              <a:ahLst/>
              <a:cxnLst/>
              <a:rect l="l" t="t" r="r" b="b"/>
              <a:pathLst>
                <a:path w="5715" h="146050">
                  <a:moveTo>
                    <a:pt x="5321" y="0"/>
                  </a:moveTo>
                  <a:lnTo>
                    <a:pt x="0" y="2019"/>
                  </a:lnTo>
                  <a:lnTo>
                    <a:pt x="0" y="3822"/>
                  </a:lnTo>
                  <a:lnTo>
                    <a:pt x="1295" y="7200"/>
                  </a:lnTo>
                  <a:lnTo>
                    <a:pt x="5321" y="5689"/>
                  </a:lnTo>
                  <a:lnTo>
                    <a:pt x="5321" y="0"/>
                  </a:lnTo>
                  <a:close/>
                </a:path>
                <a:path w="5715" h="146050">
                  <a:moveTo>
                    <a:pt x="5346" y="37731"/>
                  </a:moveTo>
                  <a:lnTo>
                    <a:pt x="1130" y="40665"/>
                  </a:lnTo>
                  <a:lnTo>
                    <a:pt x="4152" y="45008"/>
                  </a:lnTo>
                  <a:lnTo>
                    <a:pt x="5346" y="44208"/>
                  </a:lnTo>
                  <a:lnTo>
                    <a:pt x="5346" y="37731"/>
                  </a:lnTo>
                  <a:close/>
                </a:path>
                <a:path w="5715" h="146050">
                  <a:moveTo>
                    <a:pt x="5359" y="75603"/>
                  </a:moveTo>
                  <a:lnTo>
                    <a:pt x="3149" y="73355"/>
                  </a:lnTo>
                  <a:lnTo>
                    <a:pt x="38" y="76415"/>
                  </a:lnTo>
                  <a:lnTo>
                    <a:pt x="38" y="83845"/>
                  </a:lnTo>
                  <a:lnTo>
                    <a:pt x="5359" y="78638"/>
                  </a:lnTo>
                  <a:lnTo>
                    <a:pt x="5359" y="75603"/>
                  </a:lnTo>
                  <a:close/>
                </a:path>
                <a:path w="5715" h="146050">
                  <a:moveTo>
                    <a:pt x="5384" y="131521"/>
                  </a:moveTo>
                  <a:lnTo>
                    <a:pt x="3962" y="130543"/>
                  </a:lnTo>
                  <a:lnTo>
                    <a:pt x="63" y="136232"/>
                  </a:lnTo>
                  <a:lnTo>
                    <a:pt x="63" y="145643"/>
                  </a:lnTo>
                  <a:lnTo>
                    <a:pt x="5384" y="137896"/>
                  </a:lnTo>
                  <a:lnTo>
                    <a:pt x="5384" y="131521"/>
                  </a:lnTo>
                  <a:close/>
                </a:path>
              </a:pathLst>
            </a:custGeom>
            <a:solidFill>
              <a:srgbClr val="7C4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9" name="object 1359"/>
            <p:cNvSpPr/>
            <p:nvPr/>
          </p:nvSpPr>
          <p:spPr>
            <a:xfrm>
              <a:off x="9295619" y="685944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0" name="object 1360"/>
            <p:cNvSpPr/>
            <p:nvPr/>
          </p:nvSpPr>
          <p:spPr>
            <a:xfrm>
              <a:off x="9290299" y="6859447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5" h="634">
                  <a:moveTo>
                    <a:pt x="5320" y="0"/>
                  </a:moveTo>
                  <a:lnTo>
                    <a:pt x="0" y="552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1" name="object 1361"/>
            <p:cNvSpPr/>
            <p:nvPr/>
          </p:nvSpPr>
          <p:spPr>
            <a:xfrm>
              <a:off x="8975282" y="7263373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1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2" name="object 1362"/>
            <p:cNvSpPr/>
            <p:nvPr/>
          </p:nvSpPr>
          <p:spPr>
            <a:xfrm>
              <a:off x="8975260" y="7263373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solidFill>
              <a:srgbClr val="908B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3" name="object 1363"/>
            <p:cNvSpPr/>
            <p:nvPr/>
          </p:nvSpPr>
          <p:spPr>
            <a:xfrm>
              <a:off x="8975238" y="7147809"/>
              <a:ext cx="0" cy="74295"/>
            </a:xfrm>
            <a:custGeom>
              <a:avLst/>
              <a:gdLst/>
              <a:ahLst/>
              <a:cxnLst/>
              <a:rect l="l" t="t" r="r" b="b"/>
              <a:pathLst>
                <a:path h="74295">
                  <a:moveTo>
                    <a:pt x="0" y="0"/>
                  </a:moveTo>
                  <a:lnTo>
                    <a:pt x="0" y="739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4" name="object 1364"/>
            <p:cNvSpPr/>
            <p:nvPr/>
          </p:nvSpPr>
          <p:spPr>
            <a:xfrm>
              <a:off x="8975260" y="7227131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5">
                  <a:moveTo>
                    <a:pt x="0" y="0"/>
                  </a:moveTo>
                  <a:lnTo>
                    <a:pt x="0" y="30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6F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5" name="object 1365"/>
            <p:cNvSpPr/>
            <p:nvPr/>
          </p:nvSpPr>
          <p:spPr>
            <a:xfrm>
              <a:off x="8975238" y="7227131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solidFill>
              <a:srgbClr val="7C66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6" name="object 1366"/>
            <p:cNvSpPr/>
            <p:nvPr/>
          </p:nvSpPr>
          <p:spPr>
            <a:xfrm>
              <a:off x="8975238" y="7221778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21" y="0"/>
                  </a:moveTo>
                  <a:close/>
                </a:path>
              </a:pathLst>
            </a:custGeom>
            <a:solidFill>
              <a:srgbClr val="7B65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7" name="object 1367"/>
            <p:cNvSpPr/>
            <p:nvPr/>
          </p:nvSpPr>
          <p:spPr>
            <a:xfrm>
              <a:off x="8975238" y="7221800"/>
              <a:ext cx="635" cy="5715"/>
            </a:xfrm>
            <a:custGeom>
              <a:avLst/>
              <a:gdLst/>
              <a:ahLst/>
              <a:cxnLst/>
              <a:rect l="l" t="t" r="r" b="b"/>
              <a:pathLst>
                <a:path w="634" h="5715">
                  <a:moveTo>
                    <a:pt x="0" y="0"/>
                  </a:moveTo>
                  <a:lnTo>
                    <a:pt x="0" y="5331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7F69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8" name="object 1368"/>
            <p:cNvSpPr/>
            <p:nvPr/>
          </p:nvSpPr>
          <p:spPr>
            <a:xfrm>
              <a:off x="8975260" y="7258020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4">
                  <a:moveTo>
                    <a:pt x="0" y="0"/>
                  </a:moveTo>
                  <a:lnTo>
                    <a:pt x="21" y="0"/>
                  </a:lnTo>
                </a:path>
              </a:pathLst>
            </a:custGeom>
            <a:solidFill>
              <a:srgbClr val="8878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9" name="object 1369"/>
            <p:cNvSpPr/>
            <p:nvPr/>
          </p:nvSpPr>
          <p:spPr>
            <a:xfrm>
              <a:off x="8975260" y="7258020"/>
              <a:ext cx="635" cy="5715"/>
            </a:xfrm>
            <a:custGeom>
              <a:avLst/>
              <a:gdLst/>
              <a:ahLst/>
              <a:cxnLst/>
              <a:rect l="l" t="t" r="r" b="b"/>
              <a:pathLst>
                <a:path w="634" h="5715">
                  <a:moveTo>
                    <a:pt x="0" y="0"/>
                  </a:moveTo>
                  <a:lnTo>
                    <a:pt x="0" y="535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8C7B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0" name="object 1370"/>
            <p:cNvSpPr/>
            <p:nvPr/>
          </p:nvSpPr>
          <p:spPr>
            <a:xfrm>
              <a:off x="8975218" y="7138949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70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1" name="object 1371"/>
            <p:cNvSpPr/>
            <p:nvPr/>
          </p:nvSpPr>
          <p:spPr>
            <a:xfrm>
              <a:off x="8975218" y="71424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E68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2" name="object 1372"/>
            <p:cNvSpPr/>
            <p:nvPr/>
          </p:nvSpPr>
          <p:spPr>
            <a:xfrm>
              <a:off x="8975218" y="7147787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20" y="0"/>
                  </a:moveTo>
                  <a:close/>
                </a:path>
              </a:pathLst>
            </a:custGeom>
            <a:solidFill>
              <a:srgbClr val="7D67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3" name="object 1373"/>
            <p:cNvSpPr/>
            <p:nvPr/>
          </p:nvSpPr>
          <p:spPr>
            <a:xfrm>
              <a:off x="8975218" y="7142454"/>
              <a:ext cx="635" cy="5715"/>
            </a:xfrm>
            <a:custGeom>
              <a:avLst/>
              <a:gdLst/>
              <a:ahLst/>
              <a:cxnLst/>
              <a:rect l="l" t="t" r="r" b="b"/>
              <a:pathLst>
                <a:path w="634" h="5715">
                  <a:moveTo>
                    <a:pt x="0" y="0"/>
                  </a:moveTo>
                  <a:lnTo>
                    <a:pt x="0" y="53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6D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4" name="object 1374"/>
            <p:cNvSpPr/>
            <p:nvPr/>
          </p:nvSpPr>
          <p:spPr>
            <a:xfrm>
              <a:off x="8975282" y="7264712"/>
              <a:ext cx="535305" cy="61594"/>
            </a:xfrm>
            <a:custGeom>
              <a:avLst/>
              <a:gdLst/>
              <a:ahLst/>
              <a:cxnLst/>
              <a:rect l="l" t="t" r="r" b="b"/>
              <a:pathLst>
                <a:path w="535304" h="61595">
                  <a:moveTo>
                    <a:pt x="528674" y="0"/>
                  </a:moveTo>
                  <a:lnTo>
                    <a:pt x="0" y="55742"/>
                  </a:lnTo>
                  <a:lnTo>
                    <a:pt x="0" y="61095"/>
                  </a:lnTo>
                  <a:lnTo>
                    <a:pt x="534911" y="4673"/>
                  </a:lnTo>
                  <a:lnTo>
                    <a:pt x="528674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5" name="object 1375"/>
            <p:cNvSpPr/>
            <p:nvPr/>
          </p:nvSpPr>
          <p:spPr>
            <a:xfrm>
              <a:off x="8975218" y="713894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762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6" name="object 1376"/>
            <p:cNvSpPr/>
            <p:nvPr/>
          </p:nvSpPr>
          <p:spPr>
            <a:xfrm>
              <a:off x="8975218" y="7133618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356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7" name="object 1377"/>
            <p:cNvSpPr/>
            <p:nvPr/>
          </p:nvSpPr>
          <p:spPr>
            <a:xfrm>
              <a:off x="9503956" y="7261312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59" h="8254">
                  <a:moveTo>
                    <a:pt x="4342" y="0"/>
                  </a:moveTo>
                  <a:lnTo>
                    <a:pt x="4342" y="2932"/>
                  </a:lnTo>
                  <a:lnTo>
                    <a:pt x="0" y="3399"/>
                  </a:lnTo>
                  <a:lnTo>
                    <a:pt x="6236" y="8073"/>
                  </a:lnTo>
                  <a:lnTo>
                    <a:pt x="9641" y="7711"/>
                  </a:lnTo>
                  <a:lnTo>
                    <a:pt x="9641" y="3994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8" name="object 1378"/>
            <p:cNvSpPr/>
            <p:nvPr/>
          </p:nvSpPr>
          <p:spPr>
            <a:xfrm>
              <a:off x="8969960" y="7263373"/>
              <a:ext cx="5715" cy="57785"/>
            </a:xfrm>
            <a:custGeom>
              <a:avLst/>
              <a:gdLst/>
              <a:ahLst/>
              <a:cxnLst/>
              <a:rect l="l" t="t" r="r" b="b"/>
              <a:pathLst>
                <a:path w="5715" h="57784">
                  <a:moveTo>
                    <a:pt x="5299" y="0"/>
                  </a:moveTo>
                  <a:lnTo>
                    <a:pt x="0" y="552"/>
                  </a:lnTo>
                  <a:lnTo>
                    <a:pt x="21" y="54702"/>
                  </a:lnTo>
                  <a:lnTo>
                    <a:pt x="3426" y="57293"/>
                  </a:lnTo>
                  <a:lnTo>
                    <a:pt x="5321" y="57081"/>
                  </a:lnTo>
                  <a:lnTo>
                    <a:pt x="5299" y="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9" name="object 1379"/>
            <p:cNvSpPr/>
            <p:nvPr/>
          </p:nvSpPr>
          <p:spPr>
            <a:xfrm>
              <a:off x="8969960" y="7260782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5" h="3175">
                  <a:moveTo>
                    <a:pt x="4554" y="0"/>
                  </a:moveTo>
                  <a:lnTo>
                    <a:pt x="0" y="467"/>
                  </a:lnTo>
                  <a:lnTo>
                    <a:pt x="0" y="3144"/>
                  </a:lnTo>
                  <a:lnTo>
                    <a:pt x="5299" y="2592"/>
                  </a:lnTo>
                  <a:lnTo>
                    <a:pt x="4831" y="2633"/>
                  </a:lnTo>
                  <a:lnTo>
                    <a:pt x="4554" y="0"/>
                  </a:lnTo>
                  <a:close/>
                </a:path>
              </a:pathLst>
            </a:custGeom>
            <a:solidFill>
              <a:srgbClr val="7674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0" name="object 1380"/>
            <p:cNvSpPr/>
            <p:nvPr/>
          </p:nvSpPr>
          <p:spPr>
            <a:xfrm>
              <a:off x="8969939" y="7224625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09" h="634">
                  <a:moveTo>
                    <a:pt x="3682" y="0"/>
                  </a:moveTo>
                  <a:lnTo>
                    <a:pt x="0" y="403"/>
                  </a:lnTo>
                  <a:lnTo>
                    <a:pt x="3682" y="0"/>
                  </a:lnTo>
                  <a:close/>
                </a:path>
              </a:pathLst>
            </a:custGeom>
            <a:solidFill>
              <a:srgbClr val="706E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1" name="object 1381"/>
            <p:cNvSpPr/>
            <p:nvPr/>
          </p:nvSpPr>
          <p:spPr>
            <a:xfrm>
              <a:off x="8969897" y="7147809"/>
              <a:ext cx="5715" cy="77470"/>
            </a:xfrm>
            <a:custGeom>
              <a:avLst/>
              <a:gdLst/>
              <a:ahLst/>
              <a:cxnLst/>
              <a:rect l="l" t="t" r="r" b="b"/>
              <a:pathLst>
                <a:path w="5715" h="77470">
                  <a:moveTo>
                    <a:pt x="5321" y="0"/>
                  </a:moveTo>
                  <a:lnTo>
                    <a:pt x="0" y="552"/>
                  </a:lnTo>
                  <a:lnTo>
                    <a:pt x="41" y="77219"/>
                  </a:lnTo>
                  <a:lnTo>
                    <a:pt x="3724" y="76815"/>
                  </a:lnTo>
                  <a:lnTo>
                    <a:pt x="3448" y="74181"/>
                  </a:lnTo>
                  <a:lnTo>
                    <a:pt x="5341" y="73991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6860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2" name="object 1382"/>
            <p:cNvSpPr/>
            <p:nvPr/>
          </p:nvSpPr>
          <p:spPr>
            <a:xfrm>
              <a:off x="8973345" y="7221885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1127" y="0"/>
                  </a:moveTo>
                  <a:lnTo>
                    <a:pt x="0" y="105"/>
                  </a:lnTo>
                  <a:lnTo>
                    <a:pt x="276" y="2739"/>
                  </a:lnTo>
                  <a:lnTo>
                    <a:pt x="1404" y="2633"/>
                  </a:lnTo>
                  <a:lnTo>
                    <a:pt x="1127" y="0"/>
                  </a:lnTo>
                  <a:close/>
                </a:path>
              </a:pathLst>
            </a:custGeom>
            <a:solidFill>
              <a:srgbClr val="6D64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3" name="object 1383"/>
            <p:cNvSpPr/>
            <p:nvPr/>
          </p:nvSpPr>
          <p:spPr>
            <a:xfrm>
              <a:off x="8969939" y="7224625"/>
              <a:ext cx="5715" cy="34290"/>
            </a:xfrm>
            <a:custGeom>
              <a:avLst/>
              <a:gdLst/>
              <a:ahLst/>
              <a:cxnLst/>
              <a:rect l="l" t="t" r="r" b="b"/>
              <a:pathLst>
                <a:path w="5715" h="34290">
                  <a:moveTo>
                    <a:pt x="3682" y="0"/>
                  </a:moveTo>
                  <a:lnTo>
                    <a:pt x="0" y="403"/>
                  </a:lnTo>
                  <a:lnTo>
                    <a:pt x="21" y="33968"/>
                  </a:lnTo>
                  <a:lnTo>
                    <a:pt x="5321" y="33395"/>
                  </a:lnTo>
                  <a:lnTo>
                    <a:pt x="5299" y="2506"/>
                  </a:lnTo>
                  <a:lnTo>
                    <a:pt x="3980" y="2655"/>
                  </a:lnTo>
                  <a:lnTo>
                    <a:pt x="3682" y="0"/>
                  </a:lnTo>
                  <a:close/>
                </a:path>
              </a:pathLst>
            </a:custGeom>
            <a:solidFill>
              <a:srgbClr val="6A62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4" name="object 1384"/>
            <p:cNvSpPr/>
            <p:nvPr/>
          </p:nvSpPr>
          <p:spPr>
            <a:xfrm>
              <a:off x="8973621" y="7224519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1127" y="0"/>
                  </a:moveTo>
                  <a:lnTo>
                    <a:pt x="0" y="105"/>
                  </a:lnTo>
                  <a:lnTo>
                    <a:pt x="297" y="2760"/>
                  </a:lnTo>
                  <a:lnTo>
                    <a:pt x="1616" y="2612"/>
                  </a:lnTo>
                  <a:lnTo>
                    <a:pt x="1404" y="2633"/>
                  </a:lnTo>
                  <a:lnTo>
                    <a:pt x="1127" y="0"/>
                  </a:lnTo>
                  <a:close/>
                </a:path>
              </a:pathLst>
            </a:custGeom>
            <a:solidFill>
              <a:srgbClr val="6A5D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5" name="object 1385"/>
            <p:cNvSpPr/>
            <p:nvPr/>
          </p:nvSpPr>
          <p:spPr>
            <a:xfrm>
              <a:off x="8969960" y="7258126"/>
              <a:ext cx="5080" cy="3175"/>
            </a:xfrm>
            <a:custGeom>
              <a:avLst/>
              <a:gdLst/>
              <a:ahLst/>
              <a:cxnLst/>
              <a:rect l="l" t="t" r="r" b="b"/>
              <a:pathLst>
                <a:path w="5079" h="3175">
                  <a:moveTo>
                    <a:pt x="4278" y="0"/>
                  </a:moveTo>
                  <a:lnTo>
                    <a:pt x="0" y="467"/>
                  </a:lnTo>
                  <a:lnTo>
                    <a:pt x="0" y="3122"/>
                  </a:lnTo>
                  <a:lnTo>
                    <a:pt x="4554" y="2655"/>
                  </a:lnTo>
                  <a:lnTo>
                    <a:pt x="4278" y="0"/>
                  </a:lnTo>
                  <a:close/>
                </a:path>
              </a:pathLst>
            </a:custGeom>
            <a:solidFill>
              <a:srgbClr val="6D64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6" name="object 1386"/>
            <p:cNvSpPr/>
            <p:nvPr/>
          </p:nvSpPr>
          <p:spPr>
            <a:xfrm>
              <a:off x="8974472" y="7221800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70" h="634">
                  <a:moveTo>
                    <a:pt x="765" y="0"/>
                  </a:moveTo>
                  <a:lnTo>
                    <a:pt x="0" y="63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rgbClr val="695C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7" name="object 1387"/>
            <p:cNvSpPr/>
            <p:nvPr/>
          </p:nvSpPr>
          <p:spPr>
            <a:xfrm>
              <a:off x="8974472" y="7221800"/>
              <a:ext cx="1270" cy="5715"/>
            </a:xfrm>
            <a:custGeom>
              <a:avLst/>
              <a:gdLst/>
              <a:ahLst/>
              <a:cxnLst/>
              <a:rect l="l" t="t" r="r" b="b"/>
              <a:pathLst>
                <a:path w="1270" h="5715">
                  <a:moveTo>
                    <a:pt x="765" y="0"/>
                  </a:moveTo>
                  <a:lnTo>
                    <a:pt x="0" y="85"/>
                  </a:lnTo>
                  <a:lnTo>
                    <a:pt x="553" y="5353"/>
                  </a:lnTo>
                  <a:lnTo>
                    <a:pt x="765" y="5331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rgbClr val="6C5F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8" name="object 1388"/>
            <p:cNvSpPr/>
            <p:nvPr/>
          </p:nvSpPr>
          <p:spPr>
            <a:xfrm>
              <a:off x="8974238" y="7258020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70" h="634">
                  <a:moveTo>
                    <a:pt x="1021" y="0"/>
                  </a:moveTo>
                  <a:lnTo>
                    <a:pt x="0" y="105"/>
                  </a:lnTo>
                  <a:lnTo>
                    <a:pt x="1021" y="0"/>
                  </a:lnTo>
                  <a:close/>
                </a:path>
              </a:pathLst>
            </a:custGeom>
            <a:solidFill>
              <a:srgbClr val="7168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9" name="object 1389"/>
            <p:cNvSpPr/>
            <p:nvPr/>
          </p:nvSpPr>
          <p:spPr>
            <a:xfrm>
              <a:off x="8974238" y="7258020"/>
              <a:ext cx="1270" cy="5715"/>
            </a:xfrm>
            <a:custGeom>
              <a:avLst/>
              <a:gdLst/>
              <a:ahLst/>
              <a:cxnLst/>
              <a:rect l="l" t="t" r="r" b="b"/>
              <a:pathLst>
                <a:path w="1270" h="5715">
                  <a:moveTo>
                    <a:pt x="1021" y="0"/>
                  </a:moveTo>
                  <a:lnTo>
                    <a:pt x="0" y="105"/>
                  </a:lnTo>
                  <a:lnTo>
                    <a:pt x="552" y="5394"/>
                  </a:lnTo>
                  <a:lnTo>
                    <a:pt x="1021" y="5353"/>
                  </a:lnTo>
                  <a:lnTo>
                    <a:pt x="1021" y="0"/>
                  </a:lnTo>
                  <a:close/>
                </a:path>
              </a:pathLst>
            </a:custGeom>
            <a:solidFill>
              <a:srgbClr val="746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0" name="object 1390"/>
            <p:cNvSpPr/>
            <p:nvPr/>
          </p:nvSpPr>
          <p:spPr>
            <a:xfrm>
              <a:off x="8969897" y="7138949"/>
              <a:ext cx="5715" cy="4445"/>
            </a:xfrm>
            <a:custGeom>
              <a:avLst/>
              <a:gdLst/>
              <a:ahLst/>
              <a:cxnLst/>
              <a:rect l="l" t="t" r="r" b="b"/>
              <a:pathLst>
                <a:path w="5715" h="4445">
                  <a:moveTo>
                    <a:pt x="5321" y="0"/>
                  </a:moveTo>
                  <a:lnTo>
                    <a:pt x="0" y="552"/>
                  </a:lnTo>
                  <a:lnTo>
                    <a:pt x="0" y="4079"/>
                  </a:lnTo>
                  <a:lnTo>
                    <a:pt x="5321" y="3505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6B63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1" name="object 1391"/>
            <p:cNvSpPr/>
            <p:nvPr/>
          </p:nvSpPr>
          <p:spPr>
            <a:xfrm>
              <a:off x="8974047" y="7142454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70" h="634">
                  <a:moveTo>
                    <a:pt x="1170" y="0"/>
                  </a:moveTo>
                  <a:lnTo>
                    <a:pt x="0" y="12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6B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2" name="object 1392"/>
            <p:cNvSpPr/>
            <p:nvPr/>
          </p:nvSpPr>
          <p:spPr>
            <a:xfrm>
              <a:off x="8969897" y="7142583"/>
              <a:ext cx="4445" cy="3175"/>
            </a:xfrm>
            <a:custGeom>
              <a:avLst/>
              <a:gdLst/>
              <a:ahLst/>
              <a:cxnLst/>
              <a:rect l="l" t="t" r="r" b="b"/>
              <a:pathLst>
                <a:path w="4445" h="3175">
                  <a:moveTo>
                    <a:pt x="4150" y="0"/>
                  </a:moveTo>
                  <a:lnTo>
                    <a:pt x="0" y="445"/>
                  </a:lnTo>
                  <a:lnTo>
                    <a:pt x="0" y="3101"/>
                  </a:lnTo>
                  <a:lnTo>
                    <a:pt x="4447" y="2633"/>
                  </a:lnTo>
                  <a:lnTo>
                    <a:pt x="4150" y="0"/>
                  </a:lnTo>
                  <a:close/>
                </a:path>
              </a:pathLst>
            </a:custGeom>
            <a:solidFill>
              <a:srgbClr val="6F66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3" name="object 1393"/>
            <p:cNvSpPr/>
            <p:nvPr/>
          </p:nvSpPr>
          <p:spPr>
            <a:xfrm>
              <a:off x="8969897" y="7145216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5" h="3175">
                  <a:moveTo>
                    <a:pt x="4447" y="0"/>
                  </a:moveTo>
                  <a:lnTo>
                    <a:pt x="0" y="467"/>
                  </a:lnTo>
                  <a:lnTo>
                    <a:pt x="0" y="3144"/>
                  </a:lnTo>
                  <a:lnTo>
                    <a:pt x="5321" y="2592"/>
                  </a:lnTo>
                  <a:lnTo>
                    <a:pt x="4724" y="2633"/>
                  </a:lnTo>
                  <a:lnTo>
                    <a:pt x="4447" y="0"/>
                  </a:lnTo>
                  <a:close/>
                </a:path>
              </a:pathLst>
            </a:custGeom>
            <a:solidFill>
              <a:srgbClr val="6B5E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4" name="object 1394"/>
            <p:cNvSpPr/>
            <p:nvPr/>
          </p:nvSpPr>
          <p:spPr>
            <a:xfrm>
              <a:off x="8974047" y="7142454"/>
              <a:ext cx="1270" cy="5715"/>
            </a:xfrm>
            <a:custGeom>
              <a:avLst/>
              <a:gdLst/>
              <a:ahLst/>
              <a:cxnLst/>
              <a:rect l="l" t="t" r="r" b="b"/>
              <a:pathLst>
                <a:path w="1270" h="5715">
                  <a:moveTo>
                    <a:pt x="1170" y="0"/>
                  </a:moveTo>
                  <a:lnTo>
                    <a:pt x="0" y="128"/>
                  </a:lnTo>
                  <a:lnTo>
                    <a:pt x="297" y="2762"/>
                  </a:lnTo>
                  <a:lnTo>
                    <a:pt x="574" y="5396"/>
                  </a:lnTo>
                  <a:lnTo>
                    <a:pt x="1170" y="5332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6F62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5" name="object 1395"/>
            <p:cNvSpPr/>
            <p:nvPr/>
          </p:nvSpPr>
          <p:spPr>
            <a:xfrm>
              <a:off x="8969982" y="7318076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5" h="8254">
                  <a:moveTo>
                    <a:pt x="0" y="0"/>
                  </a:moveTo>
                  <a:lnTo>
                    <a:pt x="0" y="6670"/>
                  </a:lnTo>
                  <a:lnTo>
                    <a:pt x="1893" y="8093"/>
                  </a:lnTo>
                  <a:lnTo>
                    <a:pt x="5299" y="7731"/>
                  </a:lnTo>
                  <a:lnTo>
                    <a:pt x="5299" y="2378"/>
                  </a:lnTo>
                  <a:lnTo>
                    <a:pt x="3404" y="2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6" name="object 1396"/>
            <p:cNvSpPr/>
            <p:nvPr/>
          </p:nvSpPr>
          <p:spPr>
            <a:xfrm>
              <a:off x="8969807" y="6892289"/>
              <a:ext cx="5715" cy="217170"/>
            </a:xfrm>
            <a:custGeom>
              <a:avLst/>
              <a:gdLst/>
              <a:ahLst/>
              <a:cxnLst/>
              <a:rect l="l" t="t" r="r" b="b"/>
              <a:pathLst>
                <a:path w="5715" h="217170">
                  <a:moveTo>
                    <a:pt x="5346" y="1270"/>
                  </a:moveTo>
                  <a:lnTo>
                    <a:pt x="990" y="1270"/>
                  </a:lnTo>
                  <a:lnTo>
                    <a:pt x="990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38" y="213360"/>
                  </a:lnTo>
                  <a:lnTo>
                    <a:pt x="88" y="214630"/>
                  </a:lnTo>
                  <a:lnTo>
                    <a:pt x="88" y="217170"/>
                  </a:lnTo>
                  <a:lnTo>
                    <a:pt x="3543" y="217170"/>
                  </a:lnTo>
                  <a:lnTo>
                    <a:pt x="3543" y="214630"/>
                  </a:lnTo>
                  <a:lnTo>
                    <a:pt x="4711" y="214630"/>
                  </a:lnTo>
                  <a:lnTo>
                    <a:pt x="4711" y="213360"/>
                  </a:lnTo>
                  <a:lnTo>
                    <a:pt x="5346" y="213360"/>
                  </a:lnTo>
                  <a:lnTo>
                    <a:pt x="5346" y="127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7" name="object 1397"/>
            <p:cNvSpPr/>
            <p:nvPr/>
          </p:nvSpPr>
          <p:spPr>
            <a:xfrm>
              <a:off x="8973175" y="7106214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2021" y="0"/>
                  </a:moveTo>
                  <a:lnTo>
                    <a:pt x="0" y="212"/>
                  </a:lnTo>
                  <a:lnTo>
                    <a:pt x="275" y="2867"/>
                  </a:lnTo>
                  <a:lnTo>
                    <a:pt x="1531" y="2719"/>
                  </a:lnTo>
                  <a:lnTo>
                    <a:pt x="1254" y="85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716F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8" name="object 1398"/>
            <p:cNvSpPr/>
            <p:nvPr/>
          </p:nvSpPr>
          <p:spPr>
            <a:xfrm>
              <a:off x="8969897" y="7109081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09" h="634">
                  <a:moveTo>
                    <a:pt x="3553" y="0"/>
                  </a:moveTo>
                  <a:lnTo>
                    <a:pt x="0" y="360"/>
                  </a:lnTo>
                  <a:lnTo>
                    <a:pt x="3553" y="0"/>
                  </a:lnTo>
                  <a:close/>
                </a:path>
              </a:pathLst>
            </a:custGeom>
            <a:solidFill>
              <a:srgbClr val="6D6B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9" name="object 1399"/>
            <p:cNvSpPr/>
            <p:nvPr/>
          </p:nvSpPr>
          <p:spPr>
            <a:xfrm>
              <a:off x="8969897" y="7109081"/>
              <a:ext cx="5715" cy="25400"/>
            </a:xfrm>
            <a:custGeom>
              <a:avLst/>
              <a:gdLst/>
              <a:ahLst/>
              <a:cxnLst/>
              <a:rect l="l" t="t" r="r" b="b"/>
              <a:pathLst>
                <a:path w="5715" h="25400">
                  <a:moveTo>
                    <a:pt x="3553" y="0"/>
                  </a:moveTo>
                  <a:lnTo>
                    <a:pt x="0" y="360"/>
                  </a:lnTo>
                  <a:lnTo>
                    <a:pt x="0" y="25088"/>
                  </a:lnTo>
                  <a:lnTo>
                    <a:pt x="5321" y="24536"/>
                  </a:lnTo>
                  <a:lnTo>
                    <a:pt x="5299" y="2485"/>
                  </a:lnTo>
                  <a:lnTo>
                    <a:pt x="3830" y="2633"/>
                  </a:lnTo>
                  <a:lnTo>
                    <a:pt x="3553" y="0"/>
                  </a:lnTo>
                  <a:close/>
                </a:path>
              </a:pathLst>
            </a:custGeom>
            <a:solidFill>
              <a:srgbClr val="665E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0" name="object 1400"/>
            <p:cNvSpPr/>
            <p:nvPr/>
          </p:nvSpPr>
          <p:spPr>
            <a:xfrm>
              <a:off x="8973450" y="7108933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1256" y="0"/>
                  </a:moveTo>
                  <a:lnTo>
                    <a:pt x="0" y="148"/>
                  </a:lnTo>
                  <a:lnTo>
                    <a:pt x="276" y="2782"/>
                  </a:lnTo>
                  <a:lnTo>
                    <a:pt x="1746" y="2633"/>
                  </a:lnTo>
                  <a:lnTo>
                    <a:pt x="1532" y="2655"/>
                  </a:lnTo>
                  <a:lnTo>
                    <a:pt x="1256" y="0"/>
                  </a:lnTo>
                  <a:close/>
                </a:path>
              </a:pathLst>
            </a:custGeom>
            <a:solidFill>
              <a:srgbClr val="6B62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1" name="object 1401"/>
            <p:cNvSpPr/>
            <p:nvPr/>
          </p:nvSpPr>
          <p:spPr>
            <a:xfrm>
              <a:off x="8974429" y="7106214"/>
              <a:ext cx="1270" cy="5715"/>
            </a:xfrm>
            <a:custGeom>
              <a:avLst/>
              <a:gdLst/>
              <a:ahLst/>
              <a:cxnLst/>
              <a:rect l="l" t="t" r="r" b="b"/>
              <a:pathLst>
                <a:path w="1270" h="5715">
                  <a:moveTo>
                    <a:pt x="767" y="0"/>
                  </a:moveTo>
                  <a:lnTo>
                    <a:pt x="0" y="85"/>
                  </a:lnTo>
                  <a:lnTo>
                    <a:pt x="553" y="5374"/>
                  </a:lnTo>
                  <a:lnTo>
                    <a:pt x="767" y="5353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rgbClr val="6F66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2" name="object 1402"/>
            <p:cNvSpPr/>
            <p:nvPr/>
          </p:nvSpPr>
          <p:spPr>
            <a:xfrm>
              <a:off x="8969897" y="7133618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5" h="6350">
                  <a:moveTo>
                    <a:pt x="5321" y="0"/>
                  </a:moveTo>
                  <a:lnTo>
                    <a:pt x="0" y="552"/>
                  </a:lnTo>
                  <a:lnTo>
                    <a:pt x="0" y="5883"/>
                  </a:lnTo>
                  <a:lnTo>
                    <a:pt x="5321" y="5331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534B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3" name="object 1403"/>
            <p:cNvSpPr/>
            <p:nvPr/>
          </p:nvSpPr>
          <p:spPr>
            <a:xfrm>
              <a:off x="8761559" y="6673140"/>
              <a:ext cx="528955" cy="215265"/>
            </a:xfrm>
            <a:custGeom>
              <a:avLst/>
              <a:gdLst/>
              <a:ahLst/>
              <a:cxnLst/>
              <a:rect l="l" t="t" r="r" b="b"/>
              <a:pathLst>
                <a:path w="528954" h="215265">
                  <a:moveTo>
                    <a:pt x="528674" y="0"/>
                  </a:moveTo>
                  <a:lnTo>
                    <a:pt x="0" y="55765"/>
                  </a:lnTo>
                  <a:lnTo>
                    <a:pt x="211678" y="214965"/>
                  </a:lnTo>
                  <a:lnTo>
                    <a:pt x="528739" y="181527"/>
                  </a:lnTo>
                  <a:lnTo>
                    <a:pt x="528674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04" name="object 1404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9290234" y="6672580"/>
              <a:ext cx="213551" cy="182087"/>
            </a:xfrm>
            <a:prstGeom prst="rect">
              <a:avLst/>
            </a:prstGeom>
          </p:spPr>
        </p:pic>
        <p:sp>
          <p:nvSpPr>
            <p:cNvPr id="1405" name="object 1405"/>
            <p:cNvSpPr/>
            <p:nvPr/>
          </p:nvSpPr>
          <p:spPr>
            <a:xfrm>
              <a:off x="8761559" y="6728905"/>
              <a:ext cx="212090" cy="159385"/>
            </a:xfrm>
            <a:custGeom>
              <a:avLst/>
              <a:gdLst/>
              <a:ahLst/>
              <a:cxnLst/>
              <a:rect l="l" t="t" r="r" b="b"/>
              <a:pathLst>
                <a:path w="212090" h="159384">
                  <a:moveTo>
                    <a:pt x="0" y="0"/>
                  </a:moveTo>
                  <a:lnTo>
                    <a:pt x="211678" y="1591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6" name="object 1406"/>
            <p:cNvSpPr/>
            <p:nvPr/>
          </p:nvSpPr>
          <p:spPr>
            <a:xfrm>
              <a:off x="8747575" y="6724593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09">
                  <a:moveTo>
                    <a:pt x="4320" y="0"/>
                  </a:moveTo>
                  <a:lnTo>
                    <a:pt x="0" y="467"/>
                  </a:lnTo>
                  <a:lnTo>
                    <a:pt x="4320" y="3695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7" name="object 1407"/>
            <p:cNvSpPr/>
            <p:nvPr/>
          </p:nvSpPr>
          <p:spPr>
            <a:xfrm>
              <a:off x="8761559" y="6673140"/>
              <a:ext cx="528955" cy="55880"/>
            </a:xfrm>
            <a:custGeom>
              <a:avLst/>
              <a:gdLst/>
              <a:ahLst/>
              <a:cxnLst/>
              <a:rect l="l" t="t" r="r" b="b"/>
              <a:pathLst>
                <a:path w="528954" h="55879">
                  <a:moveTo>
                    <a:pt x="528674" y="0"/>
                  </a:moveTo>
                  <a:lnTo>
                    <a:pt x="0" y="55765"/>
                  </a:lnTo>
                  <a:lnTo>
                    <a:pt x="528674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8" name="object 1408"/>
            <p:cNvSpPr/>
            <p:nvPr/>
          </p:nvSpPr>
          <p:spPr>
            <a:xfrm>
              <a:off x="8755344" y="6667808"/>
              <a:ext cx="535305" cy="61594"/>
            </a:xfrm>
            <a:custGeom>
              <a:avLst/>
              <a:gdLst/>
              <a:ahLst/>
              <a:cxnLst/>
              <a:rect l="l" t="t" r="r" b="b"/>
              <a:pathLst>
                <a:path w="535304" h="61595">
                  <a:moveTo>
                    <a:pt x="534868" y="0"/>
                  </a:moveTo>
                  <a:lnTo>
                    <a:pt x="0" y="56423"/>
                  </a:lnTo>
                  <a:lnTo>
                    <a:pt x="6215" y="61097"/>
                  </a:lnTo>
                  <a:lnTo>
                    <a:pt x="534889" y="5331"/>
                  </a:lnTo>
                  <a:lnTo>
                    <a:pt x="534868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9" name="object 1409"/>
            <p:cNvSpPr/>
            <p:nvPr/>
          </p:nvSpPr>
          <p:spPr>
            <a:xfrm>
              <a:off x="9290212" y="6667448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5" h="8254">
                  <a:moveTo>
                    <a:pt x="5334" y="5501"/>
                  </a:moveTo>
                  <a:lnTo>
                    <a:pt x="1916" y="5501"/>
                  </a:lnTo>
                  <a:lnTo>
                    <a:pt x="5342" y="8072"/>
                  </a:lnTo>
                  <a:lnTo>
                    <a:pt x="5334" y="5501"/>
                  </a:lnTo>
                  <a:close/>
                </a:path>
                <a:path w="5715" h="8254">
                  <a:moveTo>
                    <a:pt x="3449" y="0"/>
                  </a:moveTo>
                  <a:lnTo>
                    <a:pt x="0" y="360"/>
                  </a:lnTo>
                  <a:lnTo>
                    <a:pt x="21" y="5692"/>
                  </a:lnTo>
                  <a:lnTo>
                    <a:pt x="2170" y="5692"/>
                  </a:lnTo>
                  <a:lnTo>
                    <a:pt x="1916" y="5501"/>
                  </a:lnTo>
                  <a:lnTo>
                    <a:pt x="5334" y="5501"/>
                  </a:lnTo>
                  <a:lnTo>
                    <a:pt x="5321" y="1422"/>
                  </a:lnTo>
                  <a:lnTo>
                    <a:pt x="3449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0" name="object 1410"/>
            <p:cNvSpPr/>
            <p:nvPr/>
          </p:nvSpPr>
          <p:spPr>
            <a:xfrm>
              <a:off x="8757217" y="673230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E8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1" name="object 1411"/>
            <p:cNvSpPr/>
            <p:nvPr/>
          </p:nvSpPr>
          <p:spPr>
            <a:xfrm>
              <a:off x="8751896" y="6724593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2" name="object 1412"/>
            <p:cNvSpPr/>
            <p:nvPr/>
          </p:nvSpPr>
          <p:spPr>
            <a:xfrm>
              <a:off x="8751896" y="6724232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59" h="8254">
                  <a:moveTo>
                    <a:pt x="3448" y="0"/>
                  </a:moveTo>
                  <a:lnTo>
                    <a:pt x="0" y="360"/>
                  </a:lnTo>
                  <a:lnTo>
                    <a:pt x="0" y="4077"/>
                  </a:lnTo>
                  <a:lnTo>
                    <a:pt x="5321" y="8072"/>
                  </a:lnTo>
                  <a:lnTo>
                    <a:pt x="5321" y="5140"/>
                  </a:lnTo>
                  <a:lnTo>
                    <a:pt x="9663" y="4673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3" name="object 1413"/>
            <p:cNvSpPr/>
            <p:nvPr/>
          </p:nvSpPr>
          <p:spPr>
            <a:xfrm>
              <a:off x="8973238" y="6854667"/>
              <a:ext cx="317500" cy="33655"/>
            </a:xfrm>
            <a:custGeom>
              <a:avLst/>
              <a:gdLst/>
              <a:ahLst/>
              <a:cxnLst/>
              <a:rect l="l" t="t" r="r" b="b"/>
              <a:pathLst>
                <a:path w="317500" h="33654">
                  <a:moveTo>
                    <a:pt x="317060" y="0"/>
                  </a:moveTo>
                  <a:lnTo>
                    <a:pt x="0" y="33437"/>
                  </a:lnTo>
                  <a:lnTo>
                    <a:pt x="317060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4" name="object 1414"/>
            <p:cNvSpPr/>
            <p:nvPr/>
          </p:nvSpPr>
          <p:spPr>
            <a:xfrm>
              <a:off x="9290299" y="685466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5" name="object 1415"/>
            <p:cNvSpPr/>
            <p:nvPr/>
          </p:nvSpPr>
          <p:spPr>
            <a:xfrm>
              <a:off x="9295619" y="6832149"/>
              <a:ext cx="208279" cy="22225"/>
            </a:xfrm>
            <a:custGeom>
              <a:avLst/>
              <a:gdLst/>
              <a:ahLst/>
              <a:cxnLst/>
              <a:rect l="l" t="t" r="r" b="b"/>
              <a:pathLst>
                <a:path w="208279" h="22225">
                  <a:moveTo>
                    <a:pt x="208166" y="0"/>
                  </a:moveTo>
                  <a:lnTo>
                    <a:pt x="207962" y="0"/>
                  </a:lnTo>
                  <a:lnTo>
                    <a:pt x="0" y="21944"/>
                  </a:lnTo>
                  <a:lnTo>
                    <a:pt x="208166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6" name="object 1416"/>
            <p:cNvSpPr/>
            <p:nvPr/>
          </p:nvSpPr>
          <p:spPr>
            <a:xfrm>
              <a:off x="9295533" y="6668870"/>
              <a:ext cx="216535" cy="163830"/>
            </a:xfrm>
            <a:custGeom>
              <a:avLst/>
              <a:gdLst/>
              <a:ahLst/>
              <a:cxnLst/>
              <a:rect l="l" t="t" r="r" b="b"/>
              <a:pathLst>
                <a:path w="216534" h="163829">
                  <a:moveTo>
                    <a:pt x="0" y="0"/>
                  </a:moveTo>
                  <a:lnTo>
                    <a:pt x="21" y="6649"/>
                  </a:lnTo>
                  <a:lnTo>
                    <a:pt x="208252" y="163278"/>
                  </a:lnTo>
                  <a:lnTo>
                    <a:pt x="216020" y="162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7" name="object 1417"/>
            <p:cNvSpPr/>
            <p:nvPr/>
          </p:nvSpPr>
          <p:spPr>
            <a:xfrm>
              <a:off x="9290299" y="6854093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5" h="634">
                  <a:moveTo>
                    <a:pt x="5320" y="0"/>
                  </a:moveTo>
                  <a:lnTo>
                    <a:pt x="0" y="574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8" name="object 1418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8757217" y="6728905"/>
              <a:ext cx="216020" cy="163277"/>
            </a:xfrm>
            <a:prstGeom prst="rect">
              <a:avLst/>
            </a:prstGeom>
          </p:spPr>
        </p:pic>
        <p:sp>
          <p:nvSpPr>
            <p:cNvPr id="1419" name="object 1419"/>
            <p:cNvSpPr/>
            <p:nvPr/>
          </p:nvSpPr>
          <p:spPr>
            <a:xfrm>
              <a:off x="9513449" y="6832743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09">
                  <a:moveTo>
                    <a:pt x="0" y="0"/>
                  </a:moveTo>
                  <a:lnTo>
                    <a:pt x="0" y="3718"/>
                  </a:lnTo>
                  <a:lnTo>
                    <a:pt x="4320" y="3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0" name="object 1420"/>
            <p:cNvSpPr/>
            <p:nvPr/>
          </p:nvSpPr>
          <p:spPr>
            <a:xfrm>
              <a:off x="9513427" y="6832743"/>
              <a:ext cx="635" cy="3810"/>
            </a:xfrm>
            <a:custGeom>
              <a:avLst/>
              <a:gdLst/>
              <a:ahLst/>
              <a:cxnLst/>
              <a:rect l="l" t="t" r="r" b="b"/>
              <a:pathLst>
                <a:path w="634" h="3809">
                  <a:moveTo>
                    <a:pt x="21" y="0"/>
                  </a:moveTo>
                  <a:lnTo>
                    <a:pt x="21" y="3718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1" name="object 1421"/>
            <p:cNvSpPr/>
            <p:nvPr/>
          </p:nvSpPr>
          <p:spPr>
            <a:xfrm>
              <a:off x="8973238" y="6854667"/>
              <a:ext cx="317500" cy="38735"/>
            </a:xfrm>
            <a:custGeom>
              <a:avLst/>
              <a:gdLst/>
              <a:ahLst/>
              <a:cxnLst/>
              <a:rect l="l" t="t" r="r" b="b"/>
              <a:pathLst>
                <a:path w="317500" h="38734">
                  <a:moveTo>
                    <a:pt x="317060" y="0"/>
                  </a:moveTo>
                  <a:lnTo>
                    <a:pt x="0" y="33437"/>
                  </a:lnTo>
                  <a:lnTo>
                    <a:pt x="1873" y="34860"/>
                  </a:lnTo>
                  <a:lnTo>
                    <a:pt x="1873" y="38578"/>
                  </a:lnTo>
                  <a:lnTo>
                    <a:pt x="317060" y="5332"/>
                  </a:lnTo>
                  <a:lnTo>
                    <a:pt x="317060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2" name="object 1422"/>
            <p:cNvSpPr/>
            <p:nvPr/>
          </p:nvSpPr>
          <p:spPr>
            <a:xfrm>
              <a:off x="9290299" y="6854667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3" name="object 1423"/>
            <p:cNvSpPr/>
            <p:nvPr/>
          </p:nvSpPr>
          <p:spPr>
            <a:xfrm>
              <a:off x="9295619" y="6832149"/>
              <a:ext cx="212725" cy="27305"/>
            </a:xfrm>
            <a:custGeom>
              <a:avLst/>
              <a:gdLst/>
              <a:ahLst/>
              <a:cxnLst/>
              <a:rect l="l" t="t" r="r" b="b"/>
              <a:pathLst>
                <a:path w="212725" h="27304">
                  <a:moveTo>
                    <a:pt x="208166" y="0"/>
                  </a:moveTo>
                  <a:lnTo>
                    <a:pt x="0" y="21944"/>
                  </a:lnTo>
                  <a:lnTo>
                    <a:pt x="0" y="27298"/>
                  </a:lnTo>
                  <a:lnTo>
                    <a:pt x="212509" y="4865"/>
                  </a:lnTo>
                  <a:lnTo>
                    <a:pt x="212487" y="3229"/>
                  </a:lnTo>
                  <a:lnTo>
                    <a:pt x="208166" y="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4" name="object 1424"/>
            <p:cNvSpPr/>
            <p:nvPr/>
          </p:nvSpPr>
          <p:spPr>
            <a:xfrm>
              <a:off x="9503786" y="6831321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59" h="5715">
                  <a:moveTo>
                    <a:pt x="7768" y="0"/>
                  </a:moveTo>
                  <a:lnTo>
                    <a:pt x="0" y="828"/>
                  </a:lnTo>
                  <a:lnTo>
                    <a:pt x="4320" y="4057"/>
                  </a:lnTo>
                  <a:lnTo>
                    <a:pt x="4342" y="5693"/>
                  </a:lnTo>
                  <a:lnTo>
                    <a:pt x="9663" y="5140"/>
                  </a:lnTo>
                  <a:lnTo>
                    <a:pt x="9649" y="2740"/>
                  </a:lnTo>
                  <a:lnTo>
                    <a:pt x="7002" y="2740"/>
                  </a:lnTo>
                  <a:lnTo>
                    <a:pt x="8599" y="637"/>
                  </a:lnTo>
                  <a:lnTo>
                    <a:pt x="7768" y="0"/>
                  </a:lnTo>
                  <a:close/>
                </a:path>
                <a:path w="10159" h="5715">
                  <a:moveTo>
                    <a:pt x="8599" y="637"/>
                  </a:moveTo>
                  <a:lnTo>
                    <a:pt x="7002" y="2740"/>
                  </a:lnTo>
                  <a:lnTo>
                    <a:pt x="9649" y="2740"/>
                  </a:lnTo>
                  <a:lnTo>
                    <a:pt x="9641" y="1422"/>
                  </a:lnTo>
                  <a:lnTo>
                    <a:pt x="8599" y="637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5" name="object 1425"/>
            <p:cNvSpPr/>
            <p:nvPr/>
          </p:nvSpPr>
          <p:spPr>
            <a:xfrm>
              <a:off x="9290299" y="6854093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5" h="6350">
                  <a:moveTo>
                    <a:pt x="5320" y="0"/>
                  </a:moveTo>
                  <a:lnTo>
                    <a:pt x="0" y="574"/>
                  </a:lnTo>
                  <a:lnTo>
                    <a:pt x="0" y="5906"/>
                  </a:lnTo>
                  <a:lnTo>
                    <a:pt x="5320" y="5354"/>
                  </a:lnTo>
                  <a:lnTo>
                    <a:pt x="5320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6" name="object 1426"/>
            <p:cNvSpPr/>
            <p:nvPr/>
          </p:nvSpPr>
          <p:spPr>
            <a:xfrm>
              <a:off x="8969811" y="688810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5">
                  <a:moveTo>
                    <a:pt x="3426" y="0"/>
                  </a:moveTo>
                  <a:lnTo>
                    <a:pt x="0" y="360"/>
                  </a:lnTo>
                  <a:lnTo>
                    <a:pt x="0" y="4077"/>
                  </a:lnTo>
                  <a:lnTo>
                    <a:pt x="1893" y="5501"/>
                  </a:lnTo>
                  <a:lnTo>
                    <a:pt x="5299" y="5140"/>
                  </a:lnTo>
                  <a:lnTo>
                    <a:pt x="5299" y="1422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6267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7" name="object 1427"/>
            <p:cNvSpPr/>
            <p:nvPr/>
          </p:nvSpPr>
          <p:spPr>
            <a:xfrm>
              <a:off x="8900826" y="7127265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h="14604">
                  <a:moveTo>
                    <a:pt x="0" y="0"/>
                  </a:moveTo>
                  <a:lnTo>
                    <a:pt x="0" y="14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8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8" name="object 1428"/>
            <p:cNvSpPr/>
            <p:nvPr/>
          </p:nvSpPr>
          <p:spPr>
            <a:xfrm>
              <a:off x="8900826" y="7122104"/>
              <a:ext cx="26034" cy="19685"/>
            </a:xfrm>
            <a:custGeom>
              <a:avLst/>
              <a:gdLst/>
              <a:ahLst/>
              <a:cxnLst/>
              <a:rect l="l" t="t" r="r" b="b"/>
              <a:pathLst>
                <a:path w="26034" h="19684">
                  <a:moveTo>
                    <a:pt x="2575" y="0"/>
                  </a:moveTo>
                  <a:lnTo>
                    <a:pt x="2575" y="5161"/>
                  </a:lnTo>
                  <a:lnTo>
                    <a:pt x="0" y="5161"/>
                  </a:lnTo>
                  <a:lnTo>
                    <a:pt x="0" y="19352"/>
                  </a:lnTo>
                  <a:lnTo>
                    <a:pt x="24925" y="16718"/>
                  </a:lnTo>
                  <a:lnTo>
                    <a:pt x="23817" y="15890"/>
                  </a:lnTo>
                  <a:lnTo>
                    <a:pt x="25413" y="13765"/>
                  </a:lnTo>
                  <a:lnTo>
                    <a:pt x="8407" y="955"/>
                  </a:lnTo>
                  <a:lnTo>
                    <a:pt x="6790" y="3058"/>
                  </a:lnTo>
                  <a:lnTo>
                    <a:pt x="2575" y="0"/>
                  </a:lnTo>
                  <a:close/>
                </a:path>
              </a:pathLst>
            </a:custGeom>
            <a:solidFill>
              <a:srgbClr val="9174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9" name="object 1429"/>
            <p:cNvSpPr/>
            <p:nvPr/>
          </p:nvSpPr>
          <p:spPr>
            <a:xfrm>
              <a:off x="8924644" y="7135869"/>
              <a:ext cx="5080" cy="3175"/>
            </a:xfrm>
            <a:custGeom>
              <a:avLst/>
              <a:gdLst/>
              <a:ahLst/>
              <a:cxnLst/>
              <a:rect l="l" t="t" r="r" b="b"/>
              <a:pathLst>
                <a:path w="5079" h="3175">
                  <a:moveTo>
                    <a:pt x="1596" y="0"/>
                  </a:moveTo>
                  <a:lnTo>
                    <a:pt x="0" y="2124"/>
                  </a:lnTo>
                  <a:lnTo>
                    <a:pt x="1107" y="2952"/>
                  </a:lnTo>
                  <a:lnTo>
                    <a:pt x="5002" y="2548"/>
                  </a:lnTo>
                  <a:lnTo>
                    <a:pt x="1596" y="0"/>
                  </a:lnTo>
                  <a:close/>
                </a:path>
              </a:pathLst>
            </a:custGeom>
            <a:solidFill>
              <a:srgbClr val="906A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0" name="object 1430"/>
            <p:cNvSpPr/>
            <p:nvPr/>
          </p:nvSpPr>
          <p:spPr>
            <a:xfrm>
              <a:off x="8900826" y="714145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A187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1" name="object 1431"/>
            <p:cNvSpPr/>
            <p:nvPr/>
          </p:nvSpPr>
          <p:spPr>
            <a:xfrm>
              <a:off x="8900826" y="7138822"/>
              <a:ext cx="25400" cy="3175"/>
            </a:xfrm>
            <a:custGeom>
              <a:avLst/>
              <a:gdLst/>
              <a:ahLst/>
              <a:cxnLst/>
              <a:rect l="l" t="t" r="r" b="b"/>
              <a:pathLst>
                <a:path w="25400" h="3175">
                  <a:moveTo>
                    <a:pt x="24925" y="0"/>
                  </a:moveTo>
                  <a:lnTo>
                    <a:pt x="0" y="2633"/>
                  </a:lnTo>
                  <a:lnTo>
                    <a:pt x="24925" y="0"/>
                  </a:lnTo>
                  <a:close/>
                </a:path>
              </a:pathLst>
            </a:custGeom>
            <a:solidFill>
              <a:srgbClr val="9671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2" name="object 1432"/>
            <p:cNvSpPr/>
            <p:nvPr/>
          </p:nvSpPr>
          <p:spPr>
            <a:xfrm>
              <a:off x="8925751" y="7138418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3895" y="0"/>
                  </a:moveTo>
                  <a:lnTo>
                    <a:pt x="0" y="403"/>
                  </a:lnTo>
                  <a:lnTo>
                    <a:pt x="3895" y="0"/>
                  </a:lnTo>
                  <a:close/>
                </a:path>
              </a:pathLst>
            </a:custGeom>
            <a:solidFill>
              <a:srgbClr val="9467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3" name="object 1433"/>
            <p:cNvSpPr/>
            <p:nvPr/>
          </p:nvSpPr>
          <p:spPr>
            <a:xfrm>
              <a:off x="8900826" y="7143517"/>
              <a:ext cx="42545" cy="88265"/>
            </a:xfrm>
            <a:custGeom>
              <a:avLst/>
              <a:gdLst/>
              <a:ahLst/>
              <a:cxnLst/>
              <a:rect l="l" t="t" r="r" b="b"/>
              <a:pathLst>
                <a:path w="42545" h="88265">
                  <a:moveTo>
                    <a:pt x="31160" y="0"/>
                  </a:moveTo>
                  <a:lnTo>
                    <a:pt x="2660" y="2994"/>
                  </a:lnTo>
                  <a:lnTo>
                    <a:pt x="2660" y="21562"/>
                  </a:lnTo>
                  <a:lnTo>
                    <a:pt x="0" y="21583"/>
                  </a:lnTo>
                  <a:lnTo>
                    <a:pt x="21" y="40446"/>
                  </a:lnTo>
                  <a:lnTo>
                    <a:pt x="2682" y="40446"/>
                  </a:lnTo>
                  <a:lnTo>
                    <a:pt x="2682" y="59291"/>
                  </a:lnTo>
                  <a:lnTo>
                    <a:pt x="21" y="59311"/>
                  </a:lnTo>
                  <a:lnTo>
                    <a:pt x="21" y="78154"/>
                  </a:lnTo>
                  <a:lnTo>
                    <a:pt x="2703" y="78154"/>
                  </a:lnTo>
                  <a:lnTo>
                    <a:pt x="2703" y="85845"/>
                  </a:lnTo>
                  <a:lnTo>
                    <a:pt x="10323" y="85037"/>
                  </a:lnTo>
                  <a:lnTo>
                    <a:pt x="10621" y="87671"/>
                  </a:lnTo>
                  <a:lnTo>
                    <a:pt x="31437" y="85483"/>
                  </a:lnTo>
                  <a:lnTo>
                    <a:pt x="31160" y="82849"/>
                  </a:lnTo>
                  <a:lnTo>
                    <a:pt x="39611" y="81936"/>
                  </a:lnTo>
                  <a:lnTo>
                    <a:pt x="39611" y="72207"/>
                  </a:lnTo>
                  <a:lnTo>
                    <a:pt x="42271" y="72207"/>
                  </a:lnTo>
                  <a:lnTo>
                    <a:pt x="42250" y="53342"/>
                  </a:lnTo>
                  <a:lnTo>
                    <a:pt x="39589" y="53342"/>
                  </a:lnTo>
                  <a:lnTo>
                    <a:pt x="39589" y="34477"/>
                  </a:lnTo>
                  <a:lnTo>
                    <a:pt x="42250" y="34477"/>
                  </a:lnTo>
                  <a:lnTo>
                    <a:pt x="42250" y="15676"/>
                  </a:lnTo>
                  <a:lnTo>
                    <a:pt x="39547" y="15676"/>
                  </a:lnTo>
                  <a:lnTo>
                    <a:pt x="39547" y="6309"/>
                  </a:lnTo>
                  <a:lnTo>
                    <a:pt x="31160" y="0"/>
                  </a:lnTo>
                  <a:close/>
                </a:path>
              </a:pathLst>
            </a:custGeom>
            <a:solidFill>
              <a:srgbClr val="9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4" name="object 1434"/>
            <p:cNvSpPr/>
            <p:nvPr/>
          </p:nvSpPr>
          <p:spPr>
            <a:xfrm>
              <a:off x="8931986" y="7226325"/>
              <a:ext cx="635" cy="3175"/>
            </a:xfrm>
            <a:custGeom>
              <a:avLst/>
              <a:gdLst/>
              <a:ahLst/>
              <a:cxnLst/>
              <a:rect l="l" t="t" r="r" b="b"/>
              <a:pathLst>
                <a:path w="634" h="3175">
                  <a:moveTo>
                    <a:pt x="546" y="2641"/>
                  </a:moveTo>
                  <a:lnTo>
                    <a:pt x="266" y="0"/>
                  </a:lnTo>
                  <a:lnTo>
                    <a:pt x="0" y="50"/>
                  </a:lnTo>
                  <a:lnTo>
                    <a:pt x="266" y="2679"/>
                  </a:lnTo>
                  <a:lnTo>
                    <a:pt x="546" y="2641"/>
                  </a:lnTo>
                  <a:close/>
                </a:path>
              </a:pathLst>
            </a:custGeom>
            <a:solidFill>
              <a:srgbClr val="9B7C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5" name="object 1435"/>
            <p:cNvSpPr/>
            <p:nvPr/>
          </p:nvSpPr>
          <p:spPr>
            <a:xfrm>
              <a:off x="8907851" y="7229001"/>
              <a:ext cx="35560" cy="29845"/>
            </a:xfrm>
            <a:custGeom>
              <a:avLst/>
              <a:gdLst/>
              <a:ahLst/>
              <a:cxnLst/>
              <a:rect l="l" t="t" r="r" b="b"/>
              <a:pathLst>
                <a:path w="35559" h="29845">
                  <a:moveTo>
                    <a:pt x="24413" y="0"/>
                  </a:moveTo>
                  <a:lnTo>
                    <a:pt x="3596" y="2188"/>
                  </a:lnTo>
                  <a:lnTo>
                    <a:pt x="3873" y="4822"/>
                  </a:lnTo>
                  <a:lnTo>
                    <a:pt x="0" y="5247"/>
                  </a:lnTo>
                  <a:lnTo>
                    <a:pt x="3107" y="7584"/>
                  </a:lnTo>
                  <a:lnTo>
                    <a:pt x="1511" y="9687"/>
                  </a:lnTo>
                  <a:lnTo>
                    <a:pt x="18432" y="22433"/>
                  </a:lnTo>
                  <a:lnTo>
                    <a:pt x="20029" y="20309"/>
                  </a:lnTo>
                  <a:lnTo>
                    <a:pt x="32586" y="29762"/>
                  </a:lnTo>
                  <a:lnTo>
                    <a:pt x="32586" y="24451"/>
                  </a:lnTo>
                  <a:lnTo>
                    <a:pt x="35247" y="24451"/>
                  </a:lnTo>
                  <a:lnTo>
                    <a:pt x="35247" y="5587"/>
                  </a:lnTo>
                  <a:lnTo>
                    <a:pt x="32586" y="5587"/>
                  </a:lnTo>
                  <a:lnTo>
                    <a:pt x="32586" y="1805"/>
                  </a:lnTo>
                  <a:lnTo>
                    <a:pt x="24690" y="2633"/>
                  </a:lnTo>
                  <a:lnTo>
                    <a:pt x="24413" y="0"/>
                  </a:lnTo>
                  <a:close/>
                </a:path>
              </a:pathLst>
            </a:custGeom>
            <a:solidFill>
              <a:srgbClr val="9879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6" name="object 1436"/>
            <p:cNvSpPr/>
            <p:nvPr/>
          </p:nvSpPr>
          <p:spPr>
            <a:xfrm>
              <a:off x="8932253" y="7228967"/>
              <a:ext cx="635" cy="3175"/>
            </a:xfrm>
            <a:custGeom>
              <a:avLst/>
              <a:gdLst/>
              <a:ahLst/>
              <a:cxnLst/>
              <a:rect l="l" t="t" r="r" b="b"/>
              <a:pathLst>
                <a:path w="634" h="3175">
                  <a:moveTo>
                    <a:pt x="546" y="2654"/>
                  </a:moveTo>
                  <a:lnTo>
                    <a:pt x="279" y="0"/>
                  </a:lnTo>
                  <a:lnTo>
                    <a:pt x="0" y="38"/>
                  </a:lnTo>
                  <a:lnTo>
                    <a:pt x="279" y="2679"/>
                  </a:lnTo>
                  <a:lnTo>
                    <a:pt x="546" y="2654"/>
                  </a:lnTo>
                  <a:close/>
                </a:path>
              </a:pathLst>
            </a:custGeom>
            <a:solidFill>
              <a:srgbClr val="95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7" name="object 1437"/>
            <p:cNvSpPr/>
            <p:nvPr/>
          </p:nvSpPr>
          <p:spPr>
            <a:xfrm>
              <a:off x="8926284" y="7249311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90">
                  <a:moveTo>
                    <a:pt x="1596" y="0"/>
                  </a:moveTo>
                  <a:lnTo>
                    <a:pt x="0" y="2123"/>
                  </a:lnTo>
                  <a:lnTo>
                    <a:pt x="8322" y="8390"/>
                  </a:lnTo>
                  <a:lnTo>
                    <a:pt x="9918" y="6266"/>
                  </a:lnTo>
                  <a:lnTo>
                    <a:pt x="1596" y="0"/>
                  </a:lnTo>
                  <a:close/>
                </a:path>
              </a:pathLst>
            </a:custGeom>
            <a:solidFill>
              <a:srgbClr val="9B7C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8" name="object 1438"/>
            <p:cNvSpPr/>
            <p:nvPr/>
          </p:nvSpPr>
          <p:spPr>
            <a:xfrm>
              <a:off x="8903530" y="7228555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5">
                  <a:moveTo>
                    <a:pt x="7640" y="0"/>
                  </a:moveTo>
                  <a:lnTo>
                    <a:pt x="0" y="807"/>
                  </a:lnTo>
                  <a:lnTo>
                    <a:pt x="0" y="2421"/>
                  </a:lnTo>
                  <a:lnTo>
                    <a:pt x="4320" y="5693"/>
                  </a:lnTo>
                  <a:lnTo>
                    <a:pt x="8194" y="5267"/>
                  </a:lnTo>
                  <a:lnTo>
                    <a:pt x="7640" y="0"/>
                  </a:lnTo>
                  <a:close/>
                </a:path>
              </a:pathLst>
            </a:custGeom>
            <a:solidFill>
              <a:srgbClr val="99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9" name="object 1439"/>
            <p:cNvSpPr/>
            <p:nvPr/>
          </p:nvSpPr>
          <p:spPr>
            <a:xfrm>
              <a:off x="8932264" y="7225454"/>
              <a:ext cx="8255" cy="1270"/>
            </a:xfrm>
            <a:custGeom>
              <a:avLst/>
              <a:gdLst/>
              <a:ahLst/>
              <a:cxnLst/>
              <a:rect l="l" t="t" r="r" b="b"/>
              <a:pathLst>
                <a:path w="8254" h="1270">
                  <a:moveTo>
                    <a:pt x="8173" y="0"/>
                  </a:moveTo>
                  <a:lnTo>
                    <a:pt x="0" y="871"/>
                  </a:lnTo>
                  <a:lnTo>
                    <a:pt x="8173" y="21"/>
                  </a:lnTo>
                  <a:close/>
                </a:path>
              </a:pathLst>
            </a:custGeom>
            <a:solidFill>
              <a:srgbClr val="95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0" name="object 1440"/>
            <p:cNvSpPr/>
            <p:nvPr/>
          </p:nvSpPr>
          <p:spPr>
            <a:xfrm>
              <a:off x="8932264" y="7225475"/>
              <a:ext cx="8255" cy="6350"/>
            </a:xfrm>
            <a:custGeom>
              <a:avLst/>
              <a:gdLst/>
              <a:ahLst/>
              <a:cxnLst/>
              <a:rect l="l" t="t" r="r" b="b"/>
              <a:pathLst>
                <a:path w="8254" h="6350">
                  <a:moveTo>
                    <a:pt x="8173" y="0"/>
                  </a:moveTo>
                  <a:lnTo>
                    <a:pt x="0" y="849"/>
                  </a:lnTo>
                  <a:lnTo>
                    <a:pt x="553" y="6139"/>
                  </a:lnTo>
                  <a:lnTo>
                    <a:pt x="8173" y="5331"/>
                  </a:lnTo>
                  <a:lnTo>
                    <a:pt x="8173" y="0"/>
                  </a:lnTo>
                  <a:close/>
                </a:path>
              </a:pathLst>
            </a:custGeom>
            <a:solidFill>
              <a:srgbClr val="99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1" name="object 1441"/>
            <p:cNvSpPr/>
            <p:nvPr/>
          </p:nvSpPr>
          <p:spPr>
            <a:xfrm>
              <a:off x="8940437" y="7234589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2660" y="0"/>
                  </a:moveTo>
                  <a:lnTo>
                    <a:pt x="0" y="0"/>
                  </a:lnTo>
                </a:path>
              </a:pathLst>
            </a:custGeom>
            <a:solidFill>
              <a:srgbClr val="966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2" name="object 1442"/>
            <p:cNvSpPr/>
            <p:nvPr/>
          </p:nvSpPr>
          <p:spPr>
            <a:xfrm>
              <a:off x="8940437" y="719686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2639" y="0"/>
                  </a:moveTo>
                  <a:lnTo>
                    <a:pt x="0" y="0"/>
                  </a:lnTo>
                </a:path>
              </a:pathLst>
            </a:custGeom>
            <a:solidFill>
              <a:srgbClr val="95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3" name="object 1443"/>
            <p:cNvSpPr/>
            <p:nvPr/>
          </p:nvSpPr>
          <p:spPr>
            <a:xfrm>
              <a:off x="8903487" y="7143517"/>
              <a:ext cx="28575" cy="3175"/>
            </a:xfrm>
            <a:custGeom>
              <a:avLst/>
              <a:gdLst/>
              <a:ahLst/>
              <a:cxnLst/>
              <a:rect l="l" t="t" r="r" b="b"/>
              <a:pathLst>
                <a:path w="28575" h="3175">
                  <a:moveTo>
                    <a:pt x="28500" y="0"/>
                  </a:moveTo>
                  <a:lnTo>
                    <a:pt x="0" y="2994"/>
                  </a:lnTo>
                  <a:lnTo>
                    <a:pt x="28500" y="0"/>
                  </a:lnTo>
                  <a:close/>
                </a:path>
              </a:pathLst>
            </a:custGeom>
            <a:solidFill>
              <a:srgbClr val="9671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4" name="object 1444"/>
            <p:cNvSpPr/>
            <p:nvPr/>
          </p:nvSpPr>
          <p:spPr>
            <a:xfrm>
              <a:off x="8931966" y="7143347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659" y="0"/>
                  </a:moveTo>
                  <a:lnTo>
                    <a:pt x="0" y="170"/>
                  </a:lnTo>
                  <a:lnTo>
                    <a:pt x="1659" y="0"/>
                  </a:lnTo>
                  <a:close/>
                </a:path>
              </a:pathLst>
            </a:custGeom>
            <a:solidFill>
              <a:srgbClr val="9467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5" name="object 1445"/>
            <p:cNvSpPr/>
            <p:nvPr/>
          </p:nvSpPr>
          <p:spPr>
            <a:xfrm>
              <a:off x="8900826" y="7141456"/>
              <a:ext cx="0" cy="5080"/>
            </a:xfrm>
            <a:custGeom>
              <a:avLst/>
              <a:gdLst/>
              <a:ahLst/>
              <a:cxnLst/>
              <a:rect l="l" t="t" r="r" b="b"/>
              <a:pathLst>
                <a:path h="5079">
                  <a:moveTo>
                    <a:pt x="0" y="0"/>
                  </a:moveTo>
                  <a:lnTo>
                    <a:pt x="0" y="4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7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6" name="object 1446"/>
            <p:cNvSpPr/>
            <p:nvPr/>
          </p:nvSpPr>
          <p:spPr>
            <a:xfrm>
              <a:off x="8900826" y="7138822"/>
              <a:ext cx="31750" cy="8255"/>
            </a:xfrm>
            <a:custGeom>
              <a:avLst/>
              <a:gdLst/>
              <a:ahLst/>
              <a:cxnLst/>
              <a:rect l="l" t="t" r="r" b="b"/>
              <a:pathLst>
                <a:path w="31750" h="8254">
                  <a:moveTo>
                    <a:pt x="24925" y="0"/>
                  </a:moveTo>
                  <a:lnTo>
                    <a:pt x="0" y="2633"/>
                  </a:lnTo>
                  <a:lnTo>
                    <a:pt x="0" y="7414"/>
                  </a:lnTo>
                  <a:lnTo>
                    <a:pt x="2660" y="7414"/>
                  </a:lnTo>
                  <a:lnTo>
                    <a:pt x="2660" y="7689"/>
                  </a:lnTo>
                  <a:lnTo>
                    <a:pt x="31140" y="4695"/>
                  </a:lnTo>
                  <a:lnTo>
                    <a:pt x="24925" y="0"/>
                  </a:lnTo>
                  <a:close/>
                </a:path>
              </a:pathLst>
            </a:custGeom>
            <a:solidFill>
              <a:srgbClr val="886A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7" name="object 1447"/>
            <p:cNvSpPr/>
            <p:nvPr/>
          </p:nvSpPr>
          <p:spPr>
            <a:xfrm>
              <a:off x="8925751" y="7138418"/>
              <a:ext cx="8890" cy="5715"/>
            </a:xfrm>
            <a:custGeom>
              <a:avLst/>
              <a:gdLst/>
              <a:ahLst/>
              <a:cxnLst/>
              <a:rect l="l" t="t" r="r" b="b"/>
              <a:pathLst>
                <a:path w="8890" h="5715">
                  <a:moveTo>
                    <a:pt x="3895" y="0"/>
                  </a:moveTo>
                  <a:lnTo>
                    <a:pt x="0" y="403"/>
                  </a:lnTo>
                  <a:lnTo>
                    <a:pt x="6215" y="5099"/>
                  </a:lnTo>
                  <a:lnTo>
                    <a:pt x="7875" y="4928"/>
                  </a:lnTo>
                  <a:lnTo>
                    <a:pt x="8811" y="3717"/>
                  </a:lnTo>
                  <a:lnTo>
                    <a:pt x="3895" y="0"/>
                  </a:lnTo>
                  <a:close/>
                </a:path>
              </a:pathLst>
            </a:custGeom>
            <a:solidFill>
              <a:srgbClr val="876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8" name="object 1448"/>
            <p:cNvSpPr/>
            <p:nvPr/>
          </p:nvSpPr>
          <p:spPr>
            <a:xfrm>
              <a:off x="8940437" y="7215724"/>
              <a:ext cx="3175" cy="10160"/>
            </a:xfrm>
            <a:custGeom>
              <a:avLst/>
              <a:gdLst/>
              <a:ahLst/>
              <a:cxnLst/>
              <a:rect l="l" t="t" r="r" b="b"/>
              <a:pathLst>
                <a:path w="3175" h="10159">
                  <a:moveTo>
                    <a:pt x="0" y="9729"/>
                  </a:moveTo>
                  <a:lnTo>
                    <a:pt x="0" y="0"/>
                  </a:lnTo>
                  <a:lnTo>
                    <a:pt x="2660" y="0"/>
                  </a:lnTo>
                  <a:lnTo>
                    <a:pt x="0" y="0"/>
                  </a:lnTo>
                  <a:lnTo>
                    <a:pt x="0" y="9729"/>
                  </a:lnTo>
                  <a:close/>
                </a:path>
              </a:pathLst>
            </a:custGeom>
            <a:solidFill>
              <a:srgbClr val="9C7C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9" name="object 1449"/>
            <p:cNvSpPr/>
            <p:nvPr/>
          </p:nvSpPr>
          <p:spPr>
            <a:xfrm>
              <a:off x="8940437" y="7230807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7E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0" name="object 1450"/>
            <p:cNvSpPr/>
            <p:nvPr/>
          </p:nvSpPr>
          <p:spPr>
            <a:xfrm>
              <a:off x="8940437" y="723080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9C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1" name="object 1451"/>
            <p:cNvSpPr/>
            <p:nvPr/>
          </p:nvSpPr>
          <p:spPr>
            <a:xfrm>
              <a:off x="8940437" y="722545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72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2" name="object 1452"/>
            <p:cNvSpPr/>
            <p:nvPr/>
          </p:nvSpPr>
          <p:spPr>
            <a:xfrm>
              <a:off x="8940437" y="7225475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75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3" name="object 1453"/>
            <p:cNvSpPr/>
            <p:nvPr/>
          </p:nvSpPr>
          <p:spPr>
            <a:xfrm>
              <a:off x="8943098" y="7215724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2660" y="0"/>
                  </a:moveTo>
                  <a:lnTo>
                    <a:pt x="0" y="0"/>
                  </a:lnTo>
                </a:path>
              </a:pathLst>
            </a:custGeom>
            <a:solidFill>
              <a:srgbClr val="95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4" name="object 1454"/>
            <p:cNvSpPr/>
            <p:nvPr/>
          </p:nvSpPr>
          <p:spPr>
            <a:xfrm>
              <a:off x="8940437" y="7215724"/>
              <a:ext cx="5715" cy="10160"/>
            </a:xfrm>
            <a:custGeom>
              <a:avLst/>
              <a:gdLst/>
              <a:ahLst/>
              <a:cxnLst/>
              <a:rect l="l" t="t" r="r" b="b"/>
              <a:pathLst>
                <a:path w="5715" h="10159">
                  <a:moveTo>
                    <a:pt x="5321" y="0"/>
                  </a:moveTo>
                  <a:lnTo>
                    <a:pt x="0" y="0"/>
                  </a:lnTo>
                  <a:lnTo>
                    <a:pt x="0" y="9729"/>
                  </a:lnTo>
                  <a:lnTo>
                    <a:pt x="5321" y="9177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B72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5" name="object 1455"/>
            <p:cNvSpPr/>
            <p:nvPr/>
          </p:nvSpPr>
          <p:spPr>
            <a:xfrm>
              <a:off x="8940437" y="7230254"/>
              <a:ext cx="5715" cy="4445"/>
            </a:xfrm>
            <a:custGeom>
              <a:avLst/>
              <a:gdLst/>
              <a:ahLst/>
              <a:cxnLst/>
              <a:rect l="l" t="t" r="r" b="b"/>
              <a:pathLst>
                <a:path w="5715" h="4445">
                  <a:moveTo>
                    <a:pt x="5321" y="0"/>
                  </a:moveTo>
                  <a:lnTo>
                    <a:pt x="0" y="552"/>
                  </a:lnTo>
                  <a:lnTo>
                    <a:pt x="0" y="4334"/>
                  </a:lnTo>
                  <a:lnTo>
                    <a:pt x="5321" y="4334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D73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6" name="object 1456"/>
            <p:cNvSpPr/>
            <p:nvPr/>
          </p:nvSpPr>
          <p:spPr>
            <a:xfrm>
              <a:off x="8940432" y="7224902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5" h="6350">
                  <a:moveTo>
                    <a:pt x="5321" y="5334"/>
                  </a:moveTo>
                  <a:lnTo>
                    <a:pt x="0" y="5905"/>
                  </a:lnTo>
                  <a:lnTo>
                    <a:pt x="5321" y="5359"/>
                  </a:lnTo>
                  <a:close/>
                </a:path>
                <a:path w="5715" h="6350">
                  <a:moveTo>
                    <a:pt x="5321" y="0"/>
                  </a:moveTo>
                  <a:lnTo>
                    <a:pt x="0" y="558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A6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7" name="object 1457"/>
            <p:cNvSpPr/>
            <p:nvPr/>
          </p:nvSpPr>
          <p:spPr>
            <a:xfrm>
              <a:off x="8940437" y="7224901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5" h="6350">
                  <a:moveTo>
                    <a:pt x="5321" y="0"/>
                  </a:moveTo>
                  <a:lnTo>
                    <a:pt x="0" y="574"/>
                  </a:lnTo>
                  <a:lnTo>
                    <a:pt x="0" y="5905"/>
                  </a:lnTo>
                  <a:lnTo>
                    <a:pt x="5321" y="5331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D6D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8" name="object 1458"/>
            <p:cNvSpPr/>
            <p:nvPr/>
          </p:nvSpPr>
          <p:spPr>
            <a:xfrm>
              <a:off x="8940416" y="7177995"/>
              <a:ext cx="3175" cy="19050"/>
            </a:xfrm>
            <a:custGeom>
              <a:avLst/>
              <a:gdLst/>
              <a:ahLst/>
              <a:cxnLst/>
              <a:rect l="l" t="t" r="r" b="b"/>
              <a:pathLst>
                <a:path w="3175" h="19050">
                  <a:moveTo>
                    <a:pt x="0" y="18864"/>
                  </a:moveTo>
                  <a:lnTo>
                    <a:pt x="0" y="0"/>
                  </a:lnTo>
                  <a:lnTo>
                    <a:pt x="2660" y="0"/>
                  </a:lnTo>
                  <a:lnTo>
                    <a:pt x="0" y="0"/>
                  </a:lnTo>
                  <a:lnTo>
                    <a:pt x="21" y="18864"/>
                  </a:lnTo>
                  <a:close/>
                </a:path>
              </a:pathLst>
            </a:custGeom>
            <a:solidFill>
              <a:srgbClr val="9C7C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9" name="object 1459"/>
            <p:cNvSpPr/>
            <p:nvPr/>
          </p:nvSpPr>
          <p:spPr>
            <a:xfrm>
              <a:off x="8943077" y="7177995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2660" y="0"/>
                  </a:moveTo>
                  <a:lnTo>
                    <a:pt x="0" y="0"/>
                  </a:lnTo>
                </a:path>
              </a:pathLst>
            </a:custGeom>
            <a:solidFill>
              <a:srgbClr val="95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0" name="object 1460"/>
            <p:cNvSpPr/>
            <p:nvPr/>
          </p:nvSpPr>
          <p:spPr>
            <a:xfrm>
              <a:off x="8940416" y="7177995"/>
              <a:ext cx="5715" cy="19050"/>
            </a:xfrm>
            <a:custGeom>
              <a:avLst/>
              <a:gdLst/>
              <a:ahLst/>
              <a:cxnLst/>
              <a:rect l="l" t="t" r="r" b="b"/>
              <a:pathLst>
                <a:path w="5715" h="19050">
                  <a:moveTo>
                    <a:pt x="5321" y="0"/>
                  </a:moveTo>
                  <a:lnTo>
                    <a:pt x="0" y="0"/>
                  </a:lnTo>
                  <a:lnTo>
                    <a:pt x="21" y="18864"/>
                  </a:lnTo>
                  <a:lnTo>
                    <a:pt x="5321" y="18864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B72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1" name="object 1461"/>
            <p:cNvSpPr/>
            <p:nvPr/>
          </p:nvSpPr>
          <p:spPr>
            <a:xfrm>
              <a:off x="8942353" y="7266475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3406" y="0"/>
                  </a:moveTo>
                  <a:lnTo>
                    <a:pt x="0" y="361"/>
                  </a:lnTo>
                  <a:lnTo>
                    <a:pt x="3406" y="2932"/>
                  </a:lnTo>
                  <a:lnTo>
                    <a:pt x="3406" y="0"/>
                  </a:lnTo>
                  <a:close/>
                </a:path>
              </a:pathLst>
            </a:custGeom>
            <a:solidFill>
              <a:srgbClr val="A592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2" name="object 1462"/>
            <p:cNvSpPr/>
            <p:nvPr/>
          </p:nvSpPr>
          <p:spPr>
            <a:xfrm>
              <a:off x="8936202" y="7253452"/>
              <a:ext cx="6985" cy="5715"/>
            </a:xfrm>
            <a:custGeom>
              <a:avLst/>
              <a:gdLst/>
              <a:ahLst/>
              <a:cxnLst/>
              <a:rect l="l" t="t" r="r" b="b"/>
              <a:pathLst>
                <a:path w="6984" h="5715">
                  <a:moveTo>
                    <a:pt x="6917" y="0"/>
                  </a:moveTo>
                  <a:lnTo>
                    <a:pt x="4235" y="0"/>
                  </a:lnTo>
                  <a:lnTo>
                    <a:pt x="4235" y="5311"/>
                  </a:lnTo>
                  <a:lnTo>
                    <a:pt x="21" y="2124"/>
                  </a:lnTo>
                  <a:lnTo>
                    <a:pt x="4257" y="5332"/>
                  </a:lnTo>
                  <a:lnTo>
                    <a:pt x="4257" y="21"/>
                  </a:lnTo>
                  <a:lnTo>
                    <a:pt x="6917" y="21"/>
                  </a:lnTo>
                  <a:close/>
                </a:path>
              </a:pathLst>
            </a:custGeom>
            <a:solidFill>
              <a:srgbClr val="9E7E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3" name="object 1463"/>
            <p:cNvSpPr/>
            <p:nvPr/>
          </p:nvSpPr>
          <p:spPr>
            <a:xfrm>
              <a:off x="8933009" y="7255577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20" h="10159">
                  <a:moveTo>
                    <a:pt x="3192" y="0"/>
                  </a:moveTo>
                  <a:lnTo>
                    <a:pt x="0" y="4227"/>
                  </a:lnTo>
                  <a:lnTo>
                    <a:pt x="7449" y="9836"/>
                  </a:lnTo>
                  <a:lnTo>
                    <a:pt x="7449" y="3208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rgbClr val="A281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4" name="object 1464"/>
            <p:cNvSpPr/>
            <p:nvPr/>
          </p:nvSpPr>
          <p:spPr>
            <a:xfrm>
              <a:off x="8943120" y="7253452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2639" y="0"/>
                  </a:moveTo>
                  <a:lnTo>
                    <a:pt x="0" y="0"/>
                  </a:lnTo>
                  <a:lnTo>
                    <a:pt x="2639" y="21"/>
                  </a:lnTo>
                  <a:close/>
                </a:path>
              </a:pathLst>
            </a:custGeom>
            <a:solidFill>
              <a:srgbClr val="976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5" name="object 1465"/>
            <p:cNvSpPr/>
            <p:nvPr/>
          </p:nvSpPr>
          <p:spPr>
            <a:xfrm>
              <a:off x="8942353" y="7263819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3406" y="0"/>
                  </a:moveTo>
                  <a:lnTo>
                    <a:pt x="915" y="255"/>
                  </a:lnTo>
                  <a:lnTo>
                    <a:pt x="1192" y="2889"/>
                  </a:lnTo>
                  <a:lnTo>
                    <a:pt x="86" y="3017"/>
                  </a:lnTo>
                  <a:lnTo>
                    <a:pt x="3406" y="2655"/>
                  </a:lnTo>
                  <a:lnTo>
                    <a:pt x="3406" y="0"/>
                  </a:lnTo>
                  <a:close/>
                </a:path>
              </a:pathLst>
            </a:custGeom>
            <a:solidFill>
              <a:srgbClr val="A281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6" name="object 1466"/>
            <p:cNvSpPr/>
            <p:nvPr/>
          </p:nvSpPr>
          <p:spPr>
            <a:xfrm>
              <a:off x="8940459" y="7253474"/>
              <a:ext cx="5715" cy="10795"/>
            </a:xfrm>
            <a:custGeom>
              <a:avLst/>
              <a:gdLst/>
              <a:ahLst/>
              <a:cxnLst/>
              <a:rect l="l" t="t" r="r" b="b"/>
              <a:pathLst>
                <a:path w="5715" h="10795">
                  <a:moveTo>
                    <a:pt x="5299" y="0"/>
                  </a:moveTo>
                  <a:lnTo>
                    <a:pt x="0" y="0"/>
                  </a:lnTo>
                  <a:lnTo>
                    <a:pt x="0" y="5311"/>
                  </a:lnTo>
                  <a:lnTo>
                    <a:pt x="4235" y="8497"/>
                  </a:lnTo>
                  <a:lnTo>
                    <a:pt x="2787" y="10430"/>
                  </a:lnTo>
                  <a:lnTo>
                    <a:pt x="2809" y="10600"/>
                  </a:lnTo>
                  <a:lnTo>
                    <a:pt x="5299" y="10345"/>
                  </a:lnTo>
                  <a:lnTo>
                    <a:pt x="5299" y="0"/>
                  </a:lnTo>
                  <a:close/>
                </a:path>
              </a:pathLst>
            </a:custGeom>
            <a:solidFill>
              <a:srgbClr val="9D73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7" name="object 1467"/>
            <p:cNvSpPr/>
            <p:nvPr/>
          </p:nvSpPr>
          <p:spPr>
            <a:xfrm>
              <a:off x="8940459" y="7258785"/>
              <a:ext cx="4445" cy="8255"/>
            </a:xfrm>
            <a:custGeom>
              <a:avLst/>
              <a:gdLst/>
              <a:ahLst/>
              <a:cxnLst/>
              <a:rect l="l" t="t" r="r" b="b"/>
              <a:pathLst>
                <a:path w="4445" h="8254">
                  <a:moveTo>
                    <a:pt x="0" y="0"/>
                  </a:moveTo>
                  <a:lnTo>
                    <a:pt x="0" y="6628"/>
                  </a:lnTo>
                  <a:lnTo>
                    <a:pt x="1893" y="8051"/>
                  </a:lnTo>
                  <a:lnTo>
                    <a:pt x="3086" y="7923"/>
                  </a:lnTo>
                  <a:lnTo>
                    <a:pt x="2787" y="5119"/>
                  </a:lnTo>
                  <a:lnTo>
                    <a:pt x="4235" y="3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75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8" name="object 1468"/>
            <p:cNvSpPr/>
            <p:nvPr/>
          </p:nvSpPr>
          <p:spPr>
            <a:xfrm>
              <a:off x="8900848" y="7221672"/>
              <a:ext cx="3175" cy="8255"/>
            </a:xfrm>
            <a:custGeom>
              <a:avLst/>
              <a:gdLst/>
              <a:ahLst/>
              <a:cxnLst/>
              <a:rect l="l" t="t" r="r" b="b"/>
              <a:pathLst>
                <a:path w="3175" h="8254">
                  <a:moveTo>
                    <a:pt x="2682" y="0"/>
                  </a:moveTo>
                  <a:lnTo>
                    <a:pt x="0" y="0"/>
                  </a:lnTo>
                  <a:lnTo>
                    <a:pt x="2682" y="21"/>
                  </a:lnTo>
                  <a:lnTo>
                    <a:pt x="2682" y="7691"/>
                  </a:lnTo>
                  <a:lnTo>
                    <a:pt x="2682" y="0"/>
                  </a:lnTo>
                  <a:close/>
                </a:path>
              </a:pathLst>
            </a:custGeom>
            <a:solidFill>
              <a:srgbClr val="9C7C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9" name="object 1469"/>
            <p:cNvSpPr/>
            <p:nvPr/>
          </p:nvSpPr>
          <p:spPr>
            <a:xfrm>
              <a:off x="8898204" y="7221702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4" h="19684">
                  <a:moveTo>
                    <a:pt x="5321" y="0"/>
                  </a:moveTo>
                  <a:lnTo>
                    <a:pt x="0" y="0"/>
                  </a:lnTo>
                  <a:lnTo>
                    <a:pt x="0" y="8216"/>
                  </a:lnTo>
                  <a:lnTo>
                    <a:pt x="5321" y="7670"/>
                  </a:lnTo>
                  <a:lnTo>
                    <a:pt x="5321" y="0"/>
                  </a:lnTo>
                  <a:close/>
                </a:path>
                <a:path w="13334" h="19684">
                  <a:moveTo>
                    <a:pt x="12750" y="14884"/>
                  </a:moveTo>
                  <a:lnTo>
                    <a:pt x="9639" y="12547"/>
                  </a:lnTo>
                  <a:lnTo>
                    <a:pt x="1917" y="13360"/>
                  </a:lnTo>
                  <a:lnTo>
                    <a:pt x="9550" y="19113"/>
                  </a:lnTo>
                  <a:lnTo>
                    <a:pt x="12750" y="14884"/>
                  </a:lnTo>
                  <a:close/>
                </a:path>
              </a:pathLst>
            </a:custGeom>
            <a:solidFill>
              <a:srgbClr val="A281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0" name="object 1470"/>
            <p:cNvSpPr/>
            <p:nvPr/>
          </p:nvSpPr>
          <p:spPr>
            <a:xfrm>
              <a:off x="8898209" y="7229363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59" h="5715">
                  <a:moveTo>
                    <a:pt x="5321" y="0"/>
                  </a:moveTo>
                  <a:lnTo>
                    <a:pt x="0" y="552"/>
                  </a:lnTo>
                  <a:lnTo>
                    <a:pt x="0" y="4269"/>
                  </a:lnTo>
                  <a:lnTo>
                    <a:pt x="1915" y="5693"/>
                  </a:lnTo>
                  <a:lnTo>
                    <a:pt x="9641" y="4885"/>
                  </a:lnTo>
                  <a:lnTo>
                    <a:pt x="5321" y="1614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F75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1" name="object 1471"/>
            <p:cNvSpPr/>
            <p:nvPr/>
          </p:nvSpPr>
          <p:spPr>
            <a:xfrm>
              <a:off x="8898166" y="7146518"/>
              <a:ext cx="5715" cy="56515"/>
            </a:xfrm>
            <a:custGeom>
              <a:avLst/>
              <a:gdLst/>
              <a:ahLst/>
              <a:cxnLst/>
              <a:rect l="l" t="t" r="r" b="b"/>
              <a:pathLst>
                <a:path w="5715" h="56515">
                  <a:moveTo>
                    <a:pt x="5321" y="0"/>
                  </a:moveTo>
                  <a:lnTo>
                    <a:pt x="0" y="571"/>
                  </a:lnTo>
                  <a:lnTo>
                    <a:pt x="0" y="18592"/>
                  </a:lnTo>
                  <a:lnTo>
                    <a:pt x="5321" y="18567"/>
                  </a:lnTo>
                  <a:lnTo>
                    <a:pt x="5321" y="0"/>
                  </a:lnTo>
                  <a:close/>
                </a:path>
                <a:path w="5715" h="56515">
                  <a:moveTo>
                    <a:pt x="5334" y="37452"/>
                  </a:moveTo>
                  <a:lnTo>
                    <a:pt x="12" y="37452"/>
                  </a:lnTo>
                  <a:lnTo>
                    <a:pt x="12" y="56311"/>
                  </a:lnTo>
                  <a:lnTo>
                    <a:pt x="5334" y="56299"/>
                  </a:lnTo>
                  <a:lnTo>
                    <a:pt x="5334" y="37452"/>
                  </a:lnTo>
                  <a:close/>
                </a:path>
              </a:pathLst>
            </a:custGeom>
            <a:solidFill>
              <a:srgbClr val="A281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2" name="object 1472"/>
            <p:cNvSpPr/>
            <p:nvPr/>
          </p:nvSpPr>
          <p:spPr>
            <a:xfrm>
              <a:off x="8898165" y="7146512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5" h="634">
                  <a:moveTo>
                    <a:pt x="5321" y="0"/>
                  </a:moveTo>
                  <a:lnTo>
                    <a:pt x="0" y="574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A37B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3" name="object 1473"/>
            <p:cNvSpPr/>
            <p:nvPr/>
          </p:nvSpPr>
          <p:spPr>
            <a:xfrm>
              <a:off x="8898165" y="7146236"/>
              <a:ext cx="5715" cy="1270"/>
            </a:xfrm>
            <a:custGeom>
              <a:avLst/>
              <a:gdLst/>
              <a:ahLst/>
              <a:cxnLst/>
              <a:rect l="l" t="t" r="r" b="b"/>
              <a:pathLst>
                <a:path w="5715" h="1270">
                  <a:moveTo>
                    <a:pt x="5321" y="0"/>
                  </a:moveTo>
                  <a:lnTo>
                    <a:pt x="0" y="0"/>
                  </a:lnTo>
                  <a:lnTo>
                    <a:pt x="0" y="849"/>
                  </a:lnTo>
                  <a:lnTo>
                    <a:pt x="5321" y="275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473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4" name="object 1474"/>
            <p:cNvSpPr/>
            <p:nvPr/>
          </p:nvSpPr>
          <p:spPr>
            <a:xfrm>
              <a:off x="8769083" y="6926948"/>
              <a:ext cx="13335" cy="12065"/>
            </a:xfrm>
            <a:custGeom>
              <a:avLst/>
              <a:gdLst/>
              <a:ahLst/>
              <a:cxnLst/>
              <a:rect l="l" t="t" r="r" b="b"/>
              <a:pathLst>
                <a:path w="13334" h="12065">
                  <a:moveTo>
                    <a:pt x="12865" y="4483"/>
                  </a:moveTo>
                  <a:lnTo>
                    <a:pt x="11049" y="2705"/>
                  </a:lnTo>
                  <a:lnTo>
                    <a:pt x="10960" y="2578"/>
                  </a:lnTo>
                  <a:lnTo>
                    <a:pt x="10375" y="0"/>
                  </a:lnTo>
                  <a:lnTo>
                    <a:pt x="0" y="2413"/>
                  </a:lnTo>
                  <a:lnTo>
                    <a:pt x="431" y="4279"/>
                  </a:lnTo>
                  <a:lnTo>
                    <a:pt x="152" y="4394"/>
                  </a:lnTo>
                  <a:lnTo>
                    <a:pt x="825" y="5956"/>
                  </a:lnTo>
                  <a:lnTo>
                    <a:pt x="914" y="6362"/>
                  </a:lnTo>
                  <a:lnTo>
                    <a:pt x="723" y="6502"/>
                  </a:lnTo>
                  <a:lnTo>
                    <a:pt x="1066" y="7010"/>
                  </a:lnTo>
                  <a:lnTo>
                    <a:pt x="1219" y="7581"/>
                  </a:lnTo>
                  <a:lnTo>
                    <a:pt x="1447" y="7543"/>
                  </a:lnTo>
                  <a:lnTo>
                    <a:pt x="1625" y="7797"/>
                  </a:lnTo>
                  <a:lnTo>
                    <a:pt x="1752" y="8051"/>
                  </a:lnTo>
                  <a:lnTo>
                    <a:pt x="1574" y="8216"/>
                  </a:lnTo>
                  <a:lnTo>
                    <a:pt x="2019" y="8686"/>
                  </a:lnTo>
                  <a:lnTo>
                    <a:pt x="2298" y="9283"/>
                  </a:lnTo>
                  <a:lnTo>
                    <a:pt x="2527" y="9182"/>
                  </a:lnTo>
                  <a:lnTo>
                    <a:pt x="2832" y="9499"/>
                  </a:lnTo>
                  <a:lnTo>
                    <a:pt x="3797" y="10845"/>
                  </a:lnTo>
                  <a:lnTo>
                    <a:pt x="4025" y="10693"/>
                  </a:lnTo>
                  <a:lnTo>
                    <a:pt x="5321" y="11976"/>
                  </a:lnTo>
                  <a:lnTo>
                    <a:pt x="12865" y="4483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5" name="object 1475"/>
            <p:cNvSpPr/>
            <p:nvPr/>
          </p:nvSpPr>
          <p:spPr>
            <a:xfrm>
              <a:off x="7958645" y="6664858"/>
              <a:ext cx="770255" cy="607695"/>
            </a:xfrm>
            <a:custGeom>
              <a:avLst/>
              <a:gdLst/>
              <a:ahLst/>
              <a:cxnLst/>
              <a:rect l="l" t="t" r="r" b="b"/>
              <a:pathLst>
                <a:path w="770254" h="607695">
                  <a:moveTo>
                    <a:pt x="4318" y="492302"/>
                  </a:moveTo>
                  <a:lnTo>
                    <a:pt x="0" y="492747"/>
                  </a:lnTo>
                  <a:lnTo>
                    <a:pt x="4318" y="495998"/>
                  </a:lnTo>
                  <a:lnTo>
                    <a:pt x="4318" y="492302"/>
                  </a:lnTo>
                  <a:close/>
                </a:path>
                <a:path w="770254" h="607695">
                  <a:moveTo>
                    <a:pt x="545909" y="2590"/>
                  </a:moveTo>
                  <a:lnTo>
                    <a:pt x="542493" y="0"/>
                  </a:lnTo>
                  <a:lnTo>
                    <a:pt x="542493" y="2590"/>
                  </a:lnTo>
                  <a:lnTo>
                    <a:pt x="545909" y="2590"/>
                  </a:lnTo>
                  <a:close/>
                </a:path>
                <a:path w="770254" h="607695">
                  <a:moveTo>
                    <a:pt x="765873" y="604532"/>
                  </a:moveTo>
                  <a:lnTo>
                    <a:pt x="762444" y="604532"/>
                  </a:lnTo>
                  <a:lnTo>
                    <a:pt x="765873" y="607098"/>
                  </a:lnTo>
                  <a:lnTo>
                    <a:pt x="765873" y="604532"/>
                  </a:lnTo>
                  <a:close/>
                </a:path>
                <a:path w="770254" h="607695">
                  <a:moveTo>
                    <a:pt x="770191" y="603707"/>
                  </a:moveTo>
                  <a:lnTo>
                    <a:pt x="765873" y="600456"/>
                  </a:lnTo>
                  <a:lnTo>
                    <a:pt x="765873" y="604177"/>
                  </a:lnTo>
                  <a:lnTo>
                    <a:pt x="770191" y="603707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6" name="object 1476"/>
            <p:cNvSpPr/>
            <p:nvPr/>
          </p:nvSpPr>
          <p:spPr>
            <a:xfrm>
              <a:off x="7972634" y="7159237"/>
              <a:ext cx="208279" cy="159385"/>
            </a:xfrm>
            <a:custGeom>
              <a:avLst/>
              <a:gdLst/>
              <a:ahLst/>
              <a:cxnLst/>
              <a:rect l="l" t="t" r="r" b="b"/>
              <a:pathLst>
                <a:path w="208279" h="159384">
                  <a:moveTo>
                    <a:pt x="21200" y="0"/>
                  </a:moveTo>
                  <a:lnTo>
                    <a:pt x="0" y="2230"/>
                  </a:lnTo>
                  <a:lnTo>
                    <a:pt x="208230" y="158838"/>
                  </a:lnTo>
                  <a:lnTo>
                    <a:pt x="208187" y="18120"/>
                  </a:lnTo>
                  <a:lnTo>
                    <a:pt x="203973" y="18545"/>
                  </a:lnTo>
                  <a:lnTo>
                    <a:pt x="204250" y="21201"/>
                  </a:lnTo>
                  <a:lnTo>
                    <a:pt x="175110" y="24259"/>
                  </a:lnTo>
                  <a:lnTo>
                    <a:pt x="174834" y="21625"/>
                  </a:lnTo>
                  <a:lnTo>
                    <a:pt x="162615" y="22922"/>
                  </a:lnTo>
                  <a:lnTo>
                    <a:pt x="162892" y="25556"/>
                  </a:lnTo>
                  <a:lnTo>
                    <a:pt x="132902" y="28721"/>
                  </a:lnTo>
                  <a:lnTo>
                    <a:pt x="132626" y="26087"/>
                  </a:lnTo>
                  <a:lnTo>
                    <a:pt x="121259" y="27277"/>
                  </a:lnTo>
                  <a:lnTo>
                    <a:pt x="121536" y="29911"/>
                  </a:lnTo>
                  <a:lnTo>
                    <a:pt x="90694" y="33182"/>
                  </a:lnTo>
                  <a:lnTo>
                    <a:pt x="90417" y="30526"/>
                  </a:lnTo>
                  <a:lnTo>
                    <a:pt x="79754" y="31653"/>
                  </a:lnTo>
                  <a:lnTo>
                    <a:pt x="80031" y="34287"/>
                  </a:lnTo>
                  <a:lnTo>
                    <a:pt x="71836" y="35158"/>
                  </a:lnTo>
                  <a:lnTo>
                    <a:pt x="71836" y="38089"/>
                  </a:lnTo>
                  <a:lnTo>
                    <a:pt x="68409" y="35519"/>
                  </a:lnTo>
                  <a:lnTo>
                    <a:pt x="66621" y="35709"/>
                  </a:lnTo>
                  <a:lnTo>
                    <a:pt x="66514" y="34117"/>
                  </a:lnTo>
                  <a:lnTo>
                    <a:pt x="50742" y="22241"/>
                  </a:lnTo>
                  <a:lnTo>
                    <a:pt x="52339" y="20118"/>
                  </a:lnTo>
                  <a:lnTo>
                    <a:pt x="35417" y="7392"/>
                  </a:lnTo>
                  <a:lnTo>
                    <a:pt x="33864" y="9517"/>
                  </a:lnTo>
                  <a:lnTo>
                    <a:pt x="26201" y="3760"/>
                  </a:lnTo>
                  <a:lnTo>
                    <a:pt x="24286" y="3972"/>
                  </a:lnTo>
                  <a:lnTo>
                    <a:pt x="24286" y="2315"/>
                  </a:lnTo>
                  <a:lnTo>
                    <a:pt x="21200" y="0"/>
                  </a:lnTo>
                  <a:close/>
                </a:path>
              </a:pathLst>
            </a:custGeom>
            <a:solidFill>
              <a:srgbClr val="8D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7" name="object 1477"/>
            <p:cNvSpPr/>
            <p:nvPr/>
          </p:nvSpPr>
          <p:spPr>
            <a:xfrm>
              <a:off x="8023377" y="7179355"/>
              <a:ext cx="133350" cy="13335"/>
            </a:xfrm>
            <a:custGeom>
              <a:avLst/>
              <a:gdLst/>
              <a:ahLst/>
              <a:cxnLst/>
              <a:rect l="l" t="t" r="r" b="b"/>
              <a:pathLst>
                <a:path w="133350" h="13334">
                  <a:moveTo>
                    <a:pt x="1596" y="0"/>
                  </a:moveTo>
                  <a:lnTo>
                    <a:pt x="0" y="2123"/>
                  </a:lnTo>
                  <a:lnTo>
                    <a:pt x="8312" y="8382"/>
                  </a:lnTo>
                  <a:lnTo>
                    <a:pt x="9918" y="6266"/>
                  </a:lnTo>
                  <a:lnTo>
                    <a:pt x="1596" y="0"/>
                  </a:lnTo>
                  <a:close/>
                </a:path>
                <a:path w="133350" h="13334">
                  <a:moveTo>
                    <a:pt x="49828" y="9347"/>
                  </a:moveTo>
                  <a:lnTo>
                    <a:pt x="39674" y="10408"/>
                  </a:lnTo>
                  <a:lnTo>
                    <a:pt x="39719" y="10834"/>
                  </a:lnTo>
                  <a:lnTo>
                    <a:pt x="39839" y="11991"/>
                  </a:lnTo>
                  <a:lnTo>
                    <a:pt x="39951" y="13064"/>
                  </a:lnTo>
                  <a:lnTo>
                    <a:pt x="50106" y="11991"/>
                  </a:lnTo>
                  <a:lnTo>
                    <a:pt x="49984" y="10834"/>
                  </a:lnTo>
                  <a:lnTo>
                    <a:pt x="49940" y="10408"/>
                  </a:lnTo>
                  <a:lnTo>
                    <a:pt x="49828" y="9347"/>
                  </a:lnTo>
                  <a:close/>
                </a:path>
                <a:path w="133350" h="13334">
                  <a:moveTo>
                    <a:pt x="91184" y="4970"/>
                  </a:moveTo>
                  <a:lnTo>
                    <a:pt x="81883" y="5969"/>
                  </a:lnTo>
                  <a:lnTo>
                    <a:pt x="82057" y="7626"/>
                  </a:lnTo>
                  <a:lnTo>
                    <a:pt x="82160" y="8602"/>
                  </a:lnTo>
                  <a:lnTo>
                    <a:pt x="91406" y="7626"/>
                  </a:lnTo>
                  <a:lnTo>
                    <a:pt x="91296" y="5969"/>
                  </a:lnTo>
                  <a:lnTo>
                    <a:pt x="91184" y="4970"/>
                  </a:lnTo>
                  <a:close/>
                </a:path>
                <a:path w="133350" h="13334">
                  <a:moveTo>
                    <a:pt x="132562" y="615"/>
                  </a:moveTo>
                  <a:lnTo>
                    <a:pt x="124091" y="1507"/>
                  </a:lnTo>
                  <a:lnTo>
                    <a:pt x="124274" y="3255"/>
                  </a:lnTo>
                  <a:lnTo>
                    <a:pt x="124367" y="4141"/>
                  </a:lnTo>
                  <a:lnTo>
                    <a:pt x="132840" y="3255"/>
                  </a:lnTo>
                  <a:lnTo>
                    <a:pt x="132701" y="1932"/>
                  </a:lnTo>
                  <a:lnTo>
                    <a:pt x="132656" y="1507"/>
                  </a:lnTo>
                  <a:lnTo>
                    <a:pt x="132562" y="615"/>
                  </a:lnTo>
                  <a:close/>
                </a:path>
              </a:pathLst>
            </a:custGeom>
            <a:solidFill>
              <a:srgbClr val="8E9F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8" name="object 1478"/>
            <p:cNvSpPr/>
            <p:nvPr/>
          </p:nvSpPr>
          <p:spPr>
            <a:xfrm>
              <a:off x="8041788" y="7141117"/>
              <a:ext cx="139065" cy="50165"/>
            </a:xfrm>
            <a:custGeom>
              <a:avLst/>
              <a:gdLst/>
              <a:ahLst/>
              <a:cxnLst/>
              <a:rect l="l" t="t" r="r" b="b"/>
              <a:pathLst>
                <a:path w="139065" h="50165">
                  <a:moveTo>
                    <a:pt x="139011" y="0"/>
                  </a:moveTo>
                  <a:lnTo>
                    <a:pt x="137203" y="190"/>
                  </a:lnTo>
                  <a:lnTo>
                    <a:pt x="137500" y="2782"/>
                  </a:lnTo>
                  <a:lnTo>
                    <a:pt x="113555" y="5267"/>
                  </a:lnTo>
                  <a:lnTo>
                    <a:pt x="113278" y="2719"/>
                  </a:lnTo>
                  <a:lnTo>
                    <a:pt x="94867" y="4652"/>
                  </a:lnTo>
                  <a:lnTo>
                    <a:pt x="95164" y="7371"/>
                  </a:lnTo>
                  <a:lnTo>
                    <a:pt x="72177" y="9664"/>
                  </a:lnTo>
                  <a:lnTo>
                    <a:pt x="71879" y="7073"/>
                  </a:lnTo>
                  <a:lnTo>
                    <a:pt x="52722" y="9091"/>
                  </a:lnTo>
                  <a:lnTo>
                    <a:pt x="53021" y="11767"/>
                  </a:lnTo>
                  <a:lnTo>
                    <a:pt x="30800" y="14062"/>
                  </a:lnTo>
                  <a:lnTo>
                    <a:pt x="30523" y="11450"/>
                  </a:lnTo>
                  <a:lnTo>
                    <a:pt x="10600" y="13531"/>
                  </a:lnTo>
                  <a:lnTo>
                    <a:pt x="10877" y="16165"/>
                  </a:lnTo>
                  <a:lnTo>
                    <a:pt x="2640" y="17122"/>
                  </a:lnTo>
                  <a:lnTo>
                    <a:pt x="2640" y="21328"/>
                  </a:lnTo>
                  <a:lnTo>
                    <a:pt x="0" y="21328"/>
                  </a:lnTo>
                  <a:lnTo>
                    <a:pt x="21" y="40256"/>
                  </a:lnTo>
                  <a:lnTo>
                    <a:pt x="2682" y="40256"/>
                  </a:lnTo>
                  <a:lnTo>
                    <a:pt x="2682" y="47946"/>
                  </a:lnTo>
                  <a:lnTo>
                    <a:pt x="10323" y="47138"/>
                  </a:lnTo>
                  <a:lnTo>
                    <a:pt x="10600" y="49773"/>
                  </a:lnTo>
                  <a:lnTo>
                    <a:pt x="21263" y="48647"/>
                  </a:lnTo>
                  <a:lnTo>
                    <a:pt x="20986" y="46013"/>
                  </a:lnTo>
                  <a:lnTo>
                    <a:pt x="51828" y="42763"/>
                  </a:lnTo>
                  <a:lnTo>
                    <a:pt x="52105" y="45397"/>
                  </a:lnTo>
                  <a:lnTo>
                    <a:pt x="63472" y="44207"/>
                  </a:lnTo>
                  <a:lnTo>
                    <a:pt x="63195" y="41551"/>
                  </a:lnTo>
                  <a:lnTo>
                    <a:pt x="93186" y="38387"/>
                  </a:lnTo>
                  <a:lnTo>
                    <a:pt x="93461" y="41042"/>
                  </a:lnTo>
                  <a:lnTo>
                    <a:pt x="105680" y="39745"/>
                  </a:lnTo>
                  <a:lnTo>
                    <a:pt x="105403" y="37111"/>
                  </a:lnTo>
                  <a:lnTo>
                    <a:pt x="134542" y="34032"/>
                  </a:lnTo>
                  <a:lnTo>
                    <a:pt x="134819" y="36666"/>
                  </a:lnTo>
                  <a:lnTo>
                    <a:pt x="139033" y="36220"/>
                  </a:lnTo>
                  <a:lnTo>
                    <a:pt x="139011" y="0"/>
                  </a:lnTo>
                  <a:close/>
                </a:path>
              </a:pathLst>
            </a:custGeom>
            <a:solidFill>
              <a:srgbClr val="8283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9" name="object 1479"/>
            <p:cNvSpPr/>
            <p:nvPr/>
          </p:nvSpPr>
          <p:spPr>
            <a:xfrm>
              <a:off x="8062775" y="7177337"/>
              <a:ext cx="93345" cy="12700"/>
            </a:xfrm>
            <a:custGeom>
              <a:avLst/>
              <a:gdLst/>
              <a:ahLst/>
              <a:cxnLst/>
              <a:rect l="l" t="t" r="r" b="b"/>
              <a:pathLst>
                <a:path w="93345" h="12700">
                  <a:moveTo>
                    <a:pt x="10153" y="8729"/>
                  </a:moveTo>
                  <a:lnTo>
                    <a:pt x="0" y="9792"/>
                  </a:lnTo>
                  <a:lnTo>
                    <a:pt x="165" y="11365"/>
                  </a:lnTo>
                  <a:lnTo>
                    <a:pt x="276" y="12426"/>
                  </a:lnTo>
                  <a:lnTo>
                    <a:pt x="10430" y="11365"/>
                  </a:lnTo>
                  <a:lnTo>
                    <a:pt x="10265" y="9792"/>
                  </a:lnTo>
                  <a:lnTo>
                    <a:pt x="10153" y="8729"/>
                  </a:lnTo>
                  <a:close/>
                </a:path>
                <a:path w="93345" h="12700">
                  <a:moveTo>
                    <a:pt x="51509" y="4354"/>
                  </a:moveTo>
                  <a:lnTo>
                    <a:pt x="42208" y="5331"/>
                  </a:lnTo>
                  <a:lnTo>
                    <a:pt x="42381" y="6988"/>
                  </a:lnTo>
                  <a:lnTo>
                    <a:pt x="42485" y="7987"/>
                  </a:lnTo>
                  <a:lnTo>
                    <a:pt x="51786" y="6988"/>
                  </a:lnTo>
                  <a:lnTo>
                    <a:pt x="51612" y="5331"/>
                  </a:lnTo>
                  <a:lnTo>
                    <a:pt x="51509" y="4354"/>
                  </a:lnTo>
                  <a:close/>
                </a:path>
                <a:path w="93345" h="12700">
                  <a:moveTo>
                    <a:pt x="92866" y="0"/>
                  </a:moveTo>
                  <a:lnTo>
                    <a:pt x="84416" y="891"/>
                  </a:lnTo>
                  <a:lnTo>
                    <a:pt x="84600" y="2633"/>
                  </a:lnTo>
                  <a:lnTo>
                    <a:pt x="84693" y="3525"/>
                  </a:lnTo>
                  <a:lnTo>
                    <a:pt x="93164" y="2633"/>
                  </a:lnTo>
                  <a:lnTo>
                    <a:pt x="92967" y="891"/>
                  </a:lnTo>
                  <a:lnTo>
                    <a:pt x="92866" y="0"/>
                  </a:lnTo>
                  <a:close/>
                </a:path>
              </a:pathLst>
            </a:custGeom>
            <a:solidFill>
              <a:srgbClr val="8586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0" name="object 1480"/>
            <p:cNvSpPr/>
            <p:nvPr/>
          </p:nvSpPr>
          <p:spPr>
            <a:xfrm>
              <a:off x="8084167" y="7186514"/>
              <a:ext cx="10160" cy="3810"/>
            </a:xfrm>
            <a:custGeom>
              <a:avLst/>
              <a:gdLst/>
              <a:ahLst/>
              <a:cxnLst/>
              <a:rect l="l" t="t" r="r" b="b"/>
              <a:pathLst>
                <a:path w="10159" h="3809">
                  <a:moveTo>
                    <a:pt x="9726" y="0"/>
                  </a:moveTo>
                  <a:lnTo>
                    <a:pt x="0" y="1019"/>
                  </a:lnTo>
                  <a:lnTo>
                    <a:pt x="276" y="3675"/>
                  </a:lnTo>
                  <a:lnTo>
                    <a:pt x="10003" y="2633"/>
                  </a:lnTo>
                  <a:lnTo>
                    <a:pt x="9726" y="0"/>
                  </a:lnTo>
                  <a:close/>
                </a:path>
              </a:pathLst>
            </a:custGeom>
            <a:solidFill>
              <a:srgbClr val="8E9F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1" name="object 1481"/>
            <p:cNvSpPr/>
            <p:nvPr/>
          </p:nvSpPr>
          <p:spPr>
            <a:xfrm>
              <a:off x="8083869" y="7183880"/>
              <a:ext cx="10160" cy="3810"/>
            </a:xfrm>
            <a:custGeom>
              <a:avLst/>
              <a:gdLst/>
              <a:ahLst/>
              <a:cxnLst/>
              <a:rect l="l" t="t" r="r" b="b"/>
              <a:pathLst>
                <a:path w="10159" h="3809">
                  <a:moveTo>
                    <a:pt x="9747" y="0"/>
                  </a:moveTo>
                  <a:lnTo>
                    <a:pt x="0" y="1030"/>
                  </a:lnTo>
                  <a:lnTo>
                    <a:pt x="130" y="2186"/>
                  </a:lnTo>
                  <a:lnTo>
                    <a:pt x="181" y="2633"/>
                  </a:lnTo>
                  <a:lnTo>
                    <a:pt x="297" y="3653"/>
                  </a:lnTo>
                  <a:lnTo>
                    <a:pt x="10024" y="2633"/>
                  </a:lnTo>
                  <a:lnTo>
                    <a:pt x="9977" y="2186"/>
                  </a:lnTo>
                  <a:lnTo>
                    <a:pt x="9855" y="1030"/>
                  </a:lnTo>
                  <a:lnTo>
                    <a:pt x="9747" y="0"/>
                  </a:lnTo>
                  <a:close/>
                </a:path>
              </a:pathLst>
            </a:custGeom>
            <a:solidFill>
              <a:srgbClr val="898B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2" name="object 1482"/>
            <p:cNvSpPr/>
            <p:nvPr/>
          </p:nvSpPr>
          <p:spPr>
            <a:xfrm>
              <a:off x="8072928" y="7184899"/>
              <a:ext cx="12065" cy="6985"/>
            </a:xfrm>
            <a:custGeom>
              <a:avLst/>
              <a:gdLst/>
              <a:ahLst/>
              <a:cxnLst/>
              <a:rect l="l" t="t" r="r" b="b"/>
              <a:pathLst>
                <a:path w="12065" h="6984">
                  <a:moveTo>
                    <a:pt x="10939" y="0"/>
                  </a:moveTo>
                  <a:lnTo>
                    <a:pt x="0" y="1168"/>
                  </a:lnTo>
                  <a:lnTo>
                    <a:pt x="553" y="6437"/>
                  </a:lnTo>
                  <a:lnTo>
                    <a:pt x="11515" y="5290"/>
                  </a:lnTo>
                  <a:lnTo>
                    <a:pt x="11238" y="2635"/>
                  </a:lnTo>
                  <a:lnTo>
                    <a:pt x="10939" y="0"/>
                  </a:lnTo>
                  <a:close/>
                </a:path>
              </a:pathLst>
            </a:custGeom>
            <a:solidFill>
              <a:srgbClr val="8C8E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3" name="object 1483"/>
            <p:cNvSpPr/>
            <p:nvPr/>
          </p:nvSpPr>
          <p:spPr>
            <a:xfrm>
              <a:off x="8126375" y="7182160"/>
              <a:ext cx="9525" cy="3810"/>
            </a:xfrm>
            <a:custGeom>
              <a:avLst/>
              <a:gdLst/>
              <a:ahLst/>
              <a:cxnLst/>
              <a:rect l="l" t="t" r="r" b="b"/>
              <a:pathLst>
                <a:path w="9525" h="3809">
                  <a:moveTo>
                    <a:pt x="8874" y="0"/>
                  </a:moveTo>
                  <a:lnTo>
                    <a:pt x="0" y="934"/>
                  </a:lnTo>
                  <a:lnTo>
                    <a:pt x="276" y="3568"/>
                  </a:lnTo>
                  <a:lnTo>
                    <a:pt x="9151" y="2633"/>
                  </a:lnTo>
                  <a:lnTo>
                    <a:pt x="8874" y="0"/>
                  </a:lnTo>
                  <a:close/>
                </a:path>
              </a:pathLst>
            </a:custGeom>
            <a:solidFill>
              <a:srgbClr val="8E9F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4" name="object 1484"/>
            <p:cNvSpPr/>
            <p:nvPr/>
          </p:nvSpPr>
          <p:spPr>
            <a:xfrm>
              <a:off x="8114285" y="7179504"/>
              <a:ext cx="21590" cy="3810"/>
            </a:xfrm>
            <a:custGeom>
              <a:avLst/>
              <a:gdLst/>
              <a:ahLst/>
              <a:cxnLst/>
              <a:rect l="l" t="t" r="r" b="b"/>
              <a:pathLst>
                <a:path w="21590" h="3809">
                  <a:moveTo>
                    <a:pt x="20689" y="0"/>
                  </a:moveTo>
                  <a:lnTo>
                    <a:pt x="0" y="2188"/>
                  </a:lnTo>
                  <a:lnTo>
                    <a:pt x="11813" y="955"/>
                  </a:lnTo>
                  <a:lnTo>
                    <a:pt x="12090" y="3590"/>
                  </a:lnTo>
                  <a:lnTo>
                    <a:pt x="20965" y="2655"/>
                  </a:lnTo>
                  <a:lnTo>
                    <a:pt x="20689" y="0"/>
                  </a:lnTo>
                  <a:close/>
                </a:path>
              </a:pathLst>
            </a:custGeom>
            <a:solidFill>
              <a:srgbClr val="898B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5" name="object 1485"/>
            <p:cNvSpPr/>
            <p:nvPr/>
          </p:nvSpPr>
          <p:spPr>
            <a:xfrm>
              <a:off x="8114285" y="7180459"/>
              <a:ext cx="12700" cy="6985"/>
            </a:xfrm>
            <a:custGeom>
              <a:avLst/>
              <a:gdLst/>
              <a:ahLst/>
              <a:cxnLst/>
              <a:rect l="l" t="t" r="r" b="b"/>
              <a:pathLst>
                <a:path w="12700" h="6984">
                  <a:moveTo>
                    <a:pt x="11813" y="0"/>
                  </a:moveTo>
                  <a:lnTo>
                    <a:pt x="0" y="1233"/>
                  </a:lnTo>
                  <a:lnTo>
                    <a:pt x="575" y="6522"/>
                  </a:lnTo>
                  <a:lnTo>
                    <a:pt x="12367" y="5269"/>
                  </a:lnTo>
                  <a:lnTo>
                    <a:pt x="11813" y="0"/>
                  </a:lnTo>
                  <a:close/>
                </a:path>
              </a:pathLst>
            </a:custGeom>
            <a:solidFill>
              <a:srgbClr val="8C8E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6" name="object 1486"/>
            <p:cNvSpPr/>
            <p:nvPr/>
          </p:nvSpPr>
          <p:spPr>
            <a:xfrm>
              <a:off x="8168582" y="7177783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8025" y="0"/>
                  </a:moveTo>
                  <a:lnTo>
                    <a:pt x="0" y="849"/>
                  </a:lnTo>
                  <a:lnTo>
                    <a:pt x="276" y="3505"/>
                  </a:lnTo>
                  <a:lnTo>
                    <a:pt x="8301" y="2655"/>
                  </a:lnTo>
                  <a:lnTo>
                    <a:pt x="8025" y="0"/>
                  </a:lnTo>
                  <a:close/>
                </a:path>
              </a:pathLst>
            </a:custGeom>
            <a:solidFill>
              <a:srgbClr val="8E9F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7" name="object 1487"/>
            <p:cNvSpPr/>
            <p:nvPr/>
          </p:nvSpPr>
          <p:spPr>
            <a:xfrm>
              <a:off x="8168285" y="7175149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8045" y="0"/>
                  </a:moveTo>
                  <a:lnTo>
                    <a:pt x="0" y="850"/>
                  </a:lnTo>
                  <a:lnTo>
                    <a:pt x="150" y="2188"/>
                  </a:lnTo>
                  <a:lnTo>
                    <a:pt x="201" y="2633"/>
                  </a:lnTo>
                  <a:lnTo>
                    <a:pt x="297" y="3483"/>
                  </a:lnTo>
                  <a:lnTo>
                    <a:pt x="8322" y="2633"/>
                  </a:lnTo>
                  <a:lnTo>
                    <a:pt x="8134" y="850"/>
                  </a:lnTo>
                  <a:lnTo>
                    <a:pt x="8045" y="0"/>
                  </a:lnTo>
                  <a:close/>
                </a:path>
              </a:pathLst>
            </a:custGeom>
            <a:solidFill>
              <a:srgbClr val="898B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8" name="object 1488"/>
            <p:cNvSpPr/>
            <p:nvPr/>
          </p:nvSpPr>
          <p:spPr>
            <a:xfrm>
              <a:off x="8155641" y="7175999"/>
              <a:ext cx="13335" cy="6985"/>
            </a:xfrm>
            <a:custGeom>
              <a:avLst/>
              <a:gdLst/>
              <a:ahLst/>
              <a:cxnLst/>
              <a:rect l="l" t="t" r="r" b="b"/>
              <a:pathLst>
                <a:path w="13334" h="6984">
                  <a:moveTo>
                    <a:pt x="12644" y="0"/>
                  </a:moveTo>
                  <a:lnTo>
                    <a:pt x="0" y="1338"/>
                  </a:lnTo>
                  <a:lnTo>
                    <a:pt x="575" y="6606"/>
                  </a:lnTo>
                  <a:lnTo>
                    <a:pt x="13218" y="5289"/>
                  </a:lnTo>
                  <a:lnTo>
                    <a:pt x="12644" y="0"/>
                  </a:lnTo>
                  <a:close/>
                </a:path>
              </a:pathLst>
            </a:custGeom>
            <a:solidFill>
              <a:srgbClr val="8C8E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9" name="object 1489"/>
            <p:cNvSpPr/>
            <p:nvPr/>
          </p:nvSpPr>
          <p:spPr>
            <a:xfrm>
              <a:off x="8039149" y="7190891"/>
              <a:ext cx="13970" cy="4445"/>
            </a:xfrm>
            <a:custGeom>
              <a:avLst/>
              <a:gdLst/>
              <a:ahLst/>
              <a:cxnLst/>
              <a:rect l="l" t="t" r="r" b="b"/>
              <a:pathLst>
                <a:path w="13970" h="4445">
                  <a:moveTo>
                    <a:pt x="0" y="2463"/>
                  </a:moveTo>
                  <a:lnTo>
                    <a:pt x="93" y="3865"/>
                  </a:lnTo>
                  <a:lnTo>
                    <a:pt x="1851" y="3865"/>
                  </a:lnTo>
                  <a:lnTo>
                    <a:pt x="0" y="2463"/>
                  </a:lnTo>
                  <a:close/>
                </a:path>
                <a:path w="13970" h="4445">
                  <a:moveTo>
                    <a:pt x="13239" y="0"/>
                  </a:moveTo>
                  <a:lnTo>
                    <a:pt x="5321" y="849"/>
                  </a:lnTo>
                  <a:lnTo>
                    <a:pt x="5321" y="3505"/>
                  </a:lnTo>
                  <a:lnTo>
                    <a:pt x="13516" y="2633"/>
                  </a:lnTo>
                  <a:lnTo>
                    <a:pt x="13329" y="849"/>
                  </a:lnTo>
                  <a:lnTo>
                    <a:pt x="13239" y="0"/>
                  </a:lnTo>
                  <a:close/>
                </a:path>
              </a:pathLst>
            </a:custGeom>
            <a:solidFill>
              <a:srgbClr val="8E9F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0" name="object 1490"/>
            <p:cNvSpPr/>
            <p:nvPr/>
          </p:nvSpPr>
          <p:spPr>
            <a:xfrm>
              <a:off x="8044470" y="7188256"/>
              <a:ext cx="8255" cy="3810"/>
            </a:xfrm>
            <a:custGeom>
              <a:avLst/>
              <a:gdLst/>
              <a:ahLst/>
              <a:cxnLst/>
              <a:rect l="l" t="t" r="r" b="b"/>
              <a:pathLst>
                <a:path w="8254" h="3809">
                  <a:moveTo>
                    <a:pt x="7641" y="0"/>
                  </a:moveTo>
                  <a:lnTo>
                    <a:pt x="0" y="807"/>
                  </a:lnTo>
                  <a:lnTo>
                    <a:pt x="0" y="3484"/>
                  </a:lnTo>
                  <a:lnTo>
                    <a:pt x="7918" y="2635"/>
                  </a:lnTo>
                  <a:lnTo>
                    <a:pt x="7726" y="807"/>
                  </a:lnTo>
                  <a:lnTo>
                    <a:pt x="7641" y="0"/>
                  </a:lnTo>
                  <a:close/>
                </a:path>
              </a:pathLst>
            </a:custGeom>
            <a:solidFill>
              <a:srgbClr val="898B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1" name="object 1491"/>
            <p:cNvSpPr/>
            <p:nvPr/>
          </p:nvSpPr>
          <p:spPr>
            <a:xfrm>
              <a:off x="8039149" y="7193333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0"/>
                  </a:moveTo>
                  <a:lnTo>
                    <a:pt x="1851" y="1423"/>
                  </a:lnTo>
                  <a:lnTo>
                    <a:pt x="1042" y="7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8E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2" name="object 1492"/>
            <p:cNvSpPr/>
            <p:nvPr/>
          </p:nvSpPr>
          <p:spPr>
            <a:xfrm>
              <a:off x="7962801" y="6721640"/>
              <a:ext cx="3810" cy="2540"/>
            </a:xfrm>
            <a:custGeom>
              <a:avLst/>
              <a:gdLst/>
              <a:ahLst/>
              <a:cxnLst/>
              <a:rect l="l" t="t" r="r" b="b"/>
              <a:pathLst>
                <a:path w="3809" h="2540">
                  <a:moveTo>
                    <a:pt x="0" y="0"/>
                  </a:moveTo>
                  <a:lnTo>
                    <a:pt x="0" y="2527"/>
                  </a:lnTo>
                  <a:lnTo>
                    <a:pt x="3384" y="2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3" name="object 1493"/>
            <p:cNvSpPr/>
            <p:nvPr/>
          </p:nvSpPr>
          <p:spPr>
            <a:xfrm>
              <a:off x="8180822" y="7177337"/>
              <a:ext cx="635" cy="140970"/>
            </a:xfrm>
            <a:custGeom>
              <a:avLst/>
              <a:gdLst/>
              <a:ahLst/>
              <a:cxnLst/>
              <a:rect l="l" t="t" r="r" b="b"/>
              <a:pathLst>
                <a:path w="634" h="140970">
                  <a:moveTo>
                    <a:pt x="0" y="0"/>
                  </a:moveTo>
                  <a:lnTo>
                    <a:pt x="63" y="1407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1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4" name="object 1494"/>
            <p:cNvSpPr/>
            <p:nvPr/>
          </p:nvSpPr>
          <p:spPr>
            <a:xfrm>
              <a:off x="8180822" y="717733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A86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5" name="object 1495"/>
            <p:cNvSpPr/>
            <p:nvPr/>
          </p:nvSpPr>
          <p:spPr>
            <a:xfrm>
              <a:off x="8180800" y="7141032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21" y="0"/>
                  </a:moveTo>
                  <a:close/>
                </a:path>
              </a:pathLst>
            </a:custGeom>
            <a:solidFill>
              <a:srgbClr val="868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6" name="object 1496"/>
            <p:cNvSpPr/>
            <p:nvPr/>
          </p:nvSpPr>
          <p:spPr>
            <a:xfrm>
              <a:off x="8180822" y="7141117"/>
              <a:ext cx="0" cy="36830"/>
            </a:xfrm>
            <a:custGeom>
              <a:avLst/>
              <a:gdLst/>
              <a:ahLst/>
              <a:cxnLst/>
              <a:rect l="l" t="t" r="r" b="b"/>
              <a:pathLst>
                <a:path h="36829">
                  <a:moveTo>
                    <a:pt x="0" y="0"/>
                  </a:moveTo>
                  <a:lnTo>
                    <a:pt x="0" y="36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6F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7" name="object 1497"/>
            <p:cNvSpPr/>
            <p:nvPr/>
          </p:nvSpPr>
          <p:spPr>
            <a:xfrm>
              <a:off x="7964844" y="7161426"/>
              <a:ext cx="216535" cy="163830"/>
            </a:xfrm>
            <a:custGeom>
              <a:avLst/>
              <a:gdLst/>
              <a:ahLst/>
              <a:cxnLst/>
              <a:rect l="l" t="t" r="r" b="b"/>
              <a:pathLst>
                <a:path w="216534" h="163829">
                  <a:moveTo>
                    <a:pt x="7747" y="0"/>
                  </a:moveTo>
                  <a:lnTo>
                    <a:pt x="0" y="828"/>
                  </a:lnTo>
                  <a:lnTo>
                    <a:pt x="216040" y="163320"/>
                  </a:lnTo>
                  <a:lnTo>
                    <a:pt x="216020" y="156650"/>
                  </a:lnTo>
                  <a:lnTo>
                    <a:pt x="7747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8" name="object 1498"/>
            <p:cNvSpPr/>
            <p:nvPr/>
          </p:nvSpPr>
          <p:spPr>
            <a:xfrm>
              <a:off x="8182780" y="7325808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3426" y="0"/>
                  </a:moveTo>
                  <a:lnTo>
                    <a:pt x="0" y="361"/>
                  </a:lnTo>
                  <a:lnTo>
                    <a:pt x="3426" y="2932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9" name="object 1499"/>
            <p:cNvSpPr/>
            <p:nvPr/>
          </p:nvSpPr>
          <p:spPr>
            <a:xfrm>
              <a:off x="8506566" y="6837099"/>
              <a:ext cx="212725" cy="424815"/>
            </a:xfrm>
            <a:custGeom>
              <a:avLst/>
              <a:gdLst/>
              <a:ahLst/>
              <a:cxnLst/>
              <a:rect l="l" t="t" r="r" b="b"/>
              <a:pathLst>
                <a:path w="212725" h="424815">
                  <a:moveTo>
                    <a:pt x="63023" y="299237"/>
                  </a:moveTo>
                  <a:lnTo>
                    <a:pt x="48097" y="300809"/>
                  </a:lnTo>
                  <a:lnTo>
                    <a:pt x="48565" y="300809"/>
                  </a:lnTo>
                  <a:lnTo>
                    <a:pt x="212636" y="424192"/>
                  </a:lnTo>
                  <a:lnTo>
                    <a:pt x="212587" y="303358"/>
                  </a:lnTo>
                  <a:lnTo>
                    <a:pt x="76156" y="303358"/>
                  </a:lnTo>
                  <a:lnTo>
                    <a:pt x="74050" y="301829"/>
                  </a:lnTo>
                  <a:lnTo>
                    <a:pt x="63322" y="301829"/>
                  </a:lnTo>
                  <a:lnTo>
                    <a:pt x="63204" y="300809"/>
                  </a:lnTo>
                  <a:lnTo>
                    <a:pt x="63124" y="300108"/>
                  </a:lnTo>
                  <a:lnTo>
                    <a:pt x="63023" y="299237"/>
                  </a:lnTo>
                  <a:close/>
                </a:path>
                <a:path w="212725" h="424815">
                  <a:moveTo>
                    <a:pt x="186497" y="175450"/>
                  </a:moveTo>
                  <a:lnTo>
                    <a:pt x="76348" y="175450"/>
                  </a:lnTo>
                  <a:lnTo>
                    <a:pt x="78455" y="180230"/>
                  </a:lnTo>
                  <a:lnTo>
                    <a:pt x="76221" y="181229"/>
                  </a:lnTo>
                  <a:lnTo>
                    <a:pt x="80563" y="184437"/>
                  </a:lnTo>
                  <a:lnTo>
                    <a:pt x="76156" y="184946"/>
                  </a:lnTo>
                  <a:lnTo>
                    <a:pt x="76156" y="193231"/>
                  </a:lnTo>
                  <a:lnTo>
                    <a:pt x="73517" y="193231"/>
                  </a:lnTo>
                  <a:lnTo>
                    <a:pt x="73517" y="211968"/>
                  </a:lnTo>
                  <a:lnTo>
                    <a:pt x="76156" y="211968"/>
                  </a:lnTo>
                  <a:lnTo>
                    <a:pt x="76156" y="230896"/>
                  </a:lnTo>
                  <a:lnTo>
                    <a:pt x="73539" y="230896"/>
                  </a:lnTo>
                  <a:lnTo>
                    <a:pt x="73539" y="249824"/>
                  </a:lnTo>
                  <a:lnTo>
                    <a:pt x="76156" y="249824"/>
                  </a:lnTo>
                  <a:lnTo>
                    <a:pt x="76156" y="268561"/>
                  </a:lnTo>
                  <a:lnTo>
                    <a:pt x="73539" y="268561"/>
                  </a:lnTo>
                  <a:lnTo>
                    <a:pt x="73560" y="287489"/>
                  </a:lnTo>
                  <a:lnTo>
                    <a:pt x="76156" y="287489"/>
                  </a:lnTo>
                  <a:lnTo>
                    <a:pt x="76156" y="291080"/>
                  </a:lnTo>
                  <a:lnTo>
                    <a:pt x="77114" y="292078"/>
                  </a:lnTo>
                  <a:lnTo>
                    <a:pt x="76156" y="293034"/>
                  </a:lnTo>
                  <a:lnTo>
                    <a:pt x="76156" y="296793"/>
                  </a:lnTo>
                  <a:lnTo>
                    <a:pt x="80563" y="300108"/>
                  </a:lnTo>
                  <a:lnTo>
                    <a:pt x="76156" y="300490"/>
                  </a:lnTo>
                  <a:lnTo>
                    <a:pt x="76156" y="303358"/>
                  </a:lnTo>
                  <a:lnTo>
                    <a:pt x="212587" y="303358"/>
                  </a:lnTo>
                  <a:lnTo>
                    <a:pt x="212577" y="277356"/>
                  </a:lnTo>
                  <a:lnTo>
                    <a:pt x="91865" y="277356"/>
                  </a:lnTo>
                  <a:lnTo>
                    <a:pt x="88033" y="273723"/>
                  </a:lnTo>
                  <a:lnTo>
                    <a:pt x="102784" y="259001"/>
                  </a:lnTo>
                  <a:lnTo>
                    <a:pt x="212570" y="259001"/>
                  </a:lnTo>
                  <a:lnTo>
                    <a:pt x="212565" y="248103"/>
                  </a:lnTo>
                  <a:lnTo>
                    <a:pt x="121174" y="248103"/>
                  </a:lnTo>
                  <a:lnTo>
                    <a:pt x="117342" y="244471"/>
                  </a:lnTo>
                  <a:lnTo>
                    <a:pt x="132093" y="229749"/>
                  </a:lnTo>
                  <a:lnTo>
                    <a:pt x="212558" y="229749"/>
                  </a:lnTo>
                  <a:lnTo>
                    <a:pt x="212556" y="224778"/>
                  </a:lnTo>
                  <a:lnTo>
                    <a:pt x="88991" y="224778"/>
                  </a:lnTo>
                  <a:lnTo>
                    <a:pt x="85926" y="220380"/>
                  </a:lnTo>
                  <a:lnTo>
                    <a:pt x="103742" y="207953"/>
                  </a:lnTo>
                  <a:lnTo>
                    <a:pt x="153932" y="207953"/>
                  </a:lnTo>
                  <a:lnTo>
                    <a:pt x="161403" y="200497"/>
                  </a:lnTo>
                  <a:lnTo>
                    <a:pt x="212546" y="200497"/>
                  </a:lnTo>
                  <a:lnTo>
                    <a:pt x="212546" y="199923"/>
                  </a:lnTo>
                  <a:lnTo>
                    <a:pt x="124430" y="199923"/>
                  </a:lnTo>
                  <a:lnTo>
                    <a:pt x="121366" y="195525"/>
                  </a:lnTo>
                  <a:lnTo>
                    <a:pt x="139181" y="183098"/>
                  </a:lnTo>
                  <a:lnTo>
                    <a:pt x="178835" y="183098"/>
                  </a:lnTo>
                  <a:lnTo>
                    <a:pt x="186497" y="175450"/>
                  </a:lnTo>
                  <a:close/>
                </a:path>
                <a:path w="212725" h="424815">
                  <a:moveTo>
                    <a:pt x="72645" y="300809"/>
                  </a:moveTo>
                  <a:lnTo>
                    <a:pt x="63322" y="301829"/>
                  </a:lnTo>
                  <a:lnTo>
                    <a:pt x="74050" y="301829"/>
                  </a:lnTo>
                  <a:lnTo>
                    <a:pt x="72645" y="300809"/>
                  </a:lnTo>
                  <a:close/>
                </a:path>
                <a:path w="212725" h="424815">
                  <a:moveTo>
                    <a:pt x="212570" y="259001"/>
                  </a:moveTo>
                  <a:lnTo>
                    <a:pt x="102784" y="259001"/>
                  </a:lnTo>
                  <a:lnTo>
                    <a:pt x="106424" y="262825"/>
                  </a:lnTo>
                  <a:lnTo>
                    <a:pt x="91865" y="277356"/>
                  </a:lnTo>
                  <a:lnTo>
                    <a:pt x="212577" y="277356"/>
                  </a:lnTo>
                  <a:lnTo>
                    <a:pt x="212570" y="259001"/>
                  </a:lnTo>
                  <a:close/>
                </a:path>
                <a:path w="212725" h="424815">
                  <a:moveTo>
                    <a:pt x="212558" y="229749"/>
                  </a:moveTo>
                  <a:lnTo>
                    <a:pt x="132093" y="229749"/>
                  </a:lnTo>
                  <a:lnTo>
                    <a:pt x="135733" y="233573"/>
                  </a:lnTo>
                  <a:lnTo>
                    <a:pt x="121174" y="248103"/>
                  </a:lnTo>
                  <a:lnTo>
                    <a:pt x="212565" y="248103"/>
                  </a:lnTo>
                  <a:lnTo>
                    <a:pt x="212558" y="229749"/>
                  </a:lnTo>
                  <a:close/>
                </a:path>
                <a:path w="212725" h="424815">
                  <a:moveTo>
                    <a:pt x="153932" y="207953"/>
                  </a:moveTo>
                  <a:lnTo>
                    <a:pt x="103742" y="207953"/>
                  </a:lnTo>
                  <a:lnTo>
                    <a:pt x="106806" y="212350"/>
                  </a:lnTo>
                  <a:lnTo>
                    <a:pt x="88991" y="224778"/>
                  </a:lnTo>
                  <a:lnTo>
                    <a:pt x="212556" y="224778"/>
                  </a:lnTo>
                  <a:lnTo>
                    <a:pt x="212554" y="218851"/>
                  </a:lnTo>
                  <a:lnTo>
                    <a:pt x="150483" y="218851"/>
                  </a:lnTo>
                  <a:lnTo>
                    <a:pt x="146653" y="215219"/>
                  </a:lnTo>
                  <a:lnTo>
                    <a:pt x="153932" y="207953"/>
                  </a:lnTo>
                  <a:close/>
                </a:path>
                <a:path w="212725" h="424815">
                  <a:moveTo>
                    <a:pt x="212546" y="200497"/>
                  </a:moveTo>
                  <a:lnTo>
                    <a:pt x="161403" y="200497"/>
                  </a:lnTo>
                  <a:lnTo>
                    <a:pt x="165234" y="204320"/>
                  </a:lnTo>
                  <a:lnTo>
                    <a:pt x="150483" y="218851"/>
                  </a:lnTo>
                  <a:lnTo>
                    <a:pt x="212554" y="218851"/>
                  </a:lnTo>
                  <a:lnTo>
                    <a:pt x="212546" y="200497"/>
                  </a:lnTo>
                  <a:close/>
                </a:path>
                <a:path w="212725" h="424815">
                  <a:moveTo>
                    <a:pt x="178835" y="183098"/>
                  </a:moveTo>
                  <a:lnTo>
                    <a:pt x="139181" y="183098"/>
                  </a:lnTo>
                  <a:lnTo>
                    <a:pt x="142246" y="187495"/>
                  </a:lnTo>
                  <a:lnTo>
                    <a:pt x="124430" y="199923"/>
                  </a:lnTo>
                  <a:lnTo>
                    <a:pt x="212546" y="199923"/>
                  </a:lnTo>
                  <a:lnTo>
                    <a:pt x="212542" y="189598"/>
                  </a:lnTo>
                  <a:lnTo>
                    <a:pt x="179793" y="189598"/>
                  </a:lnTo>
                  <a:lnTo>
                    <a:pt x="175962" y="185966"/>
                  </a:lnTo>
                  <a:lnTo>
                    <a:pt x="178835" y="183098"/>
                  </a:lnTo>
                  <a:close/>
                </a:path>
                <a:path w="212725" h="424815">
                  <a:moveTo>
                    <a:pt x="212535" y="171244"/>
                  </a:moveTo>
                  <a:lnTo>
                    <a:pt x="190712" y="171244"/>
                  </a:lnTo>
                  <a:lnTo>
                    <a:pt x="194543" y="175068"/>
                  </a:lnTo>
                  <a:lnTo>
                    <a:pt x="179793" y="189598"/>
                  </a:lnTo>
                  <a:lnTo>
                    <a:pt x="212542" y="189598"/>
                  </a:lnTo>
                  <a:lnTo>
                    <a:pt x="212535" y="171244"/>
                  </a:lnTo>
                  <a:close/>
                </a:path>
                <a:path w="212725" h="424815">
                  <a:moveTo>
                    <a:pt x="159203" y="174111"/>
                  </a:moveTo>
                  <a:lnTo>
                    <a:pt x="66578" y="174111"/>
                  </a:lnTo>
                  <a:lnTo>
                    <a:pt x="71325" y="177617"/>
                  </a:lnTo>
                  <a:lnTo>
                    <a:pt x="76348" y="175450"/>
                  </a:lnTo>
                  <a:lnTo>
                    <a:pt x="186497" y="175450"/>
                  </a:lnTo>
                  <a:lnTo>
                    <a:pt x="186880" y="175068"/>
                  </a:lnTo>
                  <a:lnTo>
                    <a:pt x="159870" y="175068"/>
                  </a:lnTo>
                  <a:lnTo>
                    <a:pt x="159203" y="174111"/>
                  </a:lnTo>
                  <a:close/>
                </a:path>
                <a:path w="212725" h="424815">
                  <a:moveTo>
                    <a:pt x="56915" y="145242"/>
                  </a:moveTo>
                  <a:lnTo>
                    <a:pt x="35162" y="145242"/>
                  </a:lnTo>
                  <a:lnTo>
                    <a:pt x="36453" y="150213"/>
                  </a:lnTo>
                  <a:lnTo>
                    <a:pt x="36503" y="150404"/>
                  </a:lnTo>
                  <a:lnTo>
                    <a:pt x="35651" y="150616"/>
                  </a:lnTo>
                  <a:lnTo>
                    <a:pt x="49721" y="161302"/>
                  </a:lnTo>
                  <a:lnTo>
                    <a:pt x="48082" y="163405"/>
                  </a:lnTo>
                  <a:lnTo>
                    <a:pt x="65003" y="176151"/>
                  </a:lnTo>
                  <a:lnTo>
                    <a:pt x="66578" y="174111"/>
                  </a:lnTo>
                  <a:lnTo>
                    <a:pt x="159203" y="174111"/>
                  </a:lnTo>
                  <a:lnTo>
                    <a:pt x="157205" y="171244"/>
                  </a:lnTo>
                  <a:lnTo>
                    <a:pt x="99145" y="171244"/>
                  </a:lnTo>
                  <a:lnTo>
                    <a:pt x="97038" y="166463"/>
                  </a:lnTo>
                  <a:lnTo>
                    <a:pt x="117726" y="157478"/>
                  </a:lnTo>
                  <a:lnTo>
                    <a:pt x="206229" y="157478"/>
                  </a:lnTo>
                  <a:lnTo>
                    <a:pt x="205463" y="156714"/>
                  </a:lnTo>
                  <a:lnTo>
                    <a:pt x="208859" y="153272"/>
                  </a:lnTo>
                  <a:lnTo>
                    <a:pt x="140714" y="153272"/>
                  </a:lnTo>
                  <a:lnTo>
                    <a:pt x="138416" y="148301"/>
                  </a:lnTo>
                  <a:lnTo>
                    <a:pt x="144579" y="145624"/>
                  </a:lnTo>
                  <a:lnTo>
                    <a:pt x="57000" y="145624"/>
                  </a:lnTo>
                  <a:lnTo>
                    <a:pt x="56915" y="145242"/>
                  </a:lnTo>
                  <a:close/>
                </a:path>
                <a:path w="212725" h="424815">
                  <a:moveTo>
                    <a:pt x="207187" y="158435"/>
                  </a:moveTo>
                  <a:lnTo>
                    <a:pt x="174621" y="158435"/>
                  </a:lnTo>
                  <a:lnTo>
                    <a:pt x="177685" y="162641"/>
                  </a:lnTo>
                  <a:lnTo>
                    <a:pt x="159870" y="175068"/>
                  </a:lnTo>
                  <a:lnTo>
                    <a:pt x="186880" y="175068"/>
                  </a:lnTo>
                  <a:lnTo>
                    <a:pt x="190712" y="171244"/>
                  </a:lnTo>
                  <a:lnTo>
                    <a:pt x="212535" y="171244"/>
                  </a:lnTo>
                  <a:lnTo>
                    <a:pt x="212530" y="160346"/>
                  </a:lnTo>
                  <a:lnTo>
                    <a:pt x="209102" y="160346"/>
                  </a:lnTo>
                  <a:lnTo>
                    <a:pt x="207187" y="158435"/>
                  </a:lnTo>
                  <a:close/>
                </a:path>
                <a:path w="212725" h="424815">
                  <a:moveTo>
                    <a:pt x="206229" y="157478"/>
                  </a:moveTo>
                  <a:lnTo>
                    <a:pt x="117726" y="157478"/>
                  </a:lnTo>
                  <a:lnTo>
                    <a:pt x="119833" y="162257"/>
                  </a:lnTo>
                  <a:lnTo>
                    <a:pt x="99145" y="171244"/>
                  </a:lnTo>
                  <a:lnTo>
                    <a:pt x="157205" y="171244"/>
                  </a:lnTo>
                  <a:lnTo>
                    <a:pt x="156805" y="170670"/>
                  </a:lnTo>
                  <a:lnTo>
                    <a:pt x="174621" y="158435"/>
                  </a:lnTo>
                  <a:lnTo>
                    <a:pt x="207187" y="158435"/>
                  </a:lnTo>
                  <a:lnTo>
                    <a:pt x="206229" y="157478"/>
                  </a:lnTo>
                  <a:close/>
                </a:path>
                <a:path w="212725" h="424815">
                  <a:moveTo>
                    <a:pt x="212529" y="156968"/>
                  </a:moveTo>
                  <a:lnTo>
                    <a:pt x="209102" y="160346"/>
                  </a:lnTo>
                  <a:lnTo>
                    <a:pt x="212530" y="160346"/>
                  </a:lnTo>
                  <a:lnTo>
                    <a:pt x="212529" y="156968"/>
                  </a:lnTo>
                  <a:close/>
                </a:path>
                <a:path w="212725" h="424815">
                  <a:moveTo>
                    <a:pt x="201926" y="139315"/>
                  </a:moveTo>
                  <a:lnTo>
                    <a:pt x="159104" y="139315"/>
                  </a:lnTo>
                  <a:lnTo>
                    <a:pt x="161403" y="144285"/>
                  </a:lnTo>
                  <a:lnTo>
                    <a:pt x="140714" y="153272"/>
                  </a:lnTo>
                  <a:lnTo>
                    <a:pt x="208859" y="153272"/>
                  </a:lnTo>
                  <a:lnTo>
                    <a:pt x="211878" y="150213"/>
                  </a:lnTo>
                  <a:lnTo>
                    <a:pt x="195501" y="150213"/>
                  </a:lnTo>
                  <a:lnTo>
                    <a:pt x="192436" y="146006"/>
                  </a:lnTo>
                  <a:lnTo>
                    <a:pt x="201926" y="139315"/>
                  </a:lnTo>
                  <a:close/>
                </a:path>
                <a:path w="212725" h="424815">
                  <a:moveTo>
                    <a:pt x="20531" y="150404"/>
                  </a:moveTo>
                  <a:lnTo>
                    <a:pt x="9683" y="150404"/>
                  </a:lnTo>
                  <a:lnTo>
                    <a:pt x="9982" y="153038"/>
                  </a:lnTo>
                  <a:lnTo>
                    <a:pt x="20688" y="151912"/>
                  </a:lnTo>
                  <a:lnTo>
                    <a:pt x="20630" y="151359"/>
                  </a:lnTo>
                  <a:lnTo>
                    <a:pt x="20531" y="150404"/>
                  </a:lnTo>
                  <a:close/>
                </a:path>
                <a:path w="212725" h="424815">
                  <a:moveTo>
                    <a:pt x="212465" y="0"/>
                  </a:moveTo>
                  <a:lnTo>
                    <a:pt x="0" y="22390"/>
                  </a:lnTo>
                  <a:lnTo>
                    <a:pt x="63" y="151359"/>
                  </a:lnTo>
                  <a:lnTo>
                    <a:pt x="9683" y="150404"/>
                  </a:lnTo>
                  <a:lnTo>
                    <a:pt x="20531" y="150404"/>
                  </a:lnTo>
                  <a:lnTo>
                    <a:pt x="20411" y="149256"/>
                  </a:lnTo>
                  <a:lnTo>
                    <a:pt x="25073" y="148725"/>
                  </a:lnTo>
                  <a:lnTo>
                    <a:pt x="24818" y="147727"/>
                  </a:lnTo>
                  <a:lnTo>
                    <a:pt x="28648" y="146814"/>
                  </a:lnTo>
                  <a:lnTo>
                    <a:pt x="28648" y="145432"/>
                  </a:lnTo>
                  <a:lnTo>
                    <a:pt x="34365" y="145432"/>
                  </a:lnTo>
                  <a:lnTo>
                    <a:pt x="35162" y="145242"/>
                  </a:lnTo>
                  <a:lnTo>
                    <a:pt x="56915" y="145242"/>
                  </a:lnTo>
                  <a:lnTo>
                    <a:pt x="55935" y="140844"/>
                  </a:lnTo>
                  <a:lnTo>
                    <a:pt x="55850" y="140462"/>
                  </a:lnTo>
                  <a:lnTo>
                    <a:pt x="76540" y="135682"/>
                  </a:lnTo>
                  <a:lnTo>
                    <a:pt x="98292" y="135682"/>
                  </a:lnTo>
                  <a:lnTo>
                    <a:pt x="97313" y="131284"/>
                  </a:lnTo>
                  <a:lnTo>
                    <a:pt x="97228" y="130902"/>
                  </a:lnTo>
                  <a:lnTo>
                    <a:pt x="117918" y="126122"/>
                  </a:lnTo>
                  <a:lnTo>
                    <a:pt x="139713" y="126122"/>
                  </a:lnTo>
                  <a:lnTo>
                    <a:pt x="138691" y="121533"/>
                  </a:lnTo>
                  <a:lnTo>
                    <a:pt x="138606" y="121151"/>
                  </a:lnTo>
                  <a:lnTo>
                    <a:pt x="159296" y="116372"/>
                  </a:lnTo>
                  <a:lnTo>
                    <a:pt x="181034" y="116372"/>
                  </a:lnTo>
                  <a:lnTo>
                    <a:pt x="179893" y="111974"/>
                  </a:lnTo>
                  <a:lnTo>
                    <a:pt x="179793" y="111592"/>
                  </a:lnTo>
                  <a:lnTo>
                    <a:pt x="200482" y="106812"/>
                  </a:lnTo>
                  <a:lnTo>
                    <a:pt x="212498" y="106812"/>
                  </a:lnTo>
                  <a:lnTo>
                    <a:pt x="212465" y="0"/>
                  </a:lnTo>
                  <a:close/>
                </a:path>
                <a:path w="212725" h="424815">
                  <a:moveTo>
                    <a:pt x="212507" y="138210"/>
                  </a:moveTo>
                  <a:lnTo>
                    <a:pt x="195501" y="150213"/>
                  </a:lnTo>
                  <a:lnTo>
                    <a:pt x="211878" y="150213"/>
                  </a:lnTo>
                  <a:lnTo>
                    <a:pt x="212507" y="149575"/>
                  </a:lnTo>
                  <a:lnTo>
                    <a:pt x="212507" y="138210"/>
                  </a:lnTo>
                  <a:close/>
                </a:path>
                <a:path w="212725" h="424815">
                  <a:moveTo>
                    <a:pt x="34365" y="145432"/>
                  </a:moveTo>
                  <a:lnTo>
                    <a:pt x="28648" y="145432"/>
                  </a:lnTo>
                  <a:lnTo>
                    <a:pt x="30011" y="146474"/>
                  </a:lnTo>
                  <a:lnTo>
                    <a:pt x="34365" y="145432"/>
                  </a:lnTo>
                  <a:close/>
                </a:path>
                <a:path w="212725" h="424815">
                  <a:moveTo>
                    <a:pt x="98292" y="135682"/>
                  </a:moveTo>
                  <a:lnTo>
                    <a:pt x="76540" y="135682"/>
                  </a:lnTo>
                  <a:lnTo>
                    <a:pt x="77604" y="140462"/>
                  </a:lnTo>
                  <a:lnTo>
                    <a:pt x="77689" y="140844"/>
                  </a:lnTo>
                  <a:lnTo>
                    <a:pt x="57000" y="145624"/>
                  </a:lnTo>
                  <a:lnTo>
                    <a:pt x="144579" y="145624"/>
                  </a:lnTo>
                  <a:lnTo>
                    <a:pt x="159104" y="139315"/>
                  </a:lnTo>
                  <a:lnTo>
                    <a:pt x="201926" y="139315"/>
                  </a:lnTo>
                  <a:lnTo>
                    <a:pt x="206535" y="136065"/>
                  </a:lnTo>
                  <a:lnTo>
                    <a:pt x="98378" y="136065"/>
                  </a:lnTo>
                  <a:lnTo>
                    <a:pt x="98292" y="135682"/>
                  </a:lnTo>
                  <a:close/>
                </a:path>
                <a:path w="212725" h="424815">
                  <a:moveTo>
                    <a:pt x="212506" y="133579"/>
                  </a:moveTo>
                  <a:lnTo>
                    <a:pt x="210060" y="133579"/>
                  </a:lnTo>
                  <a:lnTo>
                    <a:pt x="212507" y="136936"/>
                  </a:lnTo>
                  <a:lnTo>
                    <a:pt x="212506" y="133579"/>
                  </a:lnTo>
                  <a:close/>
                </a:path>
                <a:path w="212725" h="424815">
                  <a:moveTo>
                    <a:pt x="139713" y="126122"/>
                  </a:moveTo>
                  <a:lnTo>
                    <a:pt x="117918" y="126122"/>
                  </a:lnTo>
                  <a:lnTo>
                    <a:pt x="118982" y="130902"/>
                  </a:lnTo>
                  <a:lnTo>
                    <a:pt x="119067" y="131284"/>
                  </a:lnTo>
                  <a:lnTo>
                    <a:pt x="98378" y="136065"/>
                  </a:lnTo>
                  <a:lnTo>
                    <a:pt x="206535" y="136065"/>
                  </a:lnTo>
                  <a:lnTo>
                    <a:pt x="207892" y="135108"/>
                  </a:lnTo>
                  <a:lnTo>
                    <a:pt x="182092" y="135108"/>
                  </a:lnTo>
                  <a:lnTo>
                    <a:pt x="179793" y="130328"/>
                  </a:lnTo>
                  <a:lnTo>
                    <a:pt x="189037" y="126314"/>
                  </a:lnTo>
                  <a:lnTo>
                    <a:pt x="139755" y="126314"/>
                  </a:lnTo>
                  <a:lnTo>
                    <a:pt x="139713" y="126122"/>
                  </a:lnTo>
                  <a:close/>
                </a:path>
                <a:path w="212725" h="424815">
                  <a:moveTo>
                    <a:pt x="212503" y="121343"/>
                  </a:moveTo>
                  <a:lnTo>
                    <a:pt x="200482" y="121343"/>
                  </a:lnTo>
                  <a:lnTo>
                    <a:pt x="202780" y="126122"/>
                  </a:lnTo>
                  <a:lnTo>
                    <a:pt x="182092" y="135108"/>
                  </a:lnTo>
                  <a:lnTo>
                    <a:pt x="207892" y="135108"/>
                  </a:lnTo>
                  <a:lnTo>
                    <a:pt x="210060" y="133579"/>
                  </a:lnTo>
                  <a:lnTo>
                    <a:pt x="212506" y="133579"/>
                  </a:lnTo>
                  <a:lnTo>
                    <a:pt x="212503" y="121343"/>
                  </a:lnTo>
                  <a:close/>
                </a:path>
                <a:path w="212725" h="424815">
                  <a:moveTo>
                    <a:pt x="181034" y="116372"/>
                  </a:moveTo>
                  <a:lnTo>
                    <a:pt x="159296" y="116372"/>
                  </a:lnTo>
                  <a:lnTo>
                    <a:pt x="160360" y="121151"/>
                  </a:lnTo>
                  <a:lnTo>
                    <a:pt x="160445" y="121533"/>
                  </a:lnTo>
                  <a:lnTo>
                    <a:pt x="139755" y="126314"/>
                  </a:lnTo>
                  <a:lnTo>
                    <a:pt x="189037" y="126314"/>
                  </a:lnTo>
                  <a:lnTo>
                    <a:pt x="200482" y="121343"/>
                  </a:lnTo>
                  <a:lnTo>
                    <a:pt x="212503" y="121343"/>
                  </a:lnTo>
                  <a:lnTo>
                    <a:pt x="212501" y="116754"/>
                  </a:lnTo>
                  <a:lnTo>
                    <a:pt x="181133" y="116754"/>
                  </a:lnTo>
                  <a:lnTo>
                    <a:pt x="181034" y="116372"/>
                  </a:lnTo>
                  <a:close/>
                </a:path>
                <a:path w="212725" h="424815">
                  <a:moveTo>
                    <a:pt x="212498" y="106812"/>
                  </a:moveTo>
                  <a:lnTo>
                    <a:pt x="200482" y="106812"/>
                  </a:lnTo>
                  <a:lnTo>
                    <a:pt x="201724" y="111592"/>
                  </a:lnTo>
                  <a:lnTo>
                    <a:pt x="201823" y="111974"/>
                  </a:lnTo>
                  <a:lnTo>
                    <a:pt x="181133" y="116754"/>
                  </a:lnTo>
                  <a:lnTo>
                    <a:pt x="212501" y="116754"/>
                  </a:lnTo>
                  <a:lnTo>
                    <a:pt x="212498" y="106812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0" name="object 1500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8508226" y="7104556"/>
              <a:ext cx="206634" cy="160134"/>
            </a:xfrm>
            <a:prstGeom prst="rect">
              <a:avLst/>
            </a:prstGeom>
          </p:spPr>
        </p:pic>
        <p:sp>
          <p:nvSpPr>
            <p:cNvPr id="1501" name="object 1501"/>
            <p:cNvSpPr/>
            <p:nvPr/>
          </p:nvSpPr>
          <p:spPr>
            <a:xfrm>
              <a:off x="8186207" y="7264712"/>
              <a:ext cx="528955" cy="55880"/>
            </a:xfrm>
            <a:custGeom>
              <a:avLst/>
              <a:gdLst/>
              <a:ahLst/>
              <a:cxnLst/>
              <a:rect l="l" t="t" r="r" b="b"/>
              <a:pathLst>
                <a:path w="528954" h="55879">
                  <a:moveTo>
                    <a:pt x="528675" y="0"/>
                  </a:moveTo>
                  <a:lnTo>
                    <a:pt x="0" y="55764"/>
                  </a:lnTo>
                  <a:lnTo>
                    <a:pt x="528675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2" name="object 1502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8508226" y="7108444"/>
              <a:ext cx="210976" cy="156268"/>
            </a:xfrm>
            <a:prstGeom prst="rect">
              <a:avLst/>
            </a:prstGeom>
          </p:spPr>
        </p:pic>
        <p:sp>
          <p:nvSpPr>
            <p:cNvPr id="1503" name="object 1503"/>
            <p:cNvSpPr/>
            <p:nvPr/>
          </p:nvSpPr>
          <p:spPr>
            <a:xfrm>
              <a:off x="8186143" y="7139949"/>
              <a:ext cx="528955" cy="180975"/>
            </a:xfrm>
            <a:custGeom>
              <a:avLst/>
              <a:gdLst/>
              <a:ahLst/>
              <a:cxnLst/>
              <a:rect l="l" t="t" r="r" b="b"/>
              <a:pathLst>
                <a:path w="528954" h="180975">
                  <a:moveTo>
                    <a:pt x="362865" y="0"/>
                  </a:moveTo>
                  <a:lnTo>
                    <a:pt x="362992" y="1210"/>
                  </a:lnTo>
                  <a:lnTo>
                    <a:pt x="341473" y="3483"/>
                  </a:lnTo>
                  <a:lnTo>
                    <a:pt x="341196" y="849"/>
                  </a:lnTo>
                  <a:lnTo>
                    <a:pt x="321359" y="2931"/>
                  </a:lnTo>
                  <a:lnTo>
                    <a:pt x="321636" y="5586"/>
                  </a:lnTo>
                  <a:lnTo>
                    <a:pt x="299266" y="7945"/>
                  </a:lnTo>
                  <a:lnTo>
                    <a:pt x="298989" y="5289"/>
                  </a:lnTo>
                  <a:lnTo>
                    <a:pt x="279981" y="7307"/>
                  </a:lnTo>
                  <a:lnTo>
                    <a:pt x="280258" y="9941"/>
                  </a:lnTo>
                  <a:lnTo>
                    <a:pt x="257058" y="12385"/>
                  </a:lnTo>
                  <a:lnTo>
                    <a:pt x="256781" y="9749"/>
                  </a:lnTo>
                  <a:lnTo>
                    <a:pt x="238625" y="11662"/>
                  </a:lnTo>
                  <a:lnTo>
                    <a:pt x="238902" y="14296"/>
                  </a:lnTo>
                  <a:lnTo>
                    <a:pt x="214849" y="16845"/>
                  </a:lnTo>
                  <a:lnTo>
                    <a:pt x="214572" y="14211"/>
                  </a:lnTo>
                  <a:lnTo>
                    <a:pt x="197269" y="16038"/>
                  </a:lnTo>
                  <a:lnTo>
                    <a:pt x="197545" y="18672"/>
                  </a:lnTo>
                  <a:lnTo>
                    <a:pt x="172642" y="21285"/>
                  </a:lnTo>
                  <a:lnTo>
                    <a:pt x="172365" y="18651"/>
                  </a:lnTo>
                  <a:lnTo>
                    <a:pt x="155911" y="20393"/>
                  </a:lnTo>
                  <a:lnTo>
                    <a:pt x="156188" y="23027"/>
                  </a:lnTo>
                  <a:lnTo>
                    <a:pt x="130434" y="25746"/>
                  </a:lnTo>
                  <a:lnTo>
                    <a:pt x="130157" y="23112"/>
                  </a:lnTo>
                  <a:lnTo>
                    <a:pt x="114555" y="24748"/>
                  </a:lnTo>
                  <a:lnTo>
                    <a:pt x="114832" y="27382"/>
                  </a:lnTo>
                  <a:lnTo>
                    <a:pt x="88225" y="30208"/>
                  </a:lnTo>
                  <a:lnTo>
                    <a:pt x="87950" y="27552"/>
                  </a:lnTo>
                  <a:lnTo>
                    <a:pt x="73198" y="29124"/>
                  </a:lnTo>
                  <a:lnTo>
                    <a:pt x="73475" y="31758"/>
                  </a:lnTo>
                  <a:lnTo>
                    <a:pt x="46018" y="34648"/>
                  </a:lnTo>
                  <a:lnTo>
                    <a:pt x="45741" y="32014"/>
                  </a:lnTo>
                  <a:lnTo>
                    <a:pt x="31821" y="33479"/>
                  </a:lnTo>
                  <a:lnTo>
                    <a:pt x="32097" y="36113"/>
                  </a:lnTo>
                  <a:lnTo>
                    <a:pt x="3809" y="39108"/>
                  </a:lnTo>
                  <a:lnTo>
                    <a:pt x="3533" y="36474"/>
                  </a:lnTo>
                  <a:lnTo>
                    <a:pt x="0" y="36836"/>
                  </a:lnTo>
                  <a:lnTo>
                    <a:pt x="63" y="180506"/>
                  </a:lnTo>
                  <a:lnTo>
                    <a:pt x="528717" y="124741"/>
                  </a:lnTo>
                  <a:lnTo>
                    <a:pt x="362865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4" name="object 1504"/>
            <p:cNvSpPr/>
            <p:nvPr/>
          </p:nvSpPr>
          <p:spPr>
            <a:xfrm>
              <a:off x="8189676" y="7140798"/>
              <a:ext cx="339090" cy="38735"/>
            </a:xfrm>
            <a:custGeom>
              <a:avLst/>
              <a:gdLst/>
              <a:ahLst/>
              <a:cxnLst/>
              <a:rect l="l" t="t" r="r" b="b"/>
              <a:pathLst>
                <a:path w="339090" h="38734">
                  <a:moveTo>
                    <a:pt x="7620" y="34818"/>
                  </a:moveTo>
                  <a:lnTo>
                    <a:pt x="0" y="35624"/>
                  </a:lnTo>
                  <a:lnTo>
                    <a:pt x="192" y="37453"/>
                  </a:lnTo>
                  <a:lnTo>
                    <a:pt x="276" y="38258"/>
                  </a:lnTo>
                  <a:lnTo>
                    <a:pt x="7897" y="37453"/>
                  </a:lnTo>
                  <a:lnTo>
                    <a:pt x="7747" y="36028"/>
                  </a:lnTo>
                  <a:lnTo>
                    <a:pt x="7704" y="35624"/>
                  </a:lnTo>
                  <a:lnTo>
                    <a:pt x="7620" y="34818"/>
                  </a:lnTo>
                  <a:close/>
                </a:path>
                <a:path w="339090" h="38734">
                  <a:moveTo>
                    <a:pt x="48976" y="30441"/>
                  </a:moveTo>
                  <a:lnTo>
                    <a:pt x="42208" y="31164"/>
                  </a:lnTo>
                  <a:lnTo>
                    <a:pt x="42411" y="33097"/>
                  </a:lnTo>
                  <a:lnTo>
                    <a:pt x="42485" y="33798"/>
                  </a:lnTo>
                  <a:lnTo>
                    <a:pt x="49118" y="33097"/>
                  </a:lnTo>
                  <a:lnTo>
                    <a:pt x="49253" y="33097"/>
                  </a:lnTo>
                  <a:lnTo>
                    <a:pt x="49093" y="31567"/>
                  </a:lnTo>
                  <a:lnTo>
                    <a:pt x="48976" y="30441"/>
                  </a:lnTo>
                  <a:close/>
                </a:path>
                <a:path w="339090" h="38734">
                  <a:moveTo>
                    <a:pt x="63599" y="31567"/>
                  </a:moveTo>
                  <a:lnTo>
                    <a:pt x="49118" y="33097"/>
                  </a:lnTo>
                  <a:lnTo>
                    <a:pt x="49253" y="33097"/>
                  </a:lnTo>
                  <a:lnTo>
                    <a:pt x="63599" y="31567"/>
                  </a:lnTo>
                  <a:close/>
                </a:path>
                <a:path w="339090" h="38734">
                  <a:moveTo>
                    <a:pt x="90333" y="26087"/>
                  </a:moveTo>
                  <a:lnTo>
                    <a:pt x="84416" y="26703"/>
                  </a:lnTo>
                  <a:lnTo>
                    <a:pt x="84627" y="28733"/>
                  </a:lnTo>
                  <a:lnTo>
                    <a:pt x="84692" y="29358"/>
                  </a:lnTo>
                  <a:lnTo>
                    <a:pt x="90611" y="28733"/>
                  </a:lnTo>
                  <a:lnTo>
                    <a:pt x="90443" y="27127"/>
                  </a:lnTo>
                  <a:lnTo>
                    <a:pt x="90333" y="26087"/>
                  </a:lnTo>
                  <a:close/>
                </a:path>
                <a:path w="339090" h="38734">
                  <a:moveTo>
                    <a:pt x="131690" y="21710"/>
                  </a:moveTo>
                  <a:lnTo>
                    <a:pt x="126624" y="22263"/>
                  </a:lnTo>
                  <a:lnTo>
                    <a:pt x="126845" y="24366"/>
                  </a:lnTo>
                  <a:lnTo>
                    <a:pt x="126900" y="24897"/>
                  </a:lnTo>
                  <a:lnTo>
                    <a:pt x="131927" y="24366"/>
                  </a:lnTo>
                  <a:lnTo>
                    <a:pt x="131807" y="22835"/>
                  </a:lnTo>
                  <a:lnTo>
                    <a:pt x="131690" y="21710"/>
                  </a:lnTo>
                  <a:close/>
                </a:path>
                <a:path w="339090" h="38734">
                  <a:moveTo>
                    <a:pt x="173067" y="17355"/>
                  </a:moveTo>
                  <a:lnTo>
                    <a:pt x="168832" y="17801"/>
                  </a:lnTo>
                  <a:lnTo>
                    <a:pt x="169062" y="19992"/>
                  </a:lnTo>
                  <a:lnTo>
                    <a:pt x="169109" y="20435"/>
                  </a:lnTo>
                  <a:lnTo>
                    <a:pt x="173345" y="19992"/>
                  </a:lnTo>
                  <a:lnTo>
                    <a:pt x="173159" y="18227"/>
                  </a:lnTo>
                  <a:lnTo>
                    <a:pt x="173067" y="17355"/>
                  </a:lnTo>
                  <a:close/>
                </a:path>
                <a:path w="339090" h="38734">
                  <a:moveTo>
                    <a:pt x="214462" y="13361"/>
                  </a:moveTo>
                  <a:lnTo>
                    <a:pt x="211039" y="13361"/>
                  </a:lnTo>
                  <a:lnTo>
                    <a:pt x="211278" y="15634"/>
                  </a:lnTo>
                  <a:lnTo>
                    <a:pt x="214701" y="15634"/>
                  </a:lnTo>
                  <a:lnTo>
                    <a:pt x="214462" y="13361"/>
                  </a:lnTo>
                  <a:close/>
                </a:path>
                <a:path w="339090" h="38734">
                  <a:moveTo>
                    <a:pt x="214462" y="13361"/>
                  </a:moveTo>
                  <a:lnTo>
                    <a:pt x="214424" y="13000"/>
                  </a:lnTo>
                  <a:lnTo>
                    <a:pt x="214701" y="15634"/>
                  </a:lnTo>
                  <a:lnTo>
                    <a:pt x="214462" y="13361"/>
                  </a:lnTo>
                  <a:close/>
                </a:path>
                <a:path w="339090" h="38734">
                  <a:moveTo>
                    <a:pt x="255780" y="8624"/>
                  </a:moveTo>
                  <a:lnTo>
                    <a:pt x="253248" y="8900"/>
                  </a:lnTo>
                  <a:lnTo>
                    <a:pt x="253498" y="11280"/>
                  </a:lnTo>
                  <a:lnTo>
                    <a:pt x="253525" y="11535"/>
                  </a:lnTo>
                  <a:lnTo>
                    <a:pt x="255950" y="11280"/>
                  </a:lnTo>
                  <a:lnTo>
                    <a:pt x="255906" y="9834"/>
                  </a:lnTo>
                  <a:lnTo>
                    <a:pt x="255780" y="8624"/>
                  </a:lnTo>
                  <a:close/>
                </a:path>
                <a:path w="339090" h="38734">
                  <a:moveTo>
                    <a:pt x="297155" y="4439"/>
                  </a:moveTo>
                  <a:lnTo>
                    <a:pt x="295456" y="4439"/>
                  </a:lnTo>
                  <a:lnTo>
                    <a:pt x="295713" y="6903"/>
                  </a:lnTo>
                  <a:lnTo>
                    <a:pt x="297414" y="6903"/>
                  </a:lnTo>
                  <a:lnTo>
                    <a:pt x="297155" y="4439"/>
                  </a:lnTo>
                  <a:close/>
                </a:path>
                <a:path w="339090" h="38734">
                  <a:moveTo>
                    <a:pt x="297155" y="4439"/>
                  </a:moveTo>
                  <a:lnTo>
                    <a:pt x="297138" y="4269"/>
                  </a:lnTo>
                  <a:lnTo>
                    <a:pt x="297414" y="6903"/>
                  </a:lnTo>
                  <a:lnTo>
                    <a:pt x="297155" y="4439"/>
                  </a:lnTo>
                  <a:close/>
                </a:path>
                <a:path w="339090" h="38734">
                  <a:moveTo>
                    <a:pt x="338505" y="0"/>
                  </a:moveTo>
                  <a:lnTo>
                    <a:pt x="337663" y="0"/>
                  </a:lnTo>
                  <a:lnTo>
                    <a:pt x="337940" y="2633"/>
                  </a:lnTo>
                  <a:lnTo>
                    <a:pt x="338780" y="2633"/>
                  </a:lnTo>
                  <a:lnTo>
                    <a:pt x="338505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5" name="object 1505"/>
            <p:cNvSpPr/>
            <p:nvPr/>
          </p:nvSpPr>
          <p:spPr>
            <a:xfrm>
              <a:off x="8186143" y="7108933"/>
              <a:ext cx="358140" cy="67945"/>
            </a:xfrm>
            <a:custGeom>
              <a:avLst/>
              <a:gdLst/>
              <a:ahLst/>
              <a:cxnLst/>
              <a:rect l="l" t="t" r="r" b="b"/>
              <a:pathLst>
                <a:path w="358140" h="67945">
                  <a:moveTo>
                    <a:pt x="299755" y="0"/>
                  </a:moveTo>
                  <a:lnTo>
                    <a:pt x="288240" y="1210"/>
                  </a:lnTo>
                  <a:lnTo>
                    <a:pt x="288538" y="3802"/>
                  </a:lnTo>
                  <a:lnTo>
                    <a:pt x="258654" y="7052"/>
                  </a:lnTo>
                  <a:lnTo>
                    <a:pt x="258356" y="4354"/>
                  </a:lnTo>
                  <a:lnTo>
                    <a:pt x="246117" y="5650"/>
                  </a:lnTo>
                  <a:lnTo>
                    <a:pt x="246393" y="8199"/>
                  </a:lnTo>
                  <a:lnTo>
                    <a:pt x="217276" y="11450"/>
                  </a:lnTo>
                  <a:lnTo>
                    <a:pt x="216978" y="8731"/>
                  </a:lnTo>
                  <a:lnTo>
                    <a:pt x="203781" y="10111"/>
                  </a:lnTo>
                  <a:lnTo>
                    <a:pt x="204058" y="12788"/>
                  </a:lnTo>
                  <a:lnTo>
                    <a:pt x="175898" y="15656"/>
                  </a:lnTo>
                  <a:lnTo>
                    <a:pt x="175621" y="13086"/>
                  </a:lnTo>
                  <a:lnTo>
                    <a:pt x="161637" y="14573"/>
                  </a:lnTo>
                  <a:lnTo>
                    <a:pt x="161914" y="17185"/>
                  </a:lnTo>
                  <a:lnTo>
                    <a:pt x="134712" y="20053"/>
                  </a:lnTo>
                  <a:lnTo>
                    <a:pt x="134414" y="17440"/>
                  </a:lnTo>
                  <a:lnTo>
                    <a:pt x="119472" y="19013"/>
                  </a:lnTo>
                  <a:lnTo>
                    <a:pt x="119769" y="21583"/>
                  </a:lnTo>
                  <a:lnTo>
                    <a:pt x="114001" y="22219"/>
                  </a:lnTo>
                  <a:lnTo>
                    <a:pt x="114023" y="22348"/>
                  </a:lnTo>
                  <a:lnTo>
                    <a:pt x="93334" y="24451"/>
                  </a:lnTo>
                  <a:lnTo>
                    <a:pt x="93057" y="21795"/>
                  </a:lnTo>
                  <a:lnTo>
                    <a:pt x="77137" y="23473"/>
                  </a:lnTo>
                  <a:lnTo>
                    <a:pt x="77434" y="26172"/>
                  </a:lnTo>
                  <a:lnTo>
                    <a:pt x="51956" y="28848"/>
                  </a:lnTo>
                  <a:lnTo>
                    <a:pt x="51658" y="26172"/>
                  </a:lnTo>
                  <a:lnTo>
                    <a:pt x="35013" y="27913"/>
                  </a:lnTo>
                  <a:lnTo>
                    <a:pt x="35290" y="30568"/>
                  </a:lnTo>
                  <a:lnTo>
                    <a:pt x="10579" y="33246"/>
                  </a:lnTo>
                  <a:lnTo>
                    <a:pt x="10280" y="30526"/>
                  </a:lnTo>
                  <a:lnTo>
                    <a:pt x="0" y="31610"/>
                  </a:lnTo>
                  <a:lnTo>
                    <a:pt x="0" y="67852"/>
                  </a:lnTo>
                  <a:lnTo>
                    <a:pt x="3533" y="67470"/>
                  </a:lnTo>
                  <a:lnTo>
                    <a:pt x="3256" y="64834"/>
                  </a:lnTo>
                  <a:lnTo>
                    <a:pt x="31544" y="61861"/>
                  </a:lnTo>
                  <a:lnTo>
                    <a:pt x="31821" y="64495"/>
                  </a:lnTo>
                  <a:lnTo>
                    <a:pt x="45741" y="63030"/>
                  </a:lnTo>
                  <a:lnTo>
                    <a:pt x="45464" y="60394"/>
                  </a:lnTo>
                  <a:lnTo>
                    <a:pt x="72900" y="57485"/>
                  </a:lnTo>
                  <a:lnTo>
                    <a:pt x="73198" y="60119"/>
                  </a:lnTo>
                  <a:lnTo>
                    <a:pt x="87950" y="58568"/>
                  </a:lnTo>
                  <a:lnTo>
                    <a:pt x="87673" y="55934"/>
                  </a:lnTo>
                  <a:lnTo>
                    <a:pt x="114278" y="53130"/>
                  </a:lnTo>
                  <a:lnTo>
                    <a:pt x="114555" y="55764"/>
                  </a:lnTo>
                  <a:lnTo>
                    <a:pt x="130157" y="54128"/>
                  </a:lnTo>
                  <a:lnTo>
                    <a:pt x="129880" y="51473"/>
                  </a:lnTo>
                  <a:lnTo>
                    <a:pt x="155635" y="48754"/>
                  </a:lnTo>
                  <a:lnTo>
                    <a:pt x="155911" y="51409"/>
                  </a:lnTo>
                  <a:lnTo>
                    <a:pt x="172365" y="49667"/>
                  </a:lnTo>
                  <a:lnTo>
                    <a:pt x="172088" y="47033"/>
                  </a:lnTo>
                  <a:lnTo>
                    <a:pt x="196992" y="44399"/>
                  </a:lnTo>
                  <a:lnTo>
                    <a:pt x="197269" y="47033"/>
                  </a:lnTo>
                  <a:lnTo>
                    <a:pt x="214572" y="45205"/>
                  </a:lnTo>
                  <a:lnTo>
                    <a:pt x="214297" y="42571"/>
                  </a:lnTo>
                  <a:lnTo>
                    <a:pt x="238348" y="40044"/>
                  </a:lnTo>
                  <a:lnTo>
                    <a:pt x="238625" y="42678"/>
                  </a:lnTo>
                  <a:lnTo>
                    <a:pt x="256781" y="40765"/>
                  </a:lnTo>
                  <a:lnTo>
                    <a:pt x="256504" y="38131"/>
                  </a:lnTo>
                  <a:lnTo>
                    <a:pt x="279704" y="35667"/>
                  </a:lnTo>
                  <a:lnTo>
                    <a:pt x="279981" y="38323"/>
                  </a:lnTo>
                  <a:lnTo>
                    <a:pt x="298989" y="36305"/>
                  </a:lnTo>
                  <a:lnTo>
                    <a:pt x="298712" y="33670"/>
                  </a:lnTo>
                  <a:lnTo>
                    <a:pt x="321062" y="31313"/>
                  </a:lnTo>
                  <a:lnTo>
                    <a:pt x="321359" y="33947"/>
                  </a:lnTo>
                  <a:lnTo>
                    <a:pt x="341196" y="31865"/>
                  </a:lnTo>
                  <a:lnTo>
                    <a:pt x="340920" y="29209"/>
                  </a:lnTo>
                  <a:lnTo>
                    <a:pt x="358054" y="27404"/>
                  </a:lnTo>
                  <a:lnTo>
                    <a:pt x="322061" y="339"/>
                  </a:lnTo>
                  <a:lnTo>
                    <a:pt x="300032" y="2655"/>
                  </a:lnTo>
                  <a:lnTo>
                    <a:pt x="299755" y="0"/>
                  </a:lnTo>
                  <a:close/>
                </a:path>
              </a:pathLst>
            </a:custGeom>
            <a:solidFill>
              <a:srgbClr val="757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6" name="object 1506"/>
            <p:cNvSpPr/>
            <p:nvPr/>
          </p:nvSpPr>
          <p:spPr>
            <a:xfrm>
              <a:off x="8189399" y="7138143"/>
              <a:ext cx="339090" cy="38735"/>
            </a:xfrm>
            <a:custGeom>
              <a:avLst/>
              <a:gdLst/>
              <a:ahLst/>
              <a:cxnLst/>
              <a:rect l="l" t="t" r="r" b="b"/>
              <a:pathLst>
                <a:path w="339090" h="38734">
                  <a:moveTo>
                    <a:pt x="7620" y="34818"/>
                  </a:moveTo>
                  <a:lnTo>
                    <a:pt x="0" y="35624"/>
                  </a:lnTo>
                  <a:lnTo>
                    <a:pt x="194" y="37473"/>
                  </a:lnTo>
                  <a:lnTo>
                    <a:pt x="276" y="38260"/>
                  </a:lnTo>
                  <a:lnTo>
                    <a:pt x="7896" y="37473"/>
                  </a:lnTo>
                  <a:lnTo>
                    <a:pt x="7704" y="35624"/>
                  </a:lnTo>
                  <a:lnTo>
                    <a:pt x="7620" y="34818"/>
                  </a:lnTo>
                  <a:close/>
                </a:path>
                <a:path w="339090" h="38734">
                  <a:moveTo>
                    <a:pt x="48977" y="30463"/>
                  </a:moveTo>
                  <a:lnTo>
                    <a:pt x="42208" y="31184"/>
                  </a:lnTo>
                  <a:lnTo>
                    <a:pt x="42409" y="33097"/>
                  </a:lnTo>
                  <a:lnTo>
                    <a:pt x="42485" y="33820"/>
                  </a:lnTo>
                  <a:lnTo>
                    <a:pt x="49253" y="33097"/>
                  </a:lnTo>
                  <a:lnTo>
                    <a:pt x="49053" y="31184"/>
                  </a:lnTo>
                  <a:lnTo>
                    <a:pt x="48977" y="30463"/>
                  </a:lnTo>
                  <a:close/>
                </a:path>
                <a:path w="339090" h="38734">
                  <a:moveTo>
                    <a:pt x="90333" y="26108"/>
                  </a:moveTo>
                  <a:lnTo>
                    <a:pt x="84416" y="26724"/>
                  </a:lnTo>
                  <a:lnTo>
                    <a:pt x="84629" y="28742"/>
                  </a:lnTo>
                  <a:lnTo>
                    <a:pt x="84693" y="29358"/>
                  </a:lnTo>
                  <a:lnTo>
                    <a:pt x="90610" y="28742"/>
                  </a:lnTo>
                  <a:lnTo>
                    <a:pt x="90398" y="26724"/>
                  </a:lnTo>
                  <a:lnTo>
                    <a:pt x="90333" y="26108"/>
                  </a:lnTo>
                  <a:close/>
                </a:path>
                <a:path w="339090" h="38734">
                  <a:moveTo>
                    <a:pt x="131690" y="21732"/>
                  </a:moveTo>
                  <a:lnTo>
                    <a:pt x="126624" y="22263"/>
                  </a:lnTo>
                  <a:lnTo>
                    <a:pt x="126843" y="24366"/>
                  </a:lnTo>
                  <a:lnTo>
                    <a:pt x="126900" y="24918"/>
                  </a:lnTo>
                  <a:lnTo>
                    <a:pt x="131966" y="24366"/>
                  </a:lnTo>
                  <a:lnTo>
                    <a:pt x="131745" y="22263"/>
                  </a:lnTo>
                  <a:lnTo>
                    <a:pt x="131690" y="21732"/>
                  </a:lnTo>
                  <a:close/>
                </a:path>
                <a:path w="339090" h="38734">
                  <a:moveTo>
                    <a:pt x="173046" y="17377"/>
                  </a:moveTo>
                  <a:lnTo>
                    <a:pt x="168832" y="17823"/>
                  </a:lnTo>
                  <a:lnTo>
                    <a:pt x="169062" y="20011"/>
                  </a:lnTo>
                  <a:lnTo>
                    <a:pt x="169109" y="20457"/>
                  </a:lnTo>
                  <a:lnTo>
                    <a:pt x="173344" y="20011"/>
                  </a:lnTo>
                  <a:lnTo>
                    <a:pt x="173096" y="17823"/>
                  </a:lnTo>
                  <a:lnTo>
                    <a:pt x="173046" y="17377"/>
                  </a:lnTo>
                  <a:close/>
                </a:path>
                <a:path w="339090" h="38734">
                  <a:moveTo>
                    <a:pt x="214535" y="13361"/>
                  </a:moveTo>
                  <a:lnTo>
                    <a:pt x="211040" y="13361"/>
                  </a:lnTo>
                  <a:lnTo>
                    <a:pt x="211281" y="15656"/>
                  </a:lnTo>
                  <a:lnTo>
                    <a:pt x="214701" y="15656"/>
                  </a:lnTo>
                  <a:lnTo>
                    <a:pt x="214535" y="13361"/>
                  </a:lnTo>
                  <a:close/>
                </a:path>
                <a:path w="339090" h="38734">
                  <a:moveTo>
                    <a:pt x="214535" y="13361"/>
                  </a:moveTo>
                  <a:lnTo>
                    <a:pt x="214509" y="13000"/>
                  </a:lnTo>
                  <a:lnTo>
                    <a:pt x="214701" y="15656"/>
                  </a:lnTo>
                  <a:lnTo>
                    <a:pt x="214535" y="13361"/>
                  </a:lnTo>
                  <a:close/>
                </a:path>
                <a:path w="339090" h="38734">
                  <a:moveTo>
                    <a:pt x="255810" y="8921"/>
                  </a:moveTo>
                  <a:lnTo>
                    <a:pt x="253248" y="8921"/>
                  </a:lnTo>
                  <a:lnTo>
                    <a:pt x="253496" y="11280"/>
                  </a:lnTo>
                  <a:lnTo>
                    <a:pt x="256057" y="11280"/>
                  </a:lnTo>
                  <a:lnTo>
                    <a:pt x="255810" y="8921"/>
                  </a:lnTo>
                  <a:close/>
                </a:path>
                <a:path w="339090" h="38734">
                  <a:moveTo>
                    <a:pt x="255810" y="8921"/>
                  </a:moveTo>
                  <a:lnTo>
                    <a:pt x="255781" y="8646"/>
                  </a:lnTo>
                  <a:lnTo>
                    <a:pt x="256057" y="11280"/>
                  </a:lnTo>
                  <a:lnTo>
                    <a:pt x="255810" y="8921"/>
                  </a:lnTo>
                  <a:close/>
                </a:path>
                <a:path w="339090" h="38734">
                  <a:moveTo>
                    <a:pt x="297155" y="4460"/>
                  </a:moveTo>
                  <a:lnTo>
                    <a:pt x="295456" y="4460"/>
                  </a:lnTo>
                  <a:lnTo>
                    <a:pt x="295715" y="6925"/>
                  </a:lnTo>
                  <a:lnTo>
                    <a:pt x="297414" y="6925"/>
                  </a:lnTo>
                  <a:lnTo>
                    <a:pt x="297155" y="4460"/>
                  </a:lnTo>
                  <a:close/>
                </a:path>
                <a:path w="339090" h="38734">
                  <a:moveTo>
                    <a:pt x="297155" y="4460"/>
                  </a:moveTo>
                  <a:lnTo>
                    <a:pt x="297138" y="4291"/>
                  </a:lnTo>
                  <a:lnTo>
                    <a:pt x="297414" y="6925"/>
                  </a:lnTo>
                  <a:lnTo>
                    <a:pt x="297155" y="4460"/>
                  </a:lnTo>
                  <a:close/>
                </a:path>
                <a:path w="339090" h="38734">
                  <a:moveTo>
                    <a:pt x="338503" y="0"/>
                  </a:moveTo>
                  <a:lnTo>
                    <a:pt x="337663" y="0"/>
                  </a:lnTo>
                  <a:lnTo>
                    <a:pt x="337940" y="2655"/>
                  </a:lnTo>
                  <a:lnTo>
                    <a:pt x="338782" y="2655"/>
                  </a:lnTo>
                  <a:lnTo>
                    <a:pt x="338503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7" name="object 1507"/>
            <p:cNvSpPr/>
            <p:nvPr/>
          </p:nvSpPr>
          <p:spPr>
            <a:xfrm>
              <a:off x="8210791" y="7173428"/>
              <a:ext cx="7620" cy="3810"/>
            </a:xfrm>
            <a:custGeom>
              <a:avLst/>
              <a:gdLst/>
              <a:ahLst/>
              <a:cxnLst/>
              <a:rect l="l" t="t" r="r" b="b"/>
              <a:pathLst>
                <a:path w="7620" h="3809">
                  <a:moveTo>
                    <a:pt x="7172" y="0"/>
                  </a:moveTo>
                  <a:lnTo>
                    <a:pt x="0" y="764"/>
                  </a:lnTo>
                  <a:lnTo>
                    <a:pt x="276" y="3398"/>
                  </a:lnTo>
                  <a:lnTo>
                    <a:pt x="7449" y="2633"/>
                  </a:lnTo>
                  <a:lnTo>
                    <a:pt x="7172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8" name="object 1508"/>
            <p:cNvSpPr/>
            <p:nvPr/>
          </p:nvSpPr>
          <p:spPr>
            <a:xfrm>
              <a:off x="8210493" y="7170794"/>
              <a:ext cx="7620" cy="3810"/>
            </a:xfrm>
            <a:custGeom>
              <a:avLst/>
              <a:gdLst/>
              <a:ahLst/>
              <a:cxnLst/>
              <a:rect l="l" t="t" r="r" b="b"/>
              <a:pathLst>
                <a:path w="7620" h="3809">
                  <a:moveTo>
                    <a:pt x="7193" y="0"/>
                  </a:moveTo>
                  <a:lnTo>
                    <a:pt x="0" y="754"/>
                  </a:lnTo>
                  <a:lnTo>
                    <a:pt x="158" y="2166"/>
                  </a:lnTo>
                  <a:lnTo>
                    <a:pt x="211" y="2633"/>
                  </a:lnTo>
                  <a:lnTo>
                    <a:pt x="297" y="3398"/>
                  </a:lnTo>
                  <a:lnTo>
                    <a:pt x="7470" y="2633"/>
                  </a:lnTo>
                  <a:lnTo>
                    <a:pt x="7272" y="754"/>
                  </a:lnTo>
                  <a:lnTo>
                    <a:pt x="7193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9" name="object 1509"/>
            <p:cNvSpPr/>
            <p:nvPr/>
          </p:nvSpPr>
          <p:spPr>
            <a:xfrm>
              <a:off x="8197019" y="7171537"/>
              <a:ext cx="14604" cy="6985"/>
            </a:xfrm>
            <a:custGeom>
              <a:avLst/>
              <a:gdLst/>
              <a:ahLst/>
              <a:cxnLst/>
              <a:rect l="l" t="t" r="r" b="b"/>
              <a:pathLst>
                <a:path w="14604" h="6984">
                  <a:moveTo>
                    <a:pt x="13473" y="0"/>
                  </a:moveTo>
                  <a:lnTo>
                    <a:pt x="0" y="1423"/>
                  </a:lnTo>
                  <a:lnTo>
                    <a:pt x="553" y="6713"/>
                  </a:lnTo>
                  <a:lnTo>
                    <a:pt x="14048" y="5289"/>
                  </a:lnTo>
                  <a:lnTo>
                    <a:pt x="13473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0" name="object 1510"/>
            <p:cNvSpPr/>
            <p:nvPr/>
          </p:nvSpPr>
          <p:spPr>
            <a:xfrm>
              <a:off x="8252999" y="7169074"/>
              <a:ext cx="6985" cy="3810"/>
            </a:xfrm>
            <a:custGeom>
              <a:avLst/>
              <a:gdLst/>
              <a:ahLst/>
              <a:cxnLst/>
              <a:rect l="l" t="t" r="r" b="b"/>
              <a:pathLst>
                <a:path w="6984" h="3809">
                  <a:moveTo>
                    <a:pt x="6342" y="0"/>
                  </a:moveTo>
                  <a:lnTo>
                    <a:pt x="0" y="657"/>
                  </a:lnTo>
                  <a:lnTo>
                    <a:pt x="275" y="3291"/>
                  </a:lnTo>
                  <a:lnTo>
                    <a:pt x="6619" y="2633"/>
                  </a:lnTo>
                  <a:lnTo>
                    <a:pt x="6342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1" name="object 1511"/>
            <p:cNvSpPr/>
            <p:nvPr/>
          </p:nvSpPr>
          <p:spPr>
            <a:xfrm>
              <a:off x="8238376" y="7166418"/>
              <a:ext cx="21590" cy="3810"/>
            </a:xfrm>
            <a:custGeom>
              <a:avLst/>
              <a:gdLst/>
              <a:ahLst/>
              <a:cxnLst/>
              <a:rect l="l" t="t" r="r" b="b"/>
              <a:pathLst>
                <a:path w="21590" h="3809">
                  <a:moveTo>
                    <a:pt x="20666" y="0"/>
                  </a:moveTo>
                  <a:lnTo>
                    <a:pt x="0" y="2188"/>
                  </a:lnTo>
                  <a:lnTo>
                    <a:pt x="14324" y="679"/>
                  </a:lnTo>
                  <a:lnTo>
                    <a:pt x="14622" y="3313"/>
                  </a:lnTo>
                  <a:lnTo>
                    <a:pt x="20965" y="2655"/>
                  </a:lnTo>
                  <a:lnTo>
                    <a:pt x="20666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2" name="object 1512"/>
            <p:cNvSpPr/>
            <p:nvPr/>
          </p:nvSpPr>
          <p:spPr>
            <a:xfrm>
              <a:off x="8238376" y="7167097"/>
              <a:ext cx="15240" cy="6985"/>
            </a:xfrm>
            <a:custGeom>
              <a:avLst/>
              <a:gdLst/>
              <a:ahLst/>
              <a:cxnLst/>
              <a:rect l="l" t="t" r="r" b="b"/>
              <a:pathLst>
                <a:path w="15240" h="6984">
                  <a:moveTo>
                    <a:pt x="14324" y="0"/>
                  </a:moveTo>
                  <a:lnTo>
                    <a:pt x="0" y="1508"/>
                  </a:lnTo>
                  <a:lnTo>
                    <a:pt x="552" y="6798"/>
                  </a:lnTo>
                  <a:lnTo>
                    <a:pt x="14898" y="5267"/>
                  </a:lnTo>
                  <a:lnTo>
                    <a:pt x="14324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3" name="object 1513"/>
            <p:cNvSpPr/>
            <p:nvPr/>
          </p:nvSpPr>
          <p:spPr>
            <a:xfrm>
              <a:off x="8295185" y="7164697"/>
              <a:ext cx="6350" cy="3810"/>
            </a:xfrm>
            <a:custGeom>
              <a:avLst/>
              <a:gdLst/>
              <a:ahLst/>
              <a:cxnLst/>
              <a:rect l="l" t="t" r="r" b="b"/>
              <a:pathLst>
                <a:path w="6350" h="3809">
                  <a:moveTo>
                    <a:pt x="5513" y="0"/>
                  </a:moveTo>
                  <a:lnTo>
                    <a:pt x="0" y="594"/>
                  </a:lnTo>
                  <a:lnTo>
                    <a:pt x="298" y="3228"/>
                  </a:lnTo>
                  <a:lnTo>
                    <a:pt x="5789" y="2633"/>
                  </a:lnTo>
                  <a:lnTo>
                    <a:pt x="5513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4" name="object 1514"/>
            <p:cNvSpPr/>
            <p:nvPr/>
          </p:nvSpPr>
          <p:spPr>
            <a:xfrm>
              <a:off x="8294910" y="7162063"/>
              <a:ext cx="6350" cy="3810"/>
            </a:xfrm>
            <a:custGeom>
              <a:avLst/>
              <a:gdLst/>
              <a:ahLst/>
              <a:cxnLst/>
              <a:rect l="l" t="t" r="r" b="b"/>
              <a:pathLst>
                <a:path w="6350" h="3809">
                  <a:moveTo>
                    <a:pt x="5510" y="0"/>
                  </a:moveTo>
                  <a:lnTo>
                    <a:pt x="0" y="581"/>
                  </a:lnTo>
                  <a:lnTo>
                    <a:pt x="100" y="1550"/>
                  </a:lnTo>
                  <a:lnTo>
                    <a:pt x="213" y="2633"/>
                  </a:lnTo>
                  <a:lnTo>
                    <a:pt x="274" y="3228"/>
                  </a:lnTo>
                  <a:lnTo>
                    <a:pt x="5787" y="2633"/>
                  </a:lnTo>
                  <a:lnTo>
                    <a:pt x="5673" y="1550"/>
                  </a:lnTo>
                  <a:lnTo>
                    <a:pt x="5572" y="581"/>
                  </a:lnTo>
                  <a:lnTo>
                    <a:pt x="5510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5" name="object 1515"/>
            <p:cNvSpPr/>
            <p:nvPr/>
          </p:nvSpPr>
          <p:spPr>
            <a:xfrm>
              <a:off x="8279733" y="7162636"/>
              <a:ext cx="15875" cy="6985"/>
            </a:xfrm>
            <a:custGeom>
              <a:avLst/>
              <a:gdLst/>
              <a:ahLst/>
              <a:cxnLst/>
              <a:rect l="l" t="t" r="r" b="b"/>
              <a:pathLst>
                <a:path w="15875" h="6984">
                  <a:moveTo>
                    <a:pt x="15176" y="0"/>
                  </a:moveTo>
                  <a:lnTo>
                    <a:pt x="0" y="1615"/>
                  </a:lnTo>
                  <a:lnTo>
                    <a:pt x="553" y="6883"/>
                  </a:lnTo>
                  <a:lnTo>
                    <a:pt x="15750" y="5289"/>
                  </a:lnTo>
                  <a:lnTo>
                    <a:pt x="15176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6" name="object 1516"/>
            <p:cNvSpPr/>
            <p:nvPr/>
          </p:nvSpPr>
          <p:spPr>
            <a:xfrm>
              <a:off x="8336095" y="7160342"/>
              <a:ext cx="6350" cy="3810"/>
            </a:xfrm>
            <a:custGeom>
              <a:avLst/>
              <a:gdLst/>
              <a:ahLst/>
              <a:cxnLst/>
              <a:rect l="l" t="t" r="r" b="b"/>
              <a:pathLst>
                <a:path w="6350" h="3809">
                  <a:moveTo>
                    <a:pt x="5958" y="0"/>
                  </a:moveTo>
                  <a:lnTo>
                    <a:pt x="1297" y="487"/>
                  </a:lnTo>
                  <a:lnTo>
                    <a:pt x="1596" y="3122"/>
                  </a:lnTo>
                  <a:lnTo>
                    <a:pt x="0" y="3291"/>
                  </a:lnTo>
                  <a:lnTo>
                    <a:pt x="6235" y="2633"/>
                  </a:lnTo>
                  <a:lnTo>
                    <a:pt x="5958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7" name="object 1517"/>
            <p:cNvSpPr/>
            <p:nvPr/>
          </p:nvSpPr>
          <p:spPr>
            <a:xfrm>
              <a:off x="8337117" y="7157687"/>
              <a:ext cx="5080" cy="3175"/>
            </a:xfrm>
            <a:custGeom>
              <a:avLst/>
              <a:gdLst/>
              <a:ahLst/>
              <a:cxnLst/>
              <a:rect l="l" t="t" r="r" b="b"/>
              <a:pathLst>
                <a:path w="5079" h="3175">
                  <a:moveTo>
                    <a:pt x="4662" y="0"/>
                  </a:moveTo>
                  <a:lnTo>
                    <a:pt x="0" y="509"/>
                  </a:lnTo>
                  <a:lnTo>
                    <a:pt x="225" y="2655"/>
                  </a:lnTo>
                  <a:lnTo>
                    <a:pt x="276" y="3143"/>
                  </a:lnTo>
                  <a:lnTo>
                    <a:pt x="4937" y="2655"/>
                  </a:lnTo>
                  <a:lnTo>
                    <a:pt x="4715" y="509"/>
                  </a:lnTo>
                  <a:lnTo>
                    <a:pt x="4662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8" name="object 1518"/>
            <p:cNvSpPr/>
            <p:nvPr/>
          </p:nvSpPr>
          <p:spPr>
            <a:xfrm>
              <a:off x="8321089" y="7158196"/>
              <a:ext cx="17145" cy="6985"/>
            </a:xfrm>
            <a:custGeom>
              <a:avLst/>
              <a:gdLst/>
              <a:ahLst/>
              <a:cxnLst/>
              <a:rect l="l" t="t" r="r" b="b"/>
              <a:pathLst>
                <a:path w="17145" h="6984">
                  <a:moveTo>
                    <a:pt x="16027" y="0"/>
                  </a:moveTo>
                  <a:lnTo>
                    <a:pt x="0" y="1678"/>
                  </a:lnTo>
                  <a:lnTo>
                    <a:pt x="553" y="6968"/>
                  </a:lnTo>
                  <a:lnTo>
                    <a:pt x="16602" y="5269"/>
                  </a:lnTo>
                  <a:lnTo>
                    <a:pt x="16027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9" name="object 1519"/>
            <p:cNvSpPr/>
            <p:nvPr/>
          </p:nvSpPr>
          <p:spPr>
            <a:xfrm>
              <a:off x="8379602" y="7155987"/>
              <a:ext cx="4445" cy="3175"/>
            </a:xfrm>
            <a:custGeom>
              <a:avLst/>
              <a:gdLst/>
              <a:ahLst/>
              <a:cxnLst/>
              <a:rect l="l" t="t" r="r" b="b"/>
              <a:pathLst>
                <a:path w="4445" h="3175">
                  <a:moveTo>
                    <a:pt x="3810" y="0"/>
                  </a:moveTo>
                  <a:lnTo>
                    <a:pt x="0" y="382"/>
                  </a:lnTo>
                  <a:lnTo>
                    <a:pt x="276" y="3037"/>
                  </a:lnTo>
                  <a:lnTo>
                    <a:pt x="4086" y="2633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0" name="object 1520"/>
            <p:cNvSpPr/>
            <p:nvPr/>
          </p:nvSpPr>
          <p:spPr>
            <a:xfrm>
              <a:off x="8362445" y="7153332"/>
              <a:ext cx="21590" cy="3175"/>
            </a:xfrm>
            <a:custGeom>
              <a:avLst/>
              <a:gdLst/>
              <a:ahLst/>
              <a:cxnLst/>
              <a:rect l="l" t="t" r="r" b="b"/>
              <a:pathLst>
                <a:path w="21590" h="3175">
                  <a:moveTo>
                    <a:pt x="20689" y="0"/>
                  </a:moveTo>
                  <a:lnTo>
                    <a:pt x="0" y="2188"/>
                  </a:lnTo>
                  <a:lnTo>
                    <a:pt x="16879" y="403"/>
                  </a:lnTo>
                  <a:lnTo>
                    <a:pt x="17156" y="3037"/>
                  </a:lnTo>
                  <a:lnTo>
                    <a:pt x="20966" y="2655"/>
                  </a:lnTo>
                  <a:lnTo>
                    <a:pt x="20689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1" name="object 1521"/>
            <p:cNvSpPr/>
            <p:nvPr/>
          </p:nvSpPr>
          <p:spPr>
            <a:xfrm>
              <a:off x="8362445" y="7153736"/>
              <a:ext cx="17780" cy="7620"/>
            </a:xfrm>
            <a:custGeom>
              <a:avLst/>
              <a:gdLst/>
              <a:ahLst/>
              <a:cxnLst/>
              <a:rect l="l" t="t" r="r" b="b"/>
              <a:pathLst>
                <a:path w="17779" h="7620">
                  <a:moveTo>
                    <a:pt x="16879" y="0"/>
                  </a:moveTo>
                  <a:lnTo>
                    <a:pt x="0" y="1784"/>
                  </a:lnTo>
                  <a:lnTo>
                    <a:pt x="575" y="7052"/>
                  </a:lnTo>
                  <a:lnTo>
                    <a:pt x="17433" y="5289"/>
                  </a:lnTo>
                  <a:lnTo>
                    <a:pt x="16879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2" name="object 1522"/>
            <p:cNvSpPr/>
            <p:nvPr/>
          </p:nvSpPr>
          <p:spPr>
            <a:xfrm>
              <a:off x="8421809" y="7151611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2992" y="318"/>
                  </a:moveTo>
                  <a:lnTo>
                    <a:pt x="0" y="318"/>
                  </a:lnTo>
                  <a:lnTo>
                    <a:pt x="243" y="2633"/>
                  </a:lnTo>
                  <a:lnTo>
                    <a:pt x="3235" y="2633"/>
                  </a:lnTo>
                  <a:lnTo>
                    <a:pt x="2992" y="318"/>
                  </a:lnTo>
                  <a:close/>
                </a:path>
                <a:path w="3809" h="3175">
                  <a:moveTo>
                    <a:pt x="2992" y="318"/>
                  </a:moveTo>
                  <a:lnTo>
                    <a:pt x="2959" y="0"/>
                  </a:lnTo>
                  <a:lnTo>
                    <a:pt x="3235" y="2633"/>
                  </a:lnTo>
                  <a:lnTo>
                    <a:pt x="2992" y="318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3" name="object 1523"/>
            <p:cNvSpPr/>
            <p:nvPr/>
          </p:nvSpPr>
          <p:spPr>
            <a:xfrm>
              <a:off x="8403908" y="7148977"/>
              <a:ext cx="20955" cy="3175"/>
            </a:xfrm>
            <a:custGeom>
              <a:avLst/>
              <a:gdLst/>
              <a:ahLst/>
              <a:cxnLst/>
              <a:rect l="l" t="t" r="r" b="b"/>
              <a:pathLst>
                <a:path w="20954" h="3175">
                  <a:moveTo>
                    <a:pt x="20582" y="0"/>
                  </a:moveTo>
                  <a:lnTo>
                    <a:pt x="0" y="2166"/>
                  </a:lnTo>
                  <a:lnTo>
                    <a:pt x="17623" y="318"/>
                  </a:lnTo>
                  <a:lnTo>
                    <a:pt x="17900" y="2952"/>
                  </a:lnTo>
                  <a:lnTo>
                    <a:pt x="20859" y="2633"/>
                  </a:lnTo>
                  <a:lnTo>
                    <a:pt x="20582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4" name="object 1524"/>
            <p:cNvSpPr/>
            <p:nvPr/>
          </p:nvSpPr>
          <p:spPr>
            <a:xfrm>
              <a:off x="8403823" y="7149296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5" h="7620">
                  <a:moveTo>
                    <a:pt x="17708" y="0"/>
                  </a:moveTo>
                  <a:lnTo>
                    <a:pt x="0" y="1847"/>
                  </a:lnTo>
                  <a:lnTo>
                    <a:pt x="553" y="7137"/>
                  </a:lnTo>
                  <a:lnTo>
                    <a:pt x="18262" y="5267"/>
                  </a:lnTo>
                  <a:lnTo>
                    <a:pt x="17708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5" name="object 1525"/>
            <p:cNvSpPr/>
            <p:nvPr/>
          </p:nvSpPr>
          <p:spPr>
            <a:xfrm>
              <a:off x="8459357" y="7147256"/>
              <a:ext cx="7620" cy="3810"/>
            </a:xfrm>
            <a:custGeom>
              <a:avLst/>
              <a:gdLst/>
              <a:ahLst/>
              <a:cxnLst/>
              <a:rect l="l" t="t" r="r" b="b"/>
              <a:pathLst>
                <a:path w="7620" h="3809">
                  <a:moveTo>
                    <a:pt x="6767" y="0"/>
                  </a:moveTo>
                  <a:lnTo>
                    <a:pt x="4660" y="212"/>
                  </a:lnTo>
                  <a:lnTo>
                    <a:pt x="4937" y="2846"/>
                  </a:lnTo>
                  <a:lnTo>
                    <a:pt x="0" y="3376"/>
                  </a:lnTo>
                  <a:lnTo>
                    <a:pt x="7044" y="2633"/>
                  </a:lnTo>
                  <a:lnTo>
                    <a:pt x="6767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6" name="object 1526"/>
            <p:cNvSpPr/>
            <p:nvPr/>
          </p:nvSpPr>
          <p:spPr>
            <a:xfrm>
              <a:off x="8463741" y="7144601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2131" y="233"/>
                  </a:moveTo>
                  <a:lnTo>
                    <a:pt x="0" y="233"/>
                  </a:lnTo>
                  <a:lnTo>
                    <a:pt x="254" y="2655"/>
                  </a:lnTo>
                  <a:lnTo>
                    <a:pt x="2383" y="2655"/>
                  </a:lnTo>
                  <a:lnTo>
                    <a:pt x="2131" y="233"/>
                  </a:lnTo>
                  <a:close/>
                </a:path>
                <a:path w="2540" h="3175">
                  <a:moveTo>
                    <a:pt x="2131" y="233"/>
                  </a:moveTo>
                  <a:lnTo>
                    <a:pt x="2106" y="0"/>
                  </a:lnTo>
                  <a:lnTo>
                    <a:pt x="2383" y="2655"/>
                  </a:lnTo>
                  <a:lnTo>
                    <a:pt x="2131" y="233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7" name="object 1527"/>
            <p:cNvSpPr/>
            <p:nvPr/>
          </p:nvSpPr>
          <p:spPr>
            <a:xfrm>
              <a:off x="8445181" y="7144834"/>
              <a:ext cx="19685" cy="7620"/>
            </a:xfrm>
            <a:custGeom>
              <a:avLst/>
              <a:gdLst/>
              <a:ahLst/>
              <a:cxnLst/>
              <a:rect l="l" t="t" r="r" b="b"/>
              <a:pathLst>
                <a:path w="19684" h="7620">
                  <a:moveTo>
                    <a:pt x="18559" y="0"/>
                  </a:moveTo>
                  <a:lnTo>
                    <a:pt x="0" y="1954"/>
                  </a:lnTo>
                  <a:lnTo>
                    <a:pt x="552" y="7244"/>
                  </a:lnTo>
                  <a:lnTo>
                    <a:pt x="19113" y="5267"/>
                  </a:lnTo>
                  <a:lnTo>
                    <a:pt x="18559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8" name="object 1528"/>
            <p:cNvSpPr/>
            <p:nvPr/>
          </p:nvSpPr>
          <p:spPr>
            <a:xfrm>
              <a:off x="8506226" y="7142880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1291" y="148"/>
                  </a:moveTo>
                  <a:lnTo>
                    <a:pt x="0" y="148"/>
                  </a:lnTo>
                  <a:lnTo>
                    <a:pt x="276" y="2782"/>
                  </a:lnTo>
                  <a:lnTo>
                    <a:pt x="1566" y="2782"/>
                  </a:lnTo>
                  <a:lnTo>
                    <a:pt x="1291" y="148"/>
                  </a:lnTo>
                  <a:close/>
                </a:path>
                <a:path w="1904" h="3175">
                  <a:moveTo>
                    <a:pt x="1291" y="148"/>
                  </a:moveTo>
                  <a:lnTo>
                    <a:pt x="1276" y="0"/>
                  </a:lnTo>
                  <a:lnTo>
                    <a:pt x="1566" y="2782"/>
                  </a:lnTo>
                  <a:lnTo>
                    <a:pt x="1291" y="148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9" name="object 1529"/>
            <p:cNvSpPr/>
            <p:nvPr/>
          </p:nvSpPr>
          <p:spPr>
            <a:xfrm>
              <a:off x="8505950" y="7140246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1255" y="0"/>
                  </a:moveTo>
                  <a:lnTo>
                    <a:pt x="0" y="132"/>
                  </a:lnTo>
                  <a:lnTo>
                    <a:pt x="214" y="2188"/>
                  </a:lnTo>
                  <a:lnTo>
                    <a:pt x="276" y="2782"/>
                  </a:lnTo>
                  <a:lnTo>
                    <a:pt x="1552" y="2633"/>
                  </a:lnTo>
                  <a:lnTo>
                    <a:pt x="1270" y="132"/>
                  </a:lnTo>
                  <a:lnTo>
                    <a:pt x="1255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0" name="object 1530"/>
            <p:cNvSpPr/>
            <p:nvPr/>
          </p:nvSpPr>
          <p:spPr>
            <a:xfrm>
              <a:off x="8486537" y="7140373"/>
              <a:ext cx="20320" cy="7620"/>
            </a:xfrm>
            <a:custGeom>
              <a:avLst/>
              <a:gdLst/>
              <a:ahLst/>
              <a:cxnLst/>
              <a:rect l="l" t="t" r="r" b="b"/>
              <a:pathLst>
                <a:path w="20320" h="7620">
                  <a:moveTo>
                    <a:pt x="19411" y="0"/>
                  </a:moveTo>
                  <a:lnTo>
                    <a:pt x="0" y="2061"/>
                  </a:lnTo>
                  <a:lnTo>
                    <a:pt x="553" y="7329"/>
                  </a:lnTo>
                  <a:lnTo>
                    <a:pt x="19965" y="5289"/>
                  </a:lnTo>
                  <a:lnTo>
                    <a:pt x="19411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1" name="object 1531"/>
            <p:cNvSpPr/>
            <p:nvPr/>
          </p:nvSpPr>
          <p:spPr>
            <a:xfrm>
              <a:off x="8528447" y="7139608"/>
              <a:ext cx="20955" cy="3810"/>
            </a:xfrm>
            <a:custGeom>
              <a:avLst/>
              <a:gdLst/>
              <a:ahLst/>
              <a:cxnLst/>
              <a:rect l="l" t="t" r="r" b="b"/>
              <a:pathLst>
                <a:path w="20954" h="3809">
                  <a:moveTo>
                    <a:pt x="20092" y="0"/>
                  </a:moveTo>
                  <a:lnTo>
                    <a:pt x="20262" y="1592"/>
                  </a:lnTo>
                  <a:lnTo>
                    <a:pt x="0" y="3738"/>
                  </a:lnTo>
                  <a:lnTo>
                    <a:pt x="20688" y="1550"/>
                  </a:lnTo>
                  <a:lnTo>
                    <a:pt x="20561" y="340"/>
                  </a:lnTo>
                  <a:lnTo>
                    <a:pt x="20092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2" name="object 1532"/>
            <p:cNvSpPr/>
            <p:nvPr/>
          </p:nvSpPr>
          <p:spPr>
            <a:xfrm>
              <a:off x="8527893" y="7136337"/>
              <a:ext cx="16510" cy="1905"/>
            </a:xfrm>
            <a:custGeom>
              <a:avLst/>
              <a:gdLst/>
              <a:ahLst/>
              <a:cxnLst/>
              <a:rect l="l" t="t" r="r" b="b"/>
              <a:pathLst>
                <a:path w="16509" h="1904">
                  <a:moveTo>
                    <a:pt x="16304" y="0"/>
                  </a:moveTo>
                  <a:lnTo>
                    <a:pt x="0" y="1720"/>
                  </a:lnTo>
                  <a:lnTo>
                    <a:pt x="16304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3" name="object 1533"/>
            <p:cNvSpPr/>
            <p:nvPr/>
          </p:nvSpPr>
          <p:spPr>
            <a:xfrm>
              <a:off x="8527893" y="7136337"/>
              <a:ext cx="20955" cy="7620"/>
            </a:xfrm>
            <a:custGeom>
              <a:avLst/>
              <a:gdLst/>
              <a:ahLst/>
              <a:cxnLst/>
              <a:rect l="l" t="t" r="r" b="b"/>
              <a:pathLst>
                <a:path w="20954" h="7620">
                  <a:moveTo>
                    <a:pt x="16304" y="0"/>
                  </a:moveTo>
                  <a:lnTo>
                    <a:pt x="0" y="1720"/>
                  </a:lnTo>
                  <a:lnTo>
                    <a:pt x="553" y="7010"/>
                  </a:lnTo>
                  <a:lnTo>
                    <a:pt x="20816" y="4864"/>
                  </a:lnTo>
                  <a:lnTo>
                    <a:pt x="20646" y="3271"/>
                  </a:lnTo>
                  <a:lnTo>
                    <a:pt x="16304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4" name="object 1534"/>
            <p:cNvSpPr/>
            <p:nvPr/>
          </p:nvSpPr>
          <p:spPr>
            <a:xfrm>
              <a:off x="8722587" y="6831299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766" y="0"/>
                  </a:moveTo>
                  <a:lnTo>
                    <a:pt x="0" y="0"/>
                  </a:lnTo>
                  <a:lnTo>
                    <a:pt x="1766" y="1380"/>
                  </a:lnTo>
                  <a:lnTo>
                    <a:pt x="176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5" name="object 1535"/>
            <p:cNvSpPr/>
            <p:nvPr/>
          </p:nvSpPr>
          <p:spPr>
            <a:xfrm>
              <a:off x="8719058" y="6836410"/>
              <a:ext cx="5715" cy="429259"/>
            </a:xfrm>
            <a:custGeom>
              <a:avLst/>
              <a:gdLst/>
              <a:ahLst/>
              <a:cxnLst/>
              <a:rect l="l" t="t" r="r" b="b"/>
              <a:pathLst>
                <a:path w="5715" h="429259">
                  <a:moveTo>
                    <a:pt x="5334" y="137160"/>
                  </a:moveTo>
                  <a:lnTo>
                    <a:pt x="5308" y="1270"/>
                  </a:lnTo>
                  <a:lnTo>
                    <a:pt x="5295" y="0"/>
                  </a:lnTo>
                  <a:lnTo>
                    <a:pt x="495" y="0"/>
                  </a:lnTo>
                  <a:lnTo>
                    <a:pt x="495" y="1270"/>
                  </a:lnTo>
                  <a:lnTo>
                    <a:pt x="0" y="1270"/>
                  </a:lnTo>
                  <a:lnTo>
                    <a:pt x="0" y="137160"/>
                  </a:lnTo>
                  <a:lnTo>
                    <a:pt x="139" y="137160"/>
                  </a:lnTo>
                  <a:lnTo>
                    <a:pt x="139" y="138430"/>
                  </a:lnTo>
                  <a:lnTo>
                    <a:pt x="38" y="144780"/>
                  </a:lnTo>
                  <a:lnTo>
                    <a:pt x="38" y="149860"/>
                  </a:lnTo>
                  <a:lnTo>
                    <a:pt x="2933" y="149860"/>
                  </a:lnTo>
                  <a:lnTo>
                    <a:pt x="2933" y="144780"/>
                  </a:lnTo>
                  <a:lnTo>
                    <a:pt x="5334" y="144780"/>
                  </a:lnTo>
                  <a:lnTo>
                    <a:pt x="5334" y="138430"/>
                  </a:lnTo>
                  <a:lnTo>
                    <a:pt x="5334" y="137160"/>
                  </a:lnTo>
                  <a:close/>
                </a:path>
                <a:path w="5715" h="429259">
                  <a:moveTo>
                    <a:pt x="5461" y="428904"/>
                  </a:moveTo>
                  <a:lnTo>
                    <a:pt x="5359" y="152438"/>
                  </a:lnTo>
                  <a:lnTo>
                    <a:pt x="38" y="157657"/>
                  </a:lnTo>
                  <a:lnTo>
                    <a:pt x="139" y="424903"/>
                  </a:lnTo>
                  <a:lnTo>
                    <a:pt x="5461" y="428904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6" name="object 1536"/>
            <p:cNvSpPr/>
            <p:nvPr/>
          </p:nvSpPr>
          <p:spPr>
            <a:xfrm>
              <a:off x="8714882" y="7261312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59" h="8254">
                  <a:moveTo>
                    <a:pt x="4320" y="0"/>
                  </a:moveTo>
                  <a:lnTo>
                    <a:pt x="4320" y="2932"/>
                  </a:lnTo>
                  <a:lnTo>
                    <a:pt x="0" y="3399"/>
                  </a:lnTo>
                  <a:lnTo>
                    <a:pt x="6215" y="8073"/>
                  </a:lnTo>
                  <a:lnTo>
                    <a:pt x="9641" y="7711"/>
                  </a:lnTo>
                  <a:lnTo>
                    <a:pt x="9641" y="3994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7" name="object 1537"/>
            <p:cNvSpPr/>
            <p:nvPr/>
          </p:nvSpPr>
          <p:spPr>
            <a:xfrm>
              <a:off x="8180885" y="7324746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0"/>
                  </a:moveTo>
                  <a:lnTo>
                    <a:pt x="19" y="1423"/>
                  </a:lnTo>
                  <a:lnTo>
                    <a:pt x="1894" y="1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8" name="object 1538"/>
            <p:cNvSpPr/>
            <p:nvPr/>
          </p:nvSpPr>
          <p:spPr>
            <a:xfrm>
              <a:off x="8186143" y="7176785"/>
              <a:ext cx="635" cy="144145"/>
            </a:xfrm>
            <a:custGeom>
              <a:avLst/>
              <a:gdLst/>
              <a:ahLst/>
              <a:cxnLst/>
              <a:rect l="l" t="t" r="r" b="b"/>
              <a:pathLst>
                <a:path w="634" h="144145">
                  <a:moveTo>
                    <a:pt x="0" y="0"/>
                  </a:moveTo>
                  <a:lnTo>
                    <a:pt x="43" y="1436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1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9" name="object 1539"/>
            <p:cNvSpPr/>
            <p:nvPr/>
          </p:nvSpPr>
          <p:spPr>
            <a:xfrm>
              <a:off x="8186143" y="717678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8A86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0" name="object 1540"/>
            <p:cNvSpPr/>
            <p:nvPr/>
          </p:nvSpPr>
          <p:spPr>
            <a:xfrm>
              <a:off x="8186121" y="7140479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4" h="634">
                  <a:moveTo>
                    <a:pt x="21" y="0"/>
                  </a:moveTo>
                  <a:close/>
                </a:path>
              </a:pathLst>
            </a:custGeom>
            <a:solidFill>
              <a:srgbClr val="8682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1" name="object 1541"/>
            <p:cNvSpPr/>
            <p:nvPr/>
          </p:nvSpPr>
          <p:spPr>
            <a:xfrm>
              <a:off x="8186143" y="7140543"/>
              <a:ext cx="0" cy="36830"/>
            </a:xfrm>
            <a:custGeom>
              <a:avLst/>
              <a:gdLst/>
              <a:ahLst/>
              <a:cxnLst/>
              <a:rect l="l" t="t" r="r" b="b"/>
              <a:pathLst>
                <a:path h="36829">
                  <a:moveTo>
                    <a:pt x="0" y="0"/>
                  </a:moveTo>
                  <a:lnTo>
                    <a:pt x="0" y="36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6F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2" name="object 1542"/>
            <p:cNvSpPr/>
            <p:nvPr/>
          </p:nvSpPr>
          <p:spPr>
            <a:xfrm>
              <a:off x="8186207" y="7264712"/>
              <a:ext cx="535305" cy="61594"/>
            </a:xfrm>
            <a:custGeom>
              <a:avLst/>
              <a:gdLst/>
              <a:ahLst/>
              <a:cxnLst/>
              <a:rect l="l" t="t" r="r" b="b"/>
              <a:pathLst>
                <a:path w="535304" h="61595">
                  <a:moveTo>
                    <a:pt x="528675" y="0"/>
                  </a:moveTo>
                  <a:lnTo>
                    <a:pt x="0" y="55764"/>
                  </a:lnTo>
                  <a:lnTo>
                    <a:pt x="0" y="61095"/>
                  </a:lnTo>
                  <a:lnTo>
                    <a:pt x="534890" y="4673"/>
                  </a:lnTo>
                  <a:lnTo>
                    <a:pt x="528675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3" name="object 1543"/>
            <p:cNvSpPr/>
            <p:nvPr/>
          </p:nvSpPr>
          <p:spPr>
            <a:xfrm>
              <a:off x="8180845" y="7176770"/>
              <a:ext cx="5715" cy="143510"/>
            </a:xfrm>
            <a:custGeom>
              <a:avLst/>
              <a:gdLst/>
              <a:ahLst/>
              <a:cxnLst/>
              <a:rect l="l" t="t" r="r" b="b"/>
              <a:pathLst>
                <a:path w="5715" h="143509">
                  <a:moveTo>
                    <a:pt x="5334" y="140970"/>
                  </a:moveTo>
                  <a:lnTo>
                    <a:pt x="5308" y="0"/>
                  </a:lnTo>
                  <a:lnTo>
                    <a:pt x="0" y="0"/>
                  </a:lnTo>
                  <a:lnTo>
                    <a:pt x="0" y="140970"/>
                  </a:lnTo>
                  <a:lnTo>
                    <a:pt x="1257" y="140970"/>
                  </a:lnTo>
                  <a:lnTo>
                    <a:pt x="1257" y="143510"/>
                  </a:lnTo>
                  <a:lnTo>
                    <a:pt x="5334" y="143510"/>
                  </a:lnTo>
                  <a:lnTo>
                    <a:pt x="5334" y="14097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4" name="object 1544"/>
            <p:cNvSpPr/>
            <p:nvPr/>
          </p:nvSpPr>
          <p:spPr>
            <a:xfrm>
              <a:off x="8180822" y="7176785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5" h="634">
                  <a:moveTo>
                    <a:pt x="5321" y="0"/>
                  </a:moveTo>
                  <a:lnTo>
                    <a:pt x="0" y="55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7270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5" name="object 1545"/>
            <p:cNvSpPr/>
            <p:nvPr/>
          </p:nvSpPr>
          <p:spPr>
            <a:xfrm>
              <a:off x="8180822" y="7140479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5" h="634">
                  <a:moveTo>
                    <a:pt x="5299" y="0"/>
                  </a:moveTo>
                  <a:lnTo>
                    <a:pt x="0" y="552"/>
                  </a:lnTo>
                  <a:lnTo>
                    <a:pt x="5299" y="63"/>
                  </a:lnTo>
                  <a:close/>
                </a:path>
              </a:pathLst>
            </a:custGeom>
            <a:solidFill>
              <a:srgbClr val="706E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6" name="object 1546"/>
            <p:cNvSpPr/>
            <p:nvPr/>
          </p:nvSpPr>
          <p:spPr>
            <a:xfrm>
              <a:off x="8180822" y="7140543"/>
              <a:ext cx="5715" cy="36830"/>
            </a:xfrm>
            <a:custGeom>
              <a:avLst/>
              <a:gdLst/>
              <a:ahLst/>
              <a:cxnLst/>
              <a:rect l="l" t="t" r="r" b="b"/>
              <a:pathLst>
                <a:path w="5715" h="36829">
                  <a:moveTo>
                    <a:pt x="5299" y="0"/>
                  </a:moveTo>
                  <a:lnTo>
                    <a:pt x="0" y="574"/>
                  </a:lnTo>
                  <a:lnTo>
                    <a:pt x="0" y="36794"/>
                  </a:lnTo>
                  <a:lnTo>
                    <a:pt x="5321" y="36241"/>
                  </a:lnTo>
                  <a:lnTo>
                    <a:pt x="5299" y="0"/>
                  </a:lnTo>
                  <a:close/>
                </a:path>
              </a:pathLst>
            </a:custGeom>
            <a:solidFill>
              <a:srgbClr val="6A62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7" name="object 1547"/>
            <p:cNvSpPr/>
            <p:nvPr/>
          </p:nvSpPr>
          <p:spPr>
            <a:xfrm>
              <a:off x="8180885" y="7318096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5" h="8254">
                  <a:moveTo>
                    <a:pt x="0" y="0"/>
                  </a:moveTo>
                  <a:lnTo>
                    <a:pt x="0" y="6649"/>
                  </a:lnTo>
                  <a:lnTo>
                    <a:pt x="1894" y="8073"/>
                  </a:lnTo>
                  <a:lnTo>
                    <a:pt x="5321" y="7711"/>
                  </a:lnTo>
                  <a:lnTo>
                    <a:pt x="5300" y="2358"/>
                  </a:lnTo>
                  <a:lnTo>
                    <a:pt x="3427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8" name="object 1548"/>
            <p:cNvSpPr/>
            <p:nvPr/>
          </p:nvSpPr>
          <p:spPr>
            <a:xfrm>
              <a:off x="8010138" y="7156857"/>
              <a:ext cx="20955" cy="2540"/>
            </a:xfrm>
            <a:custGeom>
              <a:avLst/>
              <a:gdLst/>
              <a:ahLst/>
              <a:cxnLst/>
              <a:rect l="l" t="t" r="r" b="b"/>
              <a:pathLst>
                <a:path w="20954" h="2540">
                  <a:moveTo>
                    <a:pt x="20773" y="0"/>
                  </a:moveTo>
                  <a:lnTo>
                    <a:pt x="0" y="2188"/>
                  </a:lnTo>
                  <a:lnTo>
                    <a:pt x="20794" y="64"/>
                  </a:lnTo>
                  <a:close/>
                </a:path>
              </a:pathLst>
            </a:custGeom>
            <a:solidFill>
              <a:srgbClr val="9F8C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9" name="object 1549"/>
            <p:cNvSpPr/>
            <p:nvPr/>
          </p:nvSpPr>
          <p:spPr>
            <a:xfrm>
              <a:off x="8006626" y="7156922"/>
              <a:ext cx="35560" cy="29845"/>
            </a:xfrm>
            <a:custGeom>
              <a:avLst/>
              <a:gdLst/>
              <a:ahLst/>
              <a:cxnLst/>
              <a:rect l="l" t="t" r="r" b="b"/>
              <a:pathLst>
                <a:path w="35559" h="29845">
                  <a:moveTo>
                    <a:pt x="24307" y="0"/>
                  </a:moveTo>
                  <a:lnTo>
                    <a:pt x="3512" y="2188"/>
                  </a:lnTo>
                  <a:lnTo>
                    <a:pt x="3703" y="4758"/>
                  </a:lnTo>
                  <a:lnTo>
                    <a:pt x="0" y="5309"/>
                  </a:lnTo>
                  <a:lnTo>
                    <a:pt x="2937" y="7626"/>
                  </a:lnTo>
                  <a:lnTo>
                    <a:pt x="1426" y="9707"/>
                  </a:lnTo>
                  <a:lnTo>
                    <a:pt x="18347" y="22433"/>
                  </a:lnTo>
                  <a:lnTo>
                    <a:pt x="19944" y="20330"/>
                  </a:lnTo>
                  <a:lnTo>
                    <a:pt x="32523" y="29762"/>
                  </a:lnTo>
                  <a:lnTo>
                    <a:pt x="32523" y="24451"/>
                  </a:lnTo>
                  <a:lnTo>
                    <a:pt x="35162" y="24451"/>
                  </a:lnTo>
                  <a:lnTo>
                    <a:pt x="35162" y="5523"/>
                  </a:lnTo>
                  <a:lnTo>
                    <a:pt x="32438" y="5523"/>
                  </a:lnTo>
                  <a:lnTo>
                    <a:pt x="32438" y="1847"/>
                  </a:lnTo>
                  <a:lnTo>
                    <a:pt x="24966" y="2655"/>
                  </a:lnTo>
                  <a:lnTo>
                    <a:pt x="24584" y="2655"/>
                  </a:lnTo>
                  <a:lnTo>
                    <a:pt x="24307" y="0"/>
                  </a:lnTo>
                  <a:close/>
                </a:path>
              </a:pathLst>
            </a:custGeom>
            <a:solidFill>
              <a:srgbClr val="9879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0" name="object 1550"/>
            <p:cNvSpPr/>
            <p:nvPr/>
          </p:nvSpPr>
          <p:spPr>
            <a:xfrm>
              <a:off x="8024974" y="7177252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90">
                  <a:moveTo>
                    <a:pt x="1596" y="0"/>
                  </a:moveTo>
                  <a:lnTo>
                    <a:pt x="0" y="2103"/>
                  </a:lnTo>
                  <a:lnTo>
                    <a:pt x="8322" y="8369"/>
                  </a:lnTo>
                  <a:lnTo>
                    <a:pt x="9918" y="6244"/>
                  </a:lnTo>
                  <a:lnTo>
                    <a:pt x="1596" y="0"/>
                  </a:lnTo>
                  <a:close/>
                </a:path>
              </a:pathLst>
            </a:custGeom>
            <a:solidFill>
              <a:srgbClr val="9B7C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1" name="object 1551"/>
            <p:cNvSpPr/>
            <p:nvPr/>
          </p:nvSpPr>
          <p:spPr>
            <a:xfrm>
              <a:off x="8041044" y="7194396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3426" y="0"/>
                  </a:moveTo>
                  <a:lnTo>
                    <a:pt x="1191" y="233"/>
                  </a:lnTo>
                  <a:lnTo>
                    <a:pt x="935" y="275"/>
                  </a:lnTo>
                  <a:lnTo>
                    <a:pt x="0" y="360"/>
                  </a:lnTo>
                  <a:lnTo>
                    <a:pt x="3404" y="2931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A592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2" name="object 1552"/>
            <p:cNvSpPr/>
            <p:nvPr/>
          </p:nvSpPr>
          <p:spPr>
            <a:xfrm>
              <a:off x="8031699" y="7183497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20" h="10159">
                  <a:moveTo>
                    <a:pt x="3192" y="0"/>
                  </a:moveTo>
                  <a:lnTo>
                    <a:pt x="0" y="4227"/>
                  </a:lnTo>
                  <a:lnTo>
                    <a:pt x="7449" y="9836"/>
                  </a:lnTo>
                  <a:lnTo>
                    <a:pt x="7449" y="3208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rgbClr val="A281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3" name="object 1553"/>
            <p:cNvSpPr/>
            <p:nvPr/>
          </p:nvSpPr>
          <p:spPr>
            <a:xfrm>
              <a:off x="8041810" y="7181373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2660" y="0"/>
                  </a:moveTo>
                  <a:lnTo>
                    <a:pt x="0" y="0"/>
                  </a:lnTo>
                  <a:lnTo>
                    <a:pt x="2660" y="20"/>
                  </a:lnTo>
                  <a:close/>
                </a:path>
              </a:pathLst>
            </a:custGeom>
            <a:solidFill>
              <a:srgbClr val="976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4" name="object 1554"/>
            <p:cNvSpPr/>
            <p:nvPr/>
          </p:nvSpPr>
          <p:spPr>
            <a:xfrm>
              <a:off x="8041958" y="7191994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40">
                  <a:moveTo>
                    <a:pt x="2512" y="0"/>
                  </a:moveTo>
                  <a:lnTo>
                    <a:pt x="0" y="0"/>
                  </a:lnTo>
                  <a:lnTo>
                    <a:pt x="252" y="2401"/>
                  </a:lnTo>
                  <a:lnTo>
                    <a:pt x="2512" y="2401"/>
                  </a:lnTo>
                  <a:lnTo>
                    <a:pt x="2512" y="0"/>
                  </a:lnTo>
                  <a:close/>
                </a:path>
              </a:pathLst>
            </a:custGeom>
            <a:solidFill>
              <a:srgbClr val="A281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5" name="object 1555"/>
            <p:cNvSpPr/>
            <p:nvPr/>
          </p:nvSpPr>
          <p:spPr>
            <a:xfrm>
              <a:off x="8039149" y="7181394"/>
              <a:ext cx="5715" cy="10795"/>
            </a:xfrm>
            <a:custGeom>
              <a:avLst/>
              <a:gdLst/>
              <a:ahLst/>
              <a:cxnLst/>
              <a:rect l="l" t="t" r="r" b="b"/>
              <a:pathLst>
                <a:path w="5715" h="10795">
                  <a:moveTo>
                    <a:pt x="5321" y="0"/>
                  </a:moveTo>
                  <a:lnTo>
                    <a:pt x="0" y="0"/>
                  </a:lnTo>
                  <a:lnTo>
                    <a:pt x="0" y="5311"/>
                  </a:lnTo>
                  <a:lnTo>
                    <a:pt x="4235" y="8497"/>
                  </a:lnTo>
                  <a:lnTo>
                    <a:pt x="2788" y="10431"/>
                  </a:lnTo>
                  <a:lnTo>
                    <a:pt x="2809" y="10600"/>
                  </a:lnTo>
                  <a:lnTo>
                    <a:pt x="5321" y="10346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D73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6" name="object 1556"/>
            <p:cNvSpPr/>
            <p:nvPr/>
          </p:nvSpPr>
          <p:spPr>
            <a:xfrm>
              <a:off x="8039149" y="7186705"/>
              <a:ext cx="4445" cy="8255"/>
            </a:xfrm>
            <a:custGeom>
              <a:avLst/>
              <a:gdLst/>
              <a:ahLst/>
              <a:cxnLst/>
              <a:rect l="l" t="t" r="r" b="b"/>
              <a:pathLst>
                <a:path w="4445" h="8254">
                  <a:moveTo>
                    <a:pt x="0" y="0"/>
                  </a:moveTo>
                  <a:lnTo>
                    <a:pt x="0" y="6628"/>
                  </a:lnTo>
                  <a:lnTo>
                    <a:pt x="1873" y="8051"/>
                  </a:lnTo>
                  <a:lnTo>
                    <a:pt x="2830" y="7966"/>
                  </a:lnTo>
                  <a:lnTo>
                    <a:pt x="3086" y="7924"/>
                  </a:lnTo>
                  <a:lnTo>
                    <a:pt x="2788" y="5120"/>
                  </a:lnTo>
                  <a:lnTo>
                    <a:pt x="4235" y="3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75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7" name="object 1557"/>
            <p:cNvSpPr/>
            <p:nvPr/>
          </p:nvSpPr>
          <p:spPr>
            <a:xfrm>
              <a:off x="8088402" y="6912279"/>
              <a:ext cx="13335" cy="12065"/>
            </a:xfrm>
            <a:custGeom>
              <a:avLst/>
              <a:gdLst/>
              <a:ahLst/>
              <a:cxnLst/>
              <a:rect l="l" t="t" r="r" b="b"/>
              <a:pathLst>
                <a:path w="13334" h="12065">
                  <a:moveTo>
                    <a:pt x="12852" y="4483"/>
                  </a:moveTo>
                  <a:lnTo>
                    <a:pt x="11010" y="2692"/>
                  </a:lnTo>
                  <a:lnTo>
                    <a:pt x="10363" y="0"/>
                  </a:lnTo>
                  <a:lnTo>
                    <a:pt x="0" y="2425"/>
                  </a:lnTo>
                  <a:lnTo>
                    <a:pt x="431" y="4279"/>
                  </a:lnTo>
                  <a:lnTo>
                    <a:pt x="139" y="4406"/>
                  </a:lnTo>
                  <a:lnTo>
                    <a:pt x="825" y="6007"/>
                  </a:lnTo>
                  <a:lnTo>
                    <a:pt x="901" y="6375"/>
                  </a:lnTo>
                  <a:lnTo>
                    <a:pt x="723" y="6502"/>
                  </a:lnTo>
                  <a:lnTo>
                    <a:pt x="1054" y="6997"/>
                  </a:lnTo>
                  <a:lnTo>
                    <a:pt x="1206" y="7594"/>
                  </a:lnTo>
                  <a:lnTo>
                    <a:pt x="1435" y="7543"/>
                  </a:lnTo>
                  <a:lnTo>
                    <a:pt x="1574" y="7734"/>
                  </a:lnTo>
                  <a:lnTo>
                    <a:pt x="1727" y="8051"/>
                  </a:lnTo>
                  <a:lnTo>
                    <a:pt x="1549" y="8229"/>
                  </a:lnTo>
                  <a:lnTo>
                    <a:pt x="2019" y="8712"/>
                  </a:lnTo>
                  <a:lnTo>
                    <a:pt x="2273" y="9271"/>
                  </a:lnTo>
                  <a:lnTo>
                    <a:pt x="2489" y="9182"/>
                  </a:lnTo>
                  <a:lnTo>
                    <a:pt x="2806" y="9512"/>
                  </a:lnTo>
                  <a:lnTo>
                    <a:pt x="3759" y="10858"/>
                  </a:lnTo>
                  <a:lnTo>
                    <a:pt x="4000" y="10693"/>
                  </a:lnTo>
                  <a:lnTo>
                    <a:pt x="5321" y="11988"/>
                  </a:lnTo>
                  <a:lnTo>
                    <a:pt x="12852" y="4483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8" name="object 1558"/>
            <p:cNvSpPr/>
            <p:nvPr/>
          </p:nvSpPr>
          <p:spPr>
            <a:xfrm>
              <a:off x="7168743" y="6664858"/>
              <a:ext cx="770255" cy="607695"/>
            </a:xfrm>
            <a:custGeom>
              <a:avLst/>
              <a:gdLst/>
              <a:ahLst/>
              <a:cxnLst/>
              <a:rect l="l" t="t" r="r" b="b"/>
              <a:pathLst>
                <a:path w="770254" h="607695">
                  <a:moveTo>
                    <a:pt x="4254" y="492302"/>
                  </a:moveTo>
                  <a:lnTo>
                    <a:pt x="0" y="492747"/>
                  </a:lnTo>
                  <a:lnTo>
                    <a:pt x="4254" y="495960"/>
                  </a:lnTo>
                  <a:lnTo>
                    <a:pt x="4254" y="492302"/>
                  </a:lnTo>
                  <a:close/>
                </a:path>
                <a:path w="770254" h="607695">
                  <a:moveTo>
                    <a:pt x="545960" y="2641"/>
                  </a:moveTo>
                  <a:lnTo>
                    <a:pt x="542467" y="0"/>
                  </a:lnTo>
                  <a:lnTo>
                    <a:pt x="542467" y="2641"/>
                  </a:lnTo>
                  <a:lnTo>
                    <a:pt x="545960" y="2641"/>
                  </a:lnTo>
                  <a:close/>
                </a:path>
                <a:path w="770254" h="607695">
                  <a:moveTo>
                    <a:pt x="765848" y="604532"/>
                  </a:moveTo>
                  <a:lnTo>
                    <a:pt x="762419" y="604532"/>
                  </a:lnTo>
                  <a:lnTo>
                    <a:pt x="765848" y="607098"/>
                  </a:lnTo>
                  <a:lnTo>
                    <a:pt x="765848" y="604532"/>
                  </a:lnTo>
                  <a:close/>
                </a:path>
                <a:path w="770254" h="607695">
                  <a:moveTo>
                    <a:pt x="770166" y="603707"/>
                  </a:moveTo>
                  <a:lnTo>
                    <a:pt x="765848" y="600456"/>
                  </a:lnTo>
                  <a:lnTo>
                    <a:pt x="765848" y="604177"/>
                  </a:lnTo>
                  <a:lnTo>
                    <a:pt x="770166" y="603707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9" name="object 1559"/>
            <p:cNvSpPr/>
            <p:nvPr/>
          </p:nvSpPr>
          <p:spPr>
            <a:xfrm>
              <a:off x="7182708" y="7147787"/>
              <a:ext cx="208279" cy="170815"/>
            </a:xfrm>
            <a:custGeom>
              <a:avLst/>
              <a:gdLst/>
              <a:ahLst/>
              <a:cxnLst/>
              <a:rect l="l" t="t" r="r" b="b"/>
              <a:pathLst>
                <a:path w="208279" h="170815">
                  <a:moveTo>
                    <a:pt x="131668" y="106"/>
                  </a:moveTo>
                  <a:lnTo>
                    <a:pt x="129753" y="318"/>
                  </a:lnTo>
                  <a:lnTo>
                    <a:pt x="129753" y="0"/>
                  </a:lnTo>
                  <a:lnTo>
                    <a:pt x="0" y="13680"/>
                  </a:lnTo>
                  <a:lnTo>
                    <a:pt x="208252" y="170289"/>
                  </a:lnTo>
                  <a:lnTo>
                    <a:pt x="208187" y="28253"/>
                  </a:lnTo>
                  <a:lnTo>
                    <a:pt x="196161" y="29528"/>
                  </a:lnTo>
                  <a:lnTo>
                    <a:pt x="195884" y="26873"/>
                  </a:lnTo>
                  <a:lnTo>
                    <a:pt x="185221" y="27998"/>
                  </a:lnTo>
                  <a:lnTo>
                    <a:pt x="185497" y="30633"/>
                  </a:lnTo>
                  <a:lnTo>
                    <a:pt x="177281" y="31503"/>
                  </a:lnTo>
                  <a:lnTo>
                    <a:pt x="177281" y="34436"/>
                  </a:lnTo>
                  <a:lnTo>
                    <a:pt x="173876" y="31865"/>
                  </a:lnTo>
                  <a:lnTo>
                    <a:pt x="172088" y="32056"/>
                  </a:lnTo>
                  <a:lnTo>
                    <a:pt x="171982" y="30463"/>
                  </a:lnTo>
                  <a:lnTo>
                    <a:pt x="156210" y="18587"/>
                  </a:lnTo>
                  <a:lnTo>
                    <a:pt x="157806" y="16464"/>
                  </a:lnTo>
                  <a:lnTo>
                    <a:pt x="140884" y="3738"/>
                  </a:lnTo>
                  <a:lnTo>
                    <a:pt x="139330" y="5863"/>
                  </a:lnTo>
                  <a:lnTo>
                    <a:pt x="131668" y="106"/>
                  </a:lnTo>
                  <a:close/>
                </a:path>
              </a:pathLst>
            </a:custGeom>
            <a:solidFill>
              <a:srgbClr val="8D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0" name="object 1560"/>
            <p:cNvSpPr/>
            <p:nvPr/>
          </p:nvSpPr>
          <p:spPr>
            <a:xfrm>
              <a:off x="7338918" y="7164251"/>
              <a:ext cx="50165" cy="13335"/>
            </a:xfrm>
            <a:custGeom>
              <a:avLst/>
              <a:gdLst/>
              <a:ahLst/>
              <a:cxnLst/>
              <a:rect l="l" t="t" r="r" b="b"/>
              <a:pathLst>
                <a:path w="50165" h="13334">
                  <a:moveTo>
                    <a:pt x="1596" y="0"/>
                  </a:moveTo>
                  <a:lnTo>
                    <a:pt x="0" y="2123"/>
                  </a:lnTo>
                  <a:lnTo>
                    <a:pt x="8312" y="8382"/>
                  </a:lnTo>
                  <a:lnTo>
                    <a:pt x="9918" y="6266"/>
                  </a:lnTo>
                  <a:lnTo>
                    <a:pt x="1596" y="0"/>
                  </a:lnTo>
                  <a:close/>
                </a:path>
                <a:path w="50165" h="13334">
                  <a:moveTo>
                    <a:pt x="49828" y="9347"/>
                  </a:moveTo>
                  <a:lnTo>
                    <a:pt x="39674" y="10408"/>
                  </a:lnTo>
                  <a:lnTo>
                    <a:pt x="39818" y="11789"/>
                  </a:lnTo>
                  <a:lnTo>
                    <a:pt x="39839" y="11987"/>
                  </a:lnTo>
                  <a:lnTo>
                    <a:pt x="39951" y="13064"/>
                  </a:lnTo>
                  <a:lnTo>
                    <a:pt x="50104" y="11987"/>
                  </a:lnTo>
                  <a:lnTo>
                    <a:pt x="49939" y="10408"/>
                  </a:lnTo>
                  <a:lnTo>
                    <a:pt x="49828" y="9347"/>
                  </a:lnTo>
                  <a:close/>
                </a:path>
              </a:pathLst>
            </a:custGeom>
            <a:solidFill>
              <a:srgbClr val="8E9F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1" name="object 1561"/>
            <p:cNvSpPr/>
            <p:nvPr/>
          </p:nvSpPr>
          <p:spPr>
            <a:xfrm>
              <a:off x="7357329" y="7139799"/>
              <a:ext cx="33655" cy="36195"/>
            </a:xfrm>
            <a:custGeom>
              <a:avLst/>
              <a:gdLst/>
              <a:ahLst/>
              <a:cxnLst/>
              <a:rect l="l" t="t" r="r" b="b"/>
              <a:pathLst>
                <a:path w="33654" h="36195">
                  <a:moveTo>
                    <a:pt x="33545" y="0"/>
                  </a:moveTo>
                  <a:lnTo>
                    <a:pt x="30800" y="276"/>
                  </a:lnTo>
                  <a:lnTo>
                    <a:pt x="30778" y="0"/>
                  </a:lnTo>
                  <a:lnTo>
                    <a:pt x="10855" y="2103"/>
                  </a:lnTo>
                  <a:lnTo>
                    <a:pt x="10876" y="2379"/>
                  </a:lnTo>
                  <a:lnTo>
                    <a:pt x="2639" y="3271"/>
                  </a:lnTo>
                  <a:lnTo>
                    <a:pt x="2639" y="7542"/>
                  </a:lnTo>
                  <a:lnTo>
                    <a:pt x="0" y="7542"/>
                  </a:lnTo>
                  <a:lnTo>
                    <a:pt x="21" y="26470"/>
                  </a:lnTo>
                  <a:lnTo>
                    <a:pt x="2660" y="26470"/>
                  </a:lnTo>
                  <a:lnTo>
                    <a:pt x="2682" y="34160"/>
                  </a:lnTo>
                  <a:lnTo>
                    <a:pt x="10323" y="33352"/>
                  </a:lnTo>
                  <a:lnTo>
                    <a:pt x="10600" y="35986"/>
                  </a:lnTo>
                  <a:lnTo>
                    <a:pt x="21263" y="34861"/>
                  </a:lnTo>
                  <a:lnTo>
                    <a:pt x="20986" y="32227"/>
                  </a:lnTo>
                  <a:lnTo>
                    <a:pt x="33566" y="30888"/>
                  </a:lnTo>
                  <a:lnTo>
                    <a:pt x="33545" y="0"/>
                  </a:lnTo>
                  <a:close/>
                </a:path>
              </a:pathLst>
            </a:custGeom>
            <a:solidFill>
              <a:srgbClr val="8283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2" name="object 1562"/>
            <p:cNvSpPr/>
            <p:nvPr/>
          </p:nvSpPr>
          <p:spPr>
            <a:xfrm>
              <a:off x="7378316" y="7170963"/>
              <a:ext cx="10795" cy="3810"/>
            </a:xfrm>
            <a:custGeom>
              <a:avLst/>
              <a:gdLst/>
              <a:ahLst/>
              <a:cxnLst/>
              <a:rect l="l" t="t" r="r" b="b"/>
              <a:pathLst>
                <a:path w="10795" h="3809">
                  <a:moveTo>
                    <a:pt x="10153" y="0"/>
                  </a:moveTo>
                  <a:lnTo>
                    <a:pt x="0" y="1062"/>
                  </a:lnTo>
                  <a:lnTo>
                    <a:pt x="276" y="3696"/>
                  </a:lnTo>
                  <a:lnTo>
                    <a:pt x="10430" y="2635"/>
                  </a:lnTo>
                  <a:lnTo>
                    <a:pt x="10153" y="0"/>
                  </a:lnTo>
                  <a:close/>
                </a:path>
              </a:pathLst>
            </a:custGeom>
            <a:solidFill>
              <a:srgbClr val="8586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3" name="object 1563"/>
            <p:cNvSpPr/>
            <p:nvPr/>
          </p:nvSpPr>
          <p:spPr>
            <a:xfrm>
              <a:off x="7388470" y="7170688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40" h="634">
                  <a:moveTo>
                    <a:pt x="2425" y="0"/>
                  </a:moveTo>
                  <a:lnTo>
                    <a:pt x="0" y="255"/>
                  </a:lnTo>
                  <a:lnTo>
                    <a:pt x="2425" y="21"/>
                  </a:lnTo>
                  <a:close/>
                </a:path>
              </a:pathLst>
            </a:custGeom>
            <a:solidFill>
              <a:srgbClr val="898B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4" name="object 1564"/>
            <p:cNvSpPr/>
            <p:nvPr/>
          </p:nvSpPr>
          <p:spPr>
            <a:xfrm>
              <a:off x="7388470" y="7170709"/>
              <a:ext cx="2540" cy="5715"/>
            </a:xfrm>
            <a:custGeom>
              <a:avLst/>
              <a:gdLst/>
              <a:ahLst/>
              <a:cxnLst/>
              <a:rect l="l" t="t" r="r" b="b"/>
              <a:pathLst>
                <a:path w="2540" h="5715">
                  <a:moveTo>
                    <a:pt x="2425" y="0"/>
                  </a:moveTo>
                  <a:lnTo>
                    <a:pt x="0" y="254"/>
                  </a:lnTo>
                  <a:lnTo>
                    <a:pt x="552" y="5523"/>
                  </a:lnTo>
                  <a:lnTo>
                    <a:pt x="2425" y="5331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8C8E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5" name="object 1565"/>
            <p:cNvSpPr/>
            <p:nvPr/>
          </p:nvSpPr>
          <p:spPr>
            <a:xfrm>
              <a:off x="7354690" y="7175785"/>
              <a:ext cx="13970" cy="4445"/>
            </a:xfrm>
            <a:custGeom>
              <a:avLst/>
              <a:gdLst/>
              <a:ahLst/>
              <a:cxnLst/>
              <a:rect l="l" t="t" r="r" b="b"/>
              <a:pathLst>
                <a:path w="13970" h="4445">
                  <a:moveTo>
                    <a:pt x="0" y="2465"/>
                  </a:moveTo>
                  <a:lnTo>
                    <a:pt x="93" y="3867"/>
                  </a:lnTo>
                  <a:lnTo>
                    <a:pt x="1873" y="3867"/>
                  </a:lnTo>
                  <a:lnTo>
                    <a:pt x="0" y="2465"/>
                  </a:lnTo>
                  <a:close/>
                </a:path>
                <a:path w="13970" h="4445">
                  <a:moveTo>
                    <a:pt x="13239" y="0"/>
                  </a:moveTo>
                  <a:lnTo>
                    <a:pt x="5299" y="850"/>
                  </a:lnTo>
                  <a:lnTo>
                    <a:pt x="5299" y="3505"/>
                  </a:lnTo>
                  <a:lnTo>
                    <a:pt x="13515" y="2635"/>
                  </a:lnTo>
                  <a:lnTo>
                    <a:pt x="13328" y="850"/>
                  </a:lnTo>
                  <a:lnTo>
                    <a:pt x="13239" y="0"/>
                  </a:lnTo>
                  <a:close/>
                </a:path>
              </a:pathLst>
            </a:custGeom>
            <a:solidFill>
              <a:srgbClr val="8E9F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6" name="object 1566"/>
            <p:cNvSpPr/>
            <p:nvPr/>
          </p:nvSpPr>
          <p:spPr>
            <a:xfrm>
              <a:off x="7359990" y="7166290"/>
              <a:ext cx="8255" cy="10795"/>
            </a:xfrm>
            <a:custGeom>
              <a:avLst/>
              <a:gdLst/>
              <a:ahLst/>
              <a:cxnLst/>
              <a:rect l="l" t="t" r="r" b="b"/>
              <a:pathLst>
                <a:path w="8254" h="10795">
                  <a:moveTo>
                    <a:pt x="21" y="0"/>
                  </a:moveTo>
                  <a:lnTo>
                    <a:pt x="0" y="10346"/>
                  </a:lnTo>
                  <a:lnTo>
                    <a:pt x="7940" y="9495"/>
                  </a:lnTo>
                  <a:lnTo>
                    <a:pt x="7663" y="6861"/>
                  </a:lnTo>
                  <a:lnTo>
                    <a:pt x="21" y="7669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898B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7" name="object 1567"/>
            <p:cNvSpPr/>
            <p:nvPr/>
          </p:nvSpPr>
          <p:spPr>
            <a:xfrm>
              <a:off x="7354690" y="7178229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0"/>
                  </a:moveTo>
                  <a:lnTo>
                    <a:pt x="1873" y="1423"/>
                  </a:lnTo>
                  <a:lnTo>
                    <a:pt x="1042" y="7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8E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8" name="object 1568"/>
            <p:cNvSpPr/>
            <p:nvPr/>
          </p:nvSpPr>
          <p:spPr>
            <a:xfrm>
              <a:off x="7368164" y="7139757"/>
              <a:ext cx="20320" cy="2540"/>
            </a:xfrm>
            <a:custGeom>
              <a:avLst/>
              <a:gdLst/>
              <a:ahLst/>
              <a:cxnLst/>
              <a:rect l="l" t="t" r="r" b="b"/>
              <a:pathLst>
                <a:path w="20320" h="2540">
                  <a:moveTo>
                    <a:pt x="19922" y="0"/>
                  </a:moveTo>
                  <a:lnTo>
                    <a:pt x="0" y="2103"/>
                  </a:lnTo>
                  <a:lnTo>
                    <a:pt x="19944" y="41"/>
                  </a:lnTo>
                  <a:close/>
                </a:path>
              </a:pathLst>
            </a:custGeom>
            <a:solidFill>
              <a:srgbClr val="8479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9" name="object 1569"/>
            <p:cNvSpPr/>
            <p:nvPr/>
          </p:nvSpPr>
          <p:spPr>
            <a:xfrm>
              <a:off x="7172875" y="6721640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0" y="0"/>
                  </a:moveTo>
                  <a:lnTo>
                    <a:pt x="18" y="2548"/>
                  </a:lnTo>
                  <a:lnTo>
                    <a:pt x="3384" y="25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0" name="object 1570"/>
            <p:cNvSpPr/>
            <p:nvPr/>
          </p:nvSpPr>
          <p:spPr>
            <a:xfrm>
              <a:off x="7390895" y="7176041"/>
              <a:ext cx="635" cy="142240"/>
            </a:xfrm>
            <a:custGeom>
              <a:avLst/>
              <a:gdLst/>
              <a:ahLst/>
              <a:cxnLst/>
              <a:rect l="l" t="t" r="r" b="b"/>
              <a:pathLst>
                <a:path w="634" h="142240">
                  <a:moveTo>
                    <a:pt x="0" y="0"/>
                  </a:moveTo>
                  <a:lnTo>
                    <a:pt x="64" y="142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1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1" name="object 1571"/>
            <p:cNvSpPr/>
            <p:nvPr/>
          </p:nvSpPr>
          <p:spPr>
            <a:xfrm>
              <a:off x="7390895" y="717604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908B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2" name="object 1572"/>
            <p:cNvSpPr/>
            <p:nvPr/>
          </p:nvSpPr>
          <p:spPr>
            <a:xfrm>
              <a:off x="7390895" y="7139799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5">
                  <a:moveTo>
                    <a:pt x="0" y="0"/>
                  </a:moveTo>
                  <a:lnTo>
                    <a:pt x="0" y="30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6F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3" name="object 1573"/>
            <p:cNvSpPr/>
            <p:nvPr/>
          </p:nvSpPr>
          <p:spPr>
            <a:xfrm>
              <a:off x="7390895" y="717068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78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4" name="object 1574"/>
            <p:cNvSpPr/>
            <p:nvPr/>
          </p:nvSpPr>
          <p:spPr>
            <a:xfrm>
              <a:off x="7390895" y="7170709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B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5" name="object 1575"/>
            <p:cNvSpPr/>
            <p:nvPr/>
          </p:nvSpPr>
          <p:spPr>
            <a:xfrm>
              <a:off x="7174896" y="7161467"/>
              <a:ext cx="216535" cy="163830"/>
            </a:xfrm>
            <a:custGeom>
              <a:avLst/>
              <a:gdLst/>
              <a:ahLst/>
              <a:cxnLst/>
              <a:rect l="l" t="t" r="r" b="b"/>
              <a:pathLst>
                <a:path w="216534" h="163829">
                  <a:moveTo>
                    <a:pt x="7811" y="0"/>
                  </a:moveTo>
                  <a:lnTo>
                    <a:pt x="0" y="764"/>
                  </a:lnTo>
                  <a:lnTo>
                    <a:pt x="216063" y="163278"/>
                  </a:lnTo>
                  <a:lnTo>
                    <a:pt x="216063" y="156608"/>
                  </a:lnTo>
                  <a:lnTo>
                    <a:pt x="7811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6" name="object 1576"/>
            <p:cNvSpPr/>
            <p:nvPr/>
          </p:nvSpPr>
          <p:spPr>
            <a:xfrm>
              <a:off x="7392854" y="7325808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3427" y="0"/>
                  </a:moveTo>
                  <a:lnTo>
                    <a:pt x="0" y="361"/>
                  </a:lnTo>
                  <a:lnTo>
                    <a:pt x="3427" y="2932"/>
                  </a:lnTo>
                  <a:lnTo>
                    <a:pt x="3427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7" name="object 1577"/>
            <p:cNvSpPr/>
            <p:nvPr/>
          </p:nvSpPr>
          <p:spPr>
            <a:xfrm>
              <a:off x="7716597" y="6837099"/>
              <a:ext cx="212725" cy="424815"/>
            </a:xfrm>
            <a:custGeom>
              <a:avLst/>
              <a:gdLst/>
              <a:ahLst/>
              <a:cxnLst/>
              <a:rect l="l" t="t" r="r" b="b"/>
              <a:pathLst>
                <a:path w="212725" h="424815">
                  <a:moveTo>
                    <a:pt x="84076" y="293034"/>
                  </a:moveTo>
                  <a:lnTo>
                    <a:pt x="65068" y="295052"/>
                  </a:lnTo>
                  <a:lnTo>
                    <a:pt x="65366" y="297686"/>
                  </a:lnTo>
                  <a:lnTo>
                    <a:pt x="47019" y="299619"/>
                  </a:lnTo>
                  <a:lnTo>
                    <a:pt x="212679" y="424192"/>
                  </a:lnTo>
                  <a:lnTo>
                    <a:pt x="212632" y="295689"/>
                  </a:lnTo>
                  <a:lnTo>
                    <a:pt x="84352" y="295689"/>
                  </a:lnTo>
                  <a:lnTo>
                    <a:pt x="84120" y="293458"/>
                  </a:lnTo>
                  <a:lnTo>
                    <a:pt x="84076" y="293034"/>
                  </a:lnTo>
                  <a:close/>
                </a:path>
                <a:path w="212725" h="424815">
                  <a:moveTo>
                    <a:pt x="126283" y="288594"/>
                  </a:moveTo>
                  <a:lnTo>
                    <a:pt x="106446" y="290676"/>
                  </a:lnTo>
                  <a:lnTo>
                    <a:pt x="106692" y="293034"/>
                  </a:lnTo>
                  <a:lnTo>
                    <a:pt x="106736" y="293458"/>
                  </a:lnTo>
                  <a:lnTo>
                    <a:pt x="105445" y="293458"/>
                  </a:lnTo>
                  <a:lnTo>
                    <a:pt x="84352" y="295689"/>
                  </a:lnTo>
                  <a:lnTo>
                    <a:pt x="212632" y="295689"/>
                  </a:lnTo>
                  <a:lnTo>
                    <a:pt x="212630" y="291228"/>
                  </a:lnTo>
                  <a:lnTo>
                    <a:pt x="126560" y="291228"/>
                  </a:lnTo>
                  <a:lnTo>
                    <a:pt x="126326" y="288997"/>
                  </a:lnTo>
                  <a:lnTo>
                    <a:pt x="126283" y="288594"/>
                  </a:lnTo>
                  <a:close/>
                </a:path>
                <a:path w="212725" h="424815">
                  <a:moveTo>
                    <a:pt x="168534" y="284133"/>
                  </a:moveTo>
                  <a:lnTo>
                    <a:pt x="147802" y="286321"/>
                  </a:lnTo>
                  <a:lnTo>
                    <a:pt x="148005" y="288254"/>
                  </a:lnTo>
                  <a:lnTo>
                    <a:pt x="148083" y="288997"/>
                  </a:lnTo>
                  <a:lnTo>
                    <a:pt x="147654" y="288997"/>
                  </a:lnTo>
                  <a:lnTo>
                    <a:pt x="126560" y="291228"/>
                  </a:lnTo>
                  <a:lnTo>
                    <a:pt x="212630" y="291228"/>
                  </a:lnTo>
                  <a:lnTo>
                    <a:pt x="212629" y="288254"/>
                  </a:lnTo>
                  <a:lnTo>
                    <a:pt x="181667" y="288254"/>
                  </a:lnTo>
                  <a:lnTo>
                    <a:pt x="179560" y="286725"/>
                  </a:lnTo>
                  <a:lnTo>
                    <a:pt x="168832" y="286725"/>
                  </a:lnTo>
                  <a:lnTo>
                    <a:pt x="168715" y="285705"/>
                  </a:lnTo>
                  <a:lnTo>
                    <a:pt x="168634" y="285004"/>
                  </a:lnTo>
                  <a:lnTo>
                    <a:pt x="168534" y="284133"/>
                  </a:lnTo>
                  <a:close/>
                </a:path>
                <a:path w="212725" h="424815">
                  <a:moveTo>
                    <a:pt x="212624" y="273723"/>
                  </a:moveTo>
                  <a:lnTo>
                    <a:pt x="182624" y="273723"/>
                  </a:lnTo>
                  <a:lnTo>
                    <a:pt x="186456" y="277356"/>
                  </a:lnTo>
                  <a:lnTo>
                    <a:pt x="181922" y="281881"/>
                  </a:lnTo>
                  <a:lnTo>
                    <a:pt x="186072" y="285004"/>
                  </a:lnTo>
                  <a:lnTo>
                    <a:pt x="181667" y="285386"/>
                  </a:lnTo>
                  <a:lnTo>
                    <a:pt x="181667" y="288254"/>
                  </a:lnTo>
                  <a:lnTo>
                    <a:pt x="212629" y="288254"/>
                  </a:lnTo>
                  <a:lnTo>
                    <a:pt x="212624" y="273723"/>
                  </a:lnTo>
                  <a:close/>
                </a:path>
                <a:path w="212725" h="424815">
                  <a:moveTo>
                    <a:pt x="178155" y="285705"/>
                  </a:moveTo>
                  <a:lnTo>
                    <a:pt x="168832" y="286725"/>
                  </a:lnTo>
                  <a:lnTo>
                    <a:pt x="179560" y="286725"/>
                  </a:lnTo>
                  <a:lnTo>
                    <a:pt x="178155" y="285705"/>
                  </a:lnTo>
                  <a:close/>
                </a:path>
                <a:path w="212725" h="424815">
                  <a:moveTo>
                    <a:pt x="212572" y="160728"/>
                  </a:moveTo>
                  <a:lnTo>
                    <a:pt x="185690" y="160728"/>
                  </a:lnTo>
                  <a:lnTo>
                    <a:pt x="187797" y="165699"/>
                  </a:lnTo>
                  <a:lnTo>
                    <a:pt x="183603" y="167505"/>
                  </a:lnTo>
                  <a:lnTo>
                    <a:pt x="186072" y="169332"/>
                  </a:lnTo>
                  <a:lnTo>
                    <a:pt x="181667" y="169842"/>
                  </a:lnTo>
                  <a:lnTo>
                    <a:pt x="181667" y="178127"/>
                  </a:lnTo>
                  <a:lnTo>
                    <a:pt x="179028" y="178127"/>
                  </a:lnTo>
                  <a:lnTo>
                    <a:pt x="179028" y="196863"/>
                  </a:lnTo>
                  <a:lnTo>
                    <a:pt x="181667" y="196863"/>
                  </a:lnTo>
                  <a:lnTo>
                    <a:pt x="181667" y="215792"/>
                  </a:lnTo>
                  <a:lnTo>
                    <a:pt x="179049" y="215792"/>
                  </a:lnTo>
                  <a:lnTo>
                    <a:pt x="179049" y="220360"/>
                  </a:lnTo>
                  <a:lnTo>
                    <a:pt x="180517" y="222483"/>
                  </a:lnTo>
                  <a:lnTo>
                    <a:pt x="179049" y="223503"/>
                  </a:lnTo>
                  <a:lnTo>
                    <a:pt x="179049" y="234720"/>
                  </a:lnTo>
                  <a:lnTo>
                    <a:pt x="181667" y="234720"/>
                  </a:lnTo>
                  <a:lnTo>
                    <a:pt x="181667" y="253457"/>
                  </a:lnTo>
                  <a:lnTo>
                    <a:pt x="179049" y="253457"/>
                  </a:lnTo>
                  <a:lnTo>
                    <a:pt x="179070" y="272385"/>
                  </a:lnTo>
                  <a:lnTo>
                    <a:pt x="181667" y="272385"/>
                  </a:lnTo>
                  <a:lnTo>
                    <a:pt x="181667" y="274679"/>
                  </a:lnTo>
                  <a:lnTo>
                    <a:pt x="182624" y="273723"/>
                  </a:lnTo>
                  <a:lnTo>
                    <a:pt x="212624" y="273723"/>
                  </a:lnTo>
                  <a:lnTo>
                    <a:pt x="212620" y="262825"/>
                  </a:lnTo>
                  <a:lnTo>
                    <a:pt x="201015" y="262825"/>
                  </a:lnTo>
                  <a:lnTo>
                    <a:pt x="197375" y="259001"/>
                  </a:lnTo>
                  <a:lnTo>
                    <a:pt x="211935" y="244279"/>
                  </a:lnTo>
                  <a:lnTo>
                    <a:pt x="212594" y="244279"/>
                  </a:lnTo>
                  <a:lnTo>
                    <a:pt x="212594" y="210056"/>
                  </a:lnTo>
                  <a:lnTo>
                    <a:pt x="198141" y="210056"/>
                  </a:lnTo>
                  <a:lnTo>
                    <a:pt x="195268" y="205658"/>
                  </a:lnTo>
                  <a:lnTo>
                    <a:pt x="212572" y="193635"/>
                  </a:lnTo>
                  <a:lnTo>
                    <a:pt x="212572" y="160728"/>
                  </a:lnTo>
                  <a:close/>
                </a:path>
                <a:path w="212725" h="424815">
                  <a:moveTo>
                    <a:pt x="212615" y="251269"/>
                  </a:moveTo>
                  <a:lnTo>
                    <a:pt x="201015" y="262825"/>
                  </a:lnTo>
                  <a:lnTo>
                    <a:pt x="212620" y="262825"/>
                  </a:lnTo>
                  <a:lnTo>
                    <a:pt x="212615" y="251269"/>
                  </a:lnTo>
                  <a:close/>
                </a:path>
                <a:path w="212725" h="424815">
                  <a:moveTo>
                    <a:pt x="212594" y="244279"/>
                  </a:moveTo>
                  <a:lnTo>
                    <a:pt x="211935" y="244279"/>
                  </a:lnTo>
                  <a:lnTo>
                    <a:pt x="212594" y="244938"/>
                  </a:lnTo>
                  <a:lnTo>
                    <a:pt x="212594" y="244279"/>
                  </a:lnTo>
                  <a:close/>
                </a:path>
                <a:path w="212725" h="424815">
                  <a:moveTo>
                    <a:pt x="212594" y="199986"/>
                  </a:moveTo>
                  <a:lnTo>
                    <a:pt x="198141" y="210056"/>
                  </a:lnTo>
                  <a:lnTo>
                    <a:pt x="212594" y="210056"/>
                  </a:lnTo>
                  <a:lnTo>
                    <a:pt x="212594" y="199986"/>
                  </a:lnTo>
                  <a:close/>
                </a:path>
                <a:path w="212725" h="424815">
                  <a:moveTo>
                    <a:pt x="212572" y="159007"/>
                  </a:moveTo>
                  <a:lnTo>
                    <a:pt x="172088" y="159007"/>
                  </a:lnTo>
                  <a:lnTo>
                    <a:pt x="178559" y="163788"/>
                  </a:lnTo>
                  <a:lnTo>
                    <a:pt x="185690" y="160728"/>
                  </a:lnTo>
                  <a:lnTo>
                    <a:pt x="212572" y="160728"/>
                  </a:lnTo>
                  <a:lnTo>
                    <a:pt x="212572" y="159007"/>
                  </a:lnTo>
                  <a:close/>
                </a:path>
                <a:path w="212725" h="424815">
                  <a:moveTo>
                    <a:pt x="166256" y="130710"/>
                  </a:moveTo>
                  <a:lnTo>
                    <a:pt x="144504" y="130710"/>
                  </a:lnTo>
                  <a:lnTo>
                    <a:pt x="145653" y="135873"/>
                  </a:lnTo>
                  <a:lnTo>
                    <a:pt x="142396" y="136596"/>
                  </a:lnTo>
                  <a:lnTo>
                    <a:pt x="155232" y="146198"/>
                  </a:lnTo>
                  <a:lnTo>
                    <a:pt x="153592" y="148301"/>
                  </a:lnTo>
                  <a:lnTo>
                    <a:pt x="170514" y="161047"/>
                  </a:lnTo>
                  <a:lnTo>
                    <a:pt x="172088" y="159007"/>
                  </a:lnTo>
                  <a:lnTo>
                    <a:pt x="212572" y="159007"/>
                  </a:lnTo>
                  <a:lnTo>
                    <a:pt x="212572" y="156522"/>
                  </a:lnTo>
                  <a:lnTo>
                    <a:pt x="208485" y="156522"/>
                  </a:lnTo>
                  <a:lnTo>
                    <a:pt x="206378" y="151742"/>
                  </a:lnTo>
                  <a:lnTo>
                    <a:pt x="212572" y="149066"/>
                  </a:lnTo>
                  <a:lnTo>
                    <a:pt x="212559" y="131094"/>
                  </a:lnTo>
                  <a:lnTo>
                    <a:pt x="166342" y="131094"/>
                  </a:lnTo>
                  <a:lnTo>
                    <a:pt x="166256" y="130710"/>
                  </a:lnTo>
                  <a:close/>
                </a:path>
                <a:path w="212725" h="424815">
                  <a:moveTo>
                    <a:pt x="212572" y="154759"/>
                  </a:moveTo>
                  <a:lnTo>
                    <a:pt x="208485" y="156522"/>
                  </a:lnTo>
                  <a:lnTo>
                    <a:pt x="212572" y="156522"/>
                  </a:lnTo>
                  <a:lnTo>
                    <a:pt x="212572" y="154759"/>
                  </a:lnTo>
                  <a:close/>
                </a:path>
                <a:path w="212725" h="424815">
                  <a:moveTo>
                    <a:pt x="212509" y="0"/>
                  </a:moveTo>
                  <a:lnTo>
                    <a:pt x="0" y="22390"/>
                  </a:lnTo>
                  <a:lnTo>
                    <a:pt x="64" y="150106"/>
                  </a:lnTo>
                  <a:lnTo>
                    <a:pt x="1894" y="149915"/>
                  </a:lnTo>
                  <a:lnTo>
                    <a:pt x="1803" y="149066"/>
                  </a:lnTo>
                  <a:lnTo>
                    <a:pt x="1720" y="148301"/>
                  </a:lnTo>
                  <a:lnTo>
                    <a:pt x="1596" y="147153"/>
                  </a:lnTo>
                  <a:lnTo>
                    <a:pt x="30906" y="144095"/>
                  </a:lnTo>
                  <a:lnTo>
                    <a:pt x="43105" y="144095"/>
                  </a:lnTo>
                  <a:lnTo>
                    <a:pt x="42974" y="142947"/>
                  </a:lnTo>
                  <a:lnTo>
                    <a:pt x="73050" y="139697"/>
                  </a:lnTo>
                  <a:lnTo>
                    <a:pt x="84482" y="139697"/>
                  </a:lnTo>
                  <a:lnTo>
                    <a:pt x="84352" y="138550"/>
                  </a:lnTo>
                  <a:lnTo>
                    <a:pt x="105041" y="136255"/>
                  </a:lnTo>
                  <a:lnTo>
                    <a:pt x="106427" y="136255"/>
                  </a:lnTo>
                  <a:lnTo>
                    <a:pt x="115194" y="135300"/>
                  </a:lnTo>
                  <a:lnTo>
                    <a:pt x="126041" y="135300"/>
                  </a:lnTo>
                  <a:lnTo>
                    <a:pt x="125921" y="134152"/>
                  </a:lnTo>
                  <a:lnTo>
                    <a:pt x="134158" y="133217"/>
                  </a:lnTo>
                  <a:lnTo>
                    <a:pt x="134158" y="130328"/>
                  </a:lnTo>
                  <a:lnTo>
                    <a:pt x="166171" y="130328"/>
                  </a:lnTo>
                  <a:lnTo>
                    <a:pt x="165235" y="126122"/>
                  </a:lnTo>
                  <a:lnTo>
                    <a:pt x="165192" y="125931"/>
                  </a:lnTo>
                  <a:lnTo>
                    <a:pt x="185882" y="120961"/>
                  </a:lnTo>
                  <a:lnTo>
                    <a:pt x="207620" y="120961"/>
                  </a:lnTo>
                  <a:lnTo>
                    <a:pt x="206378" y="116180"/>
                  </a:lnTo>
                  <a:lnTo>
                    <a:pt x="212552" y="114757"/>
                  </a:lnTo>
                  <a:lnTo>
                    <a:pt x="212509" y="0"/>
                  </a:lnTo>
                  <a:close/>
                </a:path>
                <a:path w="212725" h="424815">
                  <a:moveTo>
                    <a:pt x="43105" y="144095"/>
                  </a:moveTo>
                  <a:lnTo>
                    <a:pt x="30906" y="144095"/>
                  </a:lnTo>
                  <a:lnTo>
                    <a:pt x="31008" y="145561"/>
                  </a:lnTo>
                  <a:lnTo>
                    <a:pt x="31097" y="146834"/>
                  </a:lnTo>
                  <a:lnTo>
                    <a:pt x="43272" y="145561"/>
                  </a:lnTo>
                  <a:lnTo>
                    <a:pt x="43105" y="144095"/>
                  </a:lnTo>
                  <a:close/>
                </a:path>
                <a:path w="212725" h="424815">
                  <a:moveTo>
                    <a:pt x="84482" y="139697"/>
                  </a:moveTo>
                  <a:lnTo>
                    <a:pt x="73050" y="139697"/>
                  </a:lnTo>
                  <a:lnTo>
                    <a:pt x="73348" y="142374"/>
                  </a:lnTo>
                  <a:lnTo>
                    <a:pt x="84650" y="141184"/>
                  </a:lnTo>
                  <a:lnTo>
                    <a:pt x="84482" y="139697"/>
                  </a:lnTo>
                  <a:close/>
                </a:path>
                <a:path w="212725" h="424815">
                  <a:moveTo>
                    <a:pt x="126041" y="135300"/>
                  </a:moveTo>
                  <a:lnTo>
                    <a:pt x="115194" y="135300"/>
                  </a:lnTo>
                  <a:lnTo>
                    <a:pt x="115254" y="135873"/>
                  </a:lnTo>
                  <a:lnTo>
                    <a:pt x="115352" y="136808"/>
                  </a:lnTo>
                  <a:lnTo>
                    <a:pt x="115470" y="137934"/>
                  </a:lnTo>
                  <a:lnTo>
                    <a:pt x="126198" y="136808"/>
                  </a:lnTo>
                  <a:lnTo>
                    <a:pt x="126101" y="135873"/>
                  </a:lnTo>
                  <a:lnTo>
                    <a:pt x="126041" y="135300"/>
                  </a:lnTo>
                  <a:close/>
                </a:path>
                <a:path w="212725" h="424815">
                  <a:moveTo>
                    <a:pt x="106427" y="136255"/>
                  </a:moveTo>
                  <a:lnTo>
                    <a:pt x="105041" y="136255"/>
                  </a:lnTo>
                  <a:lnTo>
                    <a:pt x="105063" y="136404"/>
                  </a:lnTo>
                  <a:lnTo>
                    <a:pt x="106427" y="136255"/>
                  </a:lnTo>
                  <a:close/>
                </a:path>
                <a:path w="212725" h="424815">
                  <a:moveTo>
                    <a:pt x="166171" y="130328"/>
                  </a:moveTo>
                  <a:lnTo>
                    <a:pt x="134158" y="130328"/>
                  </a:lnTo>
                  <a:lnTo>
                    <a:pt x="136862" y="132411"/>
                  </a:lnTo>
                  <a:lnTo>
                    <a:pt x="144504" y="130710"/>
                  </a:lnTo>
                  <a:lnTo>
                    <a:pt x="166256" y="130710"/>
                  </a:lnTo>
                  <a:lnTo>
                    <a:pt x="166171" y="130328"/>
                  </a:lnTo>
                  <a:close/>
                </a:path>
                <a:path w="212725" h="424815">
                  <a:moveTo>
                    <a:pt x="207620" y="120961"/>
                  </a:moveTo>
                  <a:lnTo>
                    <a:pt x="185882" y="120961"/>
                  </a:lnTo>
                  <a:lnTo>
                    <a:pt x="186989" y="125931"/>
                  </a:lnTo>
                  <a:lnTo>
                    <a:pt x="187031" y="126122"/>
                  </a:lnTo>
                  <a:lnTo>
                    <a:pt x="166342" y="131094"/>
                  </a:lnTo>
                  <a:lnTo>
                    <a:pt x="212559" y="131094"/>
                  </a:lnTo>
                  <a:lnTo>
                    <a:pt x="212553" y="121343"/>
                  </a:lnTo>
                  <a:lnTo>
                    <a:pt x="207719" y="121343"/>
                  </a:lnTo>
                  <a:lnTo>
                    <a:pt x="207620" y="120961"/>
                  </a:lnTo>
                  <a:close/>
                </a:path>
                <a:path w="212725" h="424815">
                  <a:moveTo>
                    <a:pt x="212552" y="120216"/>
                  </a:moveTo>
                  <a:lnTo>
                    <a:pt x="207719" y="121343"/>
                  </a:lnTo>
                  <a:lnTo>
                    <a:pt x="212553" y="121343"/>
                  </a:lnTo>
                  <a:lnTo>
                    <a:pt x="212552" y="120216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78" name="object 1578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7713277" y="7089452"/>
              <a:ext cx="211656" cy="175238"/>
            </a:xfrm>
            <a:prstGeom prst="rect">
              <a:avLst/>
            </a:prstGeom>
          </p:spPr>
        </p:pic>
        <p:sp>
          <p:nvSpPr>
            <p:cNvPr id="1579" name="object 1579"/>
            <p:cNvSpPr/>
            <p:nvPr/>
          </p:nvSpPr>
          <p:spPr>
            <a:xfrm>
              <a:off x="7396281" y="7264712"/>
              <a:ext cx="528955" cy="55880"/>
            </a:xfrm>
            <a:custGeom>
              <a:avLst/>
              <a:gdLst/>
              <a:ahLst/>
              <a:cxnLst/>
              <a:rect l="l" t="t" r="r" b="b"/>
              <a:pathLst>
                <a:path w="528954" h="55879">
                  <a:moveTo>
                    <a:pt x="528674" y="0"/>
                  </a:moveTo>
                  <a:lnTo>
                    <a:pt x="0" y="55764"/>
                  </a:lnTo>
                  <a:lnTo>
                    <a:pt x="528674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80" name="object 1580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7713214" y="7102538"/>
              <a:ext cx="216062" cy="162173"/>
            </a:xfrm>
            <a:prstGeom prst="rect">
              <a:avLst/>
            </a:prstGeom>
          </p:spPr>
        </p:pic>
        <p:sp>
          <p:nvSpPr>
            <p:cNvPr id="1581" name="object 1581"/>
            <p:cNvSpPr/>
            <p:nvPr/>
          </p:nvSpPr>
          <p:spPr>
            <a:xfrm>
              <a:off x="7396217" y="7135190"/>
              <a:ext cx="528955" cy="185420"/>
            </a:xfrm>
            <a:custGeom>
              <a:avLst/>
              <a:gdLst/>
              <a:ahLst/>
              <a:cxnLst/>
              <a:rect l="l" t="t" r="r" b="b"/>
              <a:pathLst>
                <a:path w="528954" h="185420">
                  <a:moveTo>
                    <a:pt x="356543" y="0"/>
                  </a:moveTo>
                  <a:lnTo>
                    <a:pt x="344092" y="1316"/>
                  </a:lnTo>
                  <a:lnTo>
                    <a:pt x="344369" y="3950"/>
                  </a:lnTo>
                  <a:lnTo>
                    <a:pt x="320316" y="6499"/>
                  </a:lnTo>
                  <a:lnTo>
                    <a:pt x="320040" y="3865"/>
                  </a:lnTo>
                  <a:lnTo>
                    <a:pt x="302736" y="5693"/>
                  </a:lnTo>
                  <a:lnTo>
                    <a:pt x="303011" y="8327"/>
                  </a:lnTo>
                  <a:lnTo>
                    <a:pt x="278109" y="10939"/>
                  </a:lnTo>
                  <a:lnTo>
                    <a:pt x="277832" y="8305"/>
                  </a:lnTo>
                  <a:lnTo>
                    <a:pt x="261378" y="10048"/>
                  </a:lnTo>
                  <a:lnTo>
                    <a:pt x="261655" y="12682"/>
                  </a:lnTo>
                  <a:lnTo>
                    <a:pt x="235901" y="15401"/>
                  </a:lnTo>
                  <a:lnTo>
                    <a:pt x="235624" y="12767"/>
                  </a:lnTo>
                  <a:lnTo>
                    <a:pt x="220022" y="14403"/>
                  </a:lnTo>
                  <a:lnTo>
                    <a:pt x="220299" y="17058"/>
                  </a:lnTo>
                  <a:lnTo>
                    <a:pt x="193692" y="19862"/>
                  </a:lnTo>
                  <a:lnTo>
                    <a:pt x="193415" y="17207"/>
                  </a:lnTo>
                  <a:lnTo>
                    <a:pt x="178666" y="18779"/>
                  </a:lnTo>
                  <a:lnTo>
                    <a:pt x="178943" y="21413"/>
                  </a:lnTo>
                  <a:lnTo>
                    <a:pt x="151485" y="24302"/>
                  </a:lnTo>
                  <a:lnTo>
                    <a:pt x="151208" y="21667"/>
                  </a:lnTo>
                  <a:lnTo>
                    <a:pt x="137288" y="23134"/>
                  </a:lnTo>
                  <a:lnTo>
                    <a:pt x="137585" y="25768"/>
                  </a:lnTo>
                  <a:lnTo>
                    <a:pt x="109277" y="28762"/>
                  </a:lnTo>
                  <a:lnTo>
                    <a:pt x="109000" y="26128"/>
                  </a:lnTo>
                  <a:lnTo>
                    <a:pt x="95931" y="27489"/>
                  </a:lnTo>
                  <a:lnTo>
                    <a:pt x="96207" y="30144"/>
                  </a:lnTo>
                  <a:lnTo>
                    <a:pt x="67068" y="33202"/>
                  </a:lnTo>
                  <a:lnTo>
                    <a:pt x="66791" y="30568"/>
                  </a:lnTo>
                  <a:lnTo>
                    <a:pt x="54574" y="31865"/>
                  </a:lnTo>
                  <a:lnTo>
                    <a:pt x="54851" y="34499"/>
                  </a:lnTo>
                  <a:lnTo>
                    <a:pt x="24861" y="37664"/>
                  </a:lnTo>
                  <a:lnTo>
                    <a:pt x="24584" y="35030"/>
                  </a:lnTo>
                  <a:lnTo>
                    <a:pt x="13218" y="36220"/>
                  </a:lnTo>
                  <a:lnTo>
                    <a:pt x="13495" y="38854"/>
                  </a:lnTo>
                  <a:lnTo>
                    <a:pt x="0" y="40278"/>
                  </a:lnTo>
                  <a:lnTo>
                    <a:pt x="64" y="185265"/>
                  </a:lnTo>
                  <a:lnTo>
                    <a:pt x="528717" y="129500"/>
                  </a:lnTo>
                  <a:lnTo>
                    <a:pt x="356543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2" name="object 1582"/>
            <p:cNvSpPr/>
            <p:nvPr/>
          </p:nvSpPr>
          <p:spPr>
            <a:xfrm>
              <a:off x="7420801" y="7138695"/>
              <a:ext cx="299720" cy="34290"/>
            </a:xfrm>
            <a:custGeom>
              <a:avLst/>
              <a:gdLst/>
              <a:ahLst/>
              <a:cxnLst/>
              <a:rect l="l" t="t" r="r" b="b"/>
              <a:pathLst>
                <a:path w="299720" h="34290">
                  <a:moveTo>
                    <a:pt x="9301" y="30526"/>
                  </a:moveTo>
                  <a:lnTo>
                    <a:pt x="0" y="31525"/>
                  </a:lnTo>
                  <a:lnTo>
                    <a:pt x="174" y="33182"/>
                  </a:lnTo>
                  <a:lnTo>
                    <a:pt x="276" y="34159"/>
                  </a:lnTo>
                  <a:lnTo>
                    <a:pt x="9523" y="33182"/>
                  </a:lnTo>
                  <a:lnTo>
                    <a:pt x="9413" y="31525"/>
                  </a:lnTo>
                  <a:lnTo>
                    <a:pt x="9301" y="30526"/>
                  </a:lnTo>
                  <a:close/>
                </a:path>
                <a:path w="299720" h="34290">
                  <a:moveTo>
                    <a:pt x="50679" y="26172"/>
                  </a:moveTo>
                  <a:lnTo>
                    <a:pt x="42207" y="27063"/>
                  </a:lnTo>
                  <a:lnTo>
                    <a:pt x="42390" y="28811"/>
                  </a:lnTo>
                  <a:lnTo>
                    <a:pt x="42484" y="29697"/>
                  </a:lnTo>
                  <a:lnTo>
                    <a:pt x="50956" y="28811"/>
                  </a:lnTo>
                  <a:lnTo>
                    <a:pt x="50817" y="27489"/>
                  </a:lnTo>
                  <a:lnTo>
                    <a:pt x="50773" y="27063"/>
                  </a:lnTo>
                  <a:lnTo>
                    <a:pt x="50679" y="26172"/>
                  </a:lnTo>
                  <a:close/>
                </a:path>
                <a:path w="299720" h="34290">
                  <a:moveTo>
                    <a:pt x="92035" y="21817"/>
                  </a:moveTo>
                  <a:lnTo>
                    <a:pt x="84415" y="22623"/>
                  </a:lnTo>
                  <a:lnTo>
                    <a:pt x="84607" y="24452"/>
                  </a:lnTo>
                  <a:lnTo>
                    <a:pt x="84692" y="25257"/>
                  </a:lnTo>
                  <a:lnTo>
                    <a:pt x="92312" y="24452"/>
                  </a:lnTo>
                  <a:lnTo>
                    <a:pt x="92162" y="23027"/>
                  </a:lnTo>
                  <a:lnTo>
                    <a:pt x="92120" y="22623"/>
                  </a:lnTo>
                  <a:lnTo>
                    <a:pt x="92035" y="21817"/>
                  </a:lnTo>
                  <a:close/>
                </a:path>
                <a:path w="299720" h="34290">
                  <a:moveTo>
                    <a:pt x="133391" y="17440"/>
                  </a:moveTo>
                  <a:lnTo>
                    <a:pt x="126624" y="18162"/>
                  </a:lnTo>
                  <a:lnTo>
                    <a:pt x="126825" y="20082"/>
                  </a:lnTo>
                  <a:lnTo>
                    <a:pt x="126900" y="20797"/>
                  </a:lnTo>
                  <a:lnTo>
                    <a:pt x="133669" y="20082"/>
                  </a:lnTo>
                  <a:lnTo>
                    <a:pt x="133510" y="18566"/>
                  </a:lnTo>
                  <a:lnTo>
                    <a:pt x="133391" y="17440"/>
                  </a:lnTo>
                  <a:close/>
                </a:path>
                <a:path w="299720" h="34290">
                  <a:moveTo>
                    <a:pt x="174749" y="13086"/>
                  </a:moveTo>
                  <a:lnTo>
                    <a:pt x="168831" y="13702"/>
                  </a:lnTo>
                  <a:lnTo>
                    <a:pt x="169042" y="15732"/>
                  </a:lnTo>
                  <a:lnTo>
                    <a:pt x="169108" y="16357"/>
                  </a:lnTo>
                  <a:lnTo>
                    <a:pt x="175026" y="15732"/>
                  </a:lnTo>
                  <a:lnTo>
                    <a:pt x="174858" y="14126"/>
                  </a:lnTo>
                  <a:lnTo>
                    <a:pt x="174749" y="13086"/>
                  </a:lnTo>
                  <a:close/>
                </a:path>
                <a:path w="299720" h="34290">
                  <a:moveTo>
                    <a:pt x="216105" y="8709"/>
                  </a:moveTo>
                  <a:lnTo>
                    <a:pt x="211039" y="9262"/>
                  </a:lnTo>
                  <a:lnTo>
                    <a:pt x="211260" y="11365"/>
                  </a:lnTo>
                  <a:lnTo>
                    <a:pt x="211316" y="11896"/>
                  </a:lnTo>
                  <a:lnTo>
                    <a:pt x="216342" y="11365"/>
                  </a:lnTo>
                  <a:lnTo>
                    <a:pt x="216205" y="9665"/>
                  </a:lnTo>
                  <a:lnTo>
                    <a:pt x="216105" y="8709"/>
                  </a:lnTo>
                  <a:close/>
                </a:path>
                <a:path w="299720" h="34290">
                  <a:moveTo>
                    <a:pt x="257462" y="4354"/>
                  </a:moveTo>
                  <a:lnTo>
                    <a:pt x="253248" y="4800"/>
                  </a:lnTo>
                  <a:lnTo>
                    <a:pt x="253478" y="6991"/>
                  </a:lnTo>
                  <a:lnTo>
                    <a:pt x="253525" y="7434"/>
                  </a:lnTo>
                  <a:lnTo>
                    <a:pt x="257760" y="6991"/>
                  </a:lnTo>
                  <a:lnTo>
                    <a:pt x="257560" y="5226"/>
                  </a:lnTo>
                  <a:lnTo>
                    <a:pt x="257462" y="4354"/>
                  </a:lnTo>
                  <a:close/>
                </a:path>
                <a:path w="299720" h="34290">
                  <a:moveTo>
                    <a:pt x="298839" y="0"/>
                  </a:moveTo>
                  <a:lnTo>
                    <a:pt x="295455" y="360"/>
                  </a:lnTo>
                  <a:lnTo>
                    <a:pt x="295694" y="2636"/>
                  </a:lnTo>
                  <a:lnTo>
                    <a:pt x="295732" y="2994"/>
                  </a:lnTo>
                  <a:lnTo>
                    <a:pt x="299117" y="2636"/>
                  </a:lnTo>
                  <a:lnTo>
                    <a:pt x="298920" y="764"/>
                  </a:lnTo>
                  <a:lnTo>
                    <a:pt x="298839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3" name="object 1583"/>
            <p:cNvSpPr/>
            <p:nvPr/>
          </p:nvSpPr>
          <p:spPr>
            <a:xfrm>
              <a:off x="7396217" y="7105512"/>
              <a:ext cx="356870" cy="66040"/>
            </a:xfrm>
            <a:custGeom>
              <a:avLst/>
              <a:gdLst/>
              <a:ahLst/>
              <a:cxnLst/>
              <a:rect l="l" t="t" r="r" b="b"/>
              <a:pathLst>
                <a:path w="356870" h="66040">
                  <a:moveTo>
                    <a:pt x="317060" y="0"/>
                  </a:moveTo>
                  <a:lnTo>
                    <a:pt x="309482" y="786"/>
                  </a:lnTo>
                  <a:lnTo>
                    <a:pt x="309525" y="1103"/>
                  </a:lnTo>
                  <a:lnTo>
                    <a:pt x="281365" y="3972"/>
                  </a:lnTo>
                  <a:lnTo>
                    <a:pt x="281344" y="3759"/>
                  </a:lnTo>
                  <a:lnTo>
                    <a:pt x="267360" y="5246"/>
                  </a:lnTo>
                  <a:lnTo>
                    <a:pt x="267381" y="5501"/>
                  </a:lnTo>
                  <a:lnTo>
                    <a:pt x="240179" y="8369"/>
                  </a:lnTo>
                  <a:lnTo>
                    <a:pt x="240158" y="8114"/>
                  </a:lnTo>
                  <a:lnTo>
                    <a:pt x="225215" y="9686"/>
                  </a:lnTo>
                  <a:lnTo>
                    <a:pt x="225237" y="9899"/>
                  </a:lnTo>
                  <a:lnTo>
                    <a:pt x="219468" y="10535"/>
                  </a:lnTo>
                  <a:lnTo>
                    <a:pt x="219490" y="10664"/>
                  </a:lnTo>
                  <a:lnTo>
                    <a:pt x="198801" y="12767"/>
                  </a:lnTo>
                  <a:lnTo>
                    <a:pt x="198758" y="12470"/>
                  </a:lnTo>
                  <a:lnTo>
                    <a:pt x="182859" y="14147"/>
                  </a:lnTo>
                  <a:lnTo>
                    <a:pt x="182901" y="14488"/>
                  </a:lnTo>
                  <a:lnTo>
                    <a:pt x="157424" y="17164"/>
                  </a:lnTo>
                  <a:lnTo>
                    <a:pt x="157380" y="16845"/>
                  </a:lnTo>
                  <a:lnTo>
                    <a:pt x="140736" y="18587"/>
                  </a:lnTo>
                  <a:lnTo>
                    <a:pt x="140757" y="18884"/>
                  </a:lnTo>
                  <a:lnTo>
                    <a:pt x="116046" y="21562"/>
                  </a:lnTo>
                  <a:lnTo>
                    <a:pt x="116003" y="21200"/>
                  </a:lnTo>
                  <a:lnTo>
                    <a:pt x="98592" y="23049"/>
                  </a:lnTo>
                  <a:lnTo>
                    <a:pt x="98612" y="23282"/>
                  </a:lnTo>
                  <a:lnTo>
                    <a:pt x="74668" y="25768"/>
                  </a:lnTo>
                  <a:lnTo>
                    <a:pt x="74646" y="25556"/>
                  </a:lnTo>
                  <a:lnTo>
                    <a:pt x="56235" y="27509"/>
                  </a:lnTo>
                  <a:lnTo>
                    <a:pt x="56277" y="27871"/>
                  </a:lnTo>
                  <a:lnTo>
                    <a:pt x="33290" y="30165"/>
                  </a:lnTo>
                  <a:lnTo>
                    <a:pt x="33268" y="29931"/>
                  </a:lnTo>
                  <a:lnTo>
                    <a:pt x="14090" y="31949"/>
                  </a:lnTo>
                  <a:lnTo>
                    <a:pt x="14133" y="32268"/>
                  </a:lnTo>
                  <a:lnTo>
                    <a:pt x="0" y="33735"/>
                  </a:lnTo>
                  <a:lnTo>
                    <a:pt x="0" y="64622"/>
                  </a:lnTo>
                  <a:lnTo>
                    <a:pt x="12941" y="63262"/>
                  </a:lnTo>
                  <a:lnTo>
                    <a:pt x="13218" y="65897"/>
                  </a:lnTo>
                  <a:lnTo>
                    <a:pt x="24584" y="64686"/>
                  </a:lnTo>
                  <a:lnTo>
                    <a:pt x="24307" y="62052"/>
                  </a:lnTo>
                  <a:lnTo>
                    <a:pt x="54297" y="58887"/>
                  </a:lnTo>
                  <a:lnTo>
                    <a:pt x="54574" y="61542"/>
                  </a:lnTo>
                  <a:lnTo>
                    <a:pt x="66791" y="60246"/>
                  </a:lnTo>
                  <a:lnTo>
                    <a:pt x="66516" y="57612"/>
                  </a:lnTo>
                  <a:lnTo>
                    <a:pt x="95655" y="54532"/>
                  </a:lnTo>
                  <a:lnTo>
                    <a:pt x="95931" y="57166"/>
                  </a:lnTo>
                  <a:lnTo>
                    <a:pt x="109000" y="55784"/>
                  </a:lnTo>
                  <a:lnTo>
                    <a:pt x="108723" y="53150"/>
                  </a:lnTo>
                  <a:lnTo>
                    <a:pt x="137011" y="50176"/>
                  </a:lnTo>
                  <a:lnTo>
                    <a:pt x="137288" y="52811"/>
                  </a:lnTo>
                  <a:lnTo>
                    <a:pt x="151208" y="51344"/>
                  </a:lnTo>
                  <a:lnTo>
                    <a:pt x="150931" y="48710"/>
                  </a:lnTo>
                  <a:lnTo>
                    <a:pt x="178367" y="45801"/>
                  </a:lnTo>
                  <a:lnTo>
                    <a:pt x="178666" y="48435"/>
                  </a:lnTo>
                  <a:lnTo>
                    <a:pt x="193415" y="46884"/>
                  </a:lnTo>
                  <a:lnTo>
                    <a:pt x="193140" y="44250"/>
                  </a:lnTo>
                  <a:lnTo>
                    <a:pt x="219745" y="41446"/>
                  </a:lnTo>
                  <a:lnTo>
                    <a:pt x="220022" y="44080"/>
                  </a:lnTo>
                  <a:lnTo>
                    <a:pt x="235624" y="42444"/>
                  </a:lnTo>
                  <a:lnTo>
                    <a:pt x="235347" y="39789"/>
                  </a:lnTo>
                  <a:lnTo>
                    <a:pt x="261101" y="37070"/>
                  </a:lnTo>
                  <a:lnTo>
                    <a:pt x="261378" y="39725"/>
                  </a:lnTo>
                  <a:lnTo>
                    <a:pt x="277832" y="37983"/>
                  </a:lnTo>
                  <a:lnTo>
                    <a:pt x="277555" y="35349"/>
                  </a:lnTo>
                  <a:lnTo>
                    <a:pt x="302459" y="32715"/>
                  </a:lnTo>
                  <a:lnTo>
                    <a:pt x="302736" y="35349"/>
                  </a:lnTo>
                  <a:lnTo>
                    <a:pt x="320040" y="33521"/>
                  </a:lnTo>
                  <a:lnTo>
                    <a:pt x="319763" y="30887"/>
                  </a:lnTo>
                  <a:lnTo>
                    <a:pt x="343815" y="28360"/>
                  </a:lnTo>
                  <a:lnTo>
                    <a:pt x="344092" y="30994"/>
                  </a:lnTo>
                  <a:lnTo>
                    <a:pt x="356543" y="29677"/>
                  </a:lnTo>
                  <a:lnTo>
                    <a:pt x="317060" y="0"/>
                  </a:lnTo>
                  <a:close/>
                </a:path>
              </a:pathLst>
            </a:custGeom>
            <a:solidFill>
              <a:srgbClr val="757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4" name="object 1584"/>
            <p:cNvSpPr/>
            <p:nvPr/>
          </p:nvSpPr>
          <p:spPr>
            <a:xfrm>
              <a:off x="7420525" y="7136044"/>
              <a:ext cx="299720" cy="34290"/>
            </a:xfrm>
            <a:custGeom>
              <a:avLst/>
              <a:gdLst/>
              <a:ahLst/>
              <a:cxnLst/>
              <a:rect l="l" t="t" r="r" b="b"/>
              <a:pathLst>
                <a:path w="299720" h="34290">
                  <a:moveTo>
                    <a:pt x="9301" y="30544"/>
                  </a:moveTo>
                  <a:lnTo>
                    <a:pt x="0" y="31520"/>
                  </a:lnTo>
                  <a:lnTo>
                    <a:pt x="174" y="33178"/>
                  </a:lnTo>
                  <a:lnTo>
                    <a:pt x="276" y="34154"/>
                  </a:lnTo>
                  <a:lnTo>
                    <a:pt x="9578" y="33178"/>
                  </a:lnTo>
                  <a:lnTo>
                    <a:pt x="9404" y="31520"/>
                  </a:lnTo>
                  <a:lnTo>
                    <a:pt x="9301" y="30544"/>
                  </a:lnTo>
                  <a:close/>
                </a:path>
                <a:path w="299720" h="34290">
                  <a:moveTo>
                    <a:pt x="50679" y="26188"/>
                  </a:moveTo>
                  <a:lnTo>
                    <a:pt x="42208" y="27080"/>
                  </a:lnTo>
                  <a:lnTo>
                    <a:pt x="42390" y="28823"/>
                  </a:lnTo>
                  <a:lnTo>
                    <a:pt x="42484" y="29714"/>
                  </a:lnTo>
                  <a:lnTo>
                    <a:pt x="50956" y="28823"/>
                  </a:lnTo>
                  <a:lnTo>
                    <a:pt x="50773" y="27080"/>
                  </a:lnTo>
                  <a:lnTo>
                    <a:pt x="50679" y="26188"/>
                  </a:lnTo>
                  <a:close/>
                </a:path>
                <a:path w="299720" h="34290">
                  <a:moveTo>
                    <a:pt x="92035" y="21812"/>
                  </a:moveTo>
                  <a:lnTo>
                    <a:pt x="84415" y="22619"/>
                  </a:lnTo>
                  <a:lnTo>
                    <a:pt x="84609" y="24468"/>
                  </a:lnTo>
                  <a:lnTo>
                    <a:pt x="84692" y="25253"/>
                  </a:lnTo>
                  <a:lnTo>
                    <a:pt x="92312" y="24468"/>
                  </a:lnTo>
                  <a:lnTo>
                    <a:pt x="92119" y="22619"/>
                  </a:lnTo>
                  <a:lnTo>
                    <a:pt x="92035" y="21812"/>
                  </a:lnTo>
                  <a:close/>
                </a:path>
                <a:path w="299720" h="34290">
                  <a:moveTo>
                    <a:pt x="133391" y="17458"/>
                  </a:moveTo>
                  <a:lnTo>
                    <a:pt x="126624" y="18179"/>
                  </a:lnTo>
                  <a:lnTo>
                    <a:pt x="126825" y="20092"/>
                  </a:lnTo>
                  <a:lnTo>
                    <a:pt x="126900" y="20813"/>
                  </a:lnTo>
                  <a:lnTo>
                    <a:pt x="133668" y="20092"/>
                  </a:lnTo>
                  <a:lnTo>
                    <a:pt x="133467" y="18179"/>
                  </a:lnTo>
                  <a:lnTo>
                    <a:pt x="133391" y="17458"/>
                  </a:lnTo>
                  <a:close/>
                </a:path>
                <a:path w="299720" h="34290">
                  <a:moveTo>
                    <a:pt x="174749" y="13101"/>
                  </a:moveTo>
                  <a:lnTo>
                    <a:pt x="168832" y="13719"/>
                  </a:lnTo>
                  <a:lnTo>
                    <a:pt x="169043" y="15737"/>
                  </a:lnTo>
                  <a:lnTo>
                    <a:pt x="169108" y="16353"/>
                  </a:lnTo>
                  <a:lnTo>
                    <a:pt x="175026" y="15737"/>
                  </a:lnTo>
                  <a:lnTo>
                    <a:pt x="174814" y="13719"/>
                  </a:lnTo>
                  <a:lnTo>
                    <a:pt x="174749" y="13101"/>
                  </a:lnTo>
                  <a:close/>
                </a:path>
                <a:path w="299720" h="34290">
                  <a:moveTo>
                    <a:pt x="216105" y="8726"/>
                  </a:moveTo>
                  <a:lnTo>
                    <a:pt x="211039" y="9257"/>
                  </a:lnTo>
                  <a:lnTo>
                    <a:pt x="211258" y="11360"/>
                  </a:lnTo>
                  <a:lnTo>
                    <a:pt x="211316" y="11913"/>
                  </a:lnTo>
                  <a:lnTo>
                    <a:pt x="216382" y="11360"/>
                  </a:lnTo>
                  <a:lnTo>
                    <a:pt x="216161" y="9257"/>
                  </a:lnTo>
                  <a:lnTo>
                    <a:pt x="216105" y="8726"/>
                  </a:lnTo>
                  <a:close/>
                </a:path>
                <a:path w="299720" h="34290">
                  <a:moveTo>
                    <a:pt x="257462" y="4371"/>
                  </a:moveTo>
                  <a:lnTo>
                    <a:pt x="253248" y="4817"/>
                  </a:lnTo>
                  <a:lnTo>
                    <a:pt x="253478" y="7005"/>
                  </a:lnTo>
                  <a:lnTo>
                    <a:pt x="253525" y="7451"/>
                  </a:lnTo>
                  <a:lnTo>
                    <a:pt x="257738" y="7005"/>
                  </a:lnTo>
                  <a:lnTo>
                    <a:pt x="257508" y="4817"/>
                  </a:lnTo>
                  <a:lnTo>
                    <a:pt x="257462" y="4371"/>
                  </a:lnTo>
                  <a:close/>
                </a:path>
                <a:path w="299720" h="34290">
                  <a:moveTo>
                    <a:pt x="298818" y="0"/>
                  </a:moveTo>
                  <a:lnTo>
                    <a:pt x="295455" y="356"/>
                  </a:lnTo>
                  <a:lnTo>
                    <a:pt x="295696" y="2651"/>
                  </a:lnTo>
                  <a:lnTo>
                    <a:pt x="295732" y="2990"/>
                  </a:lnTo>
                  <a:lnTo>
                    <a:pt x="299116" y="2651"/>
                  </a:lnTo>
                  <a:lnTo>
                    <a:pt x="298858" y="356"/>
                  </a:lnTo>
                  <a:lnTo>
                    <a:pt x="298818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5" name="object 1585"/>
            <p:cNvSpPr/>
            <p:nvPr/>
          </p:nvSpPr>
          <p:spPr>
            <a:xfrm>
              <a:off x="7399708" y="7171410"/>
              <a:ext cx="10160" cy="3810"/>
            </a:xfrm>
            <a:custGeom>
              <a:avLst/>
              <a:gdLst/>
              <a:ahLst/>
              <a:cxnLst/>
              <a:rect l="l" t="t" r="r" b="b"/>
              <a:pathLst>
                <a:path w="10159" h="3809">
                  <a:moveTo>
                    <a:pt x="9726" y="0"/>
                  </a:moveTo>
                  <a:lnTo>
                    <a:pt x="0" y="1019"/>
                  </a:lnTo>
                  <a:lnTo>
                    <a:pt x="276" y="3674"/>
                  </a:lnTo>
                  <a:lnTo>
                    <a:pt x="10003" y="2633"/>
                  </a:lnTo>
                  <a:lnTo>
                    <a:pt x="9726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6" name="object 1586"/>
            <p:cNvSpPr/>
            <p:nvPr/>
          </p:nvSpPr>
          <p:spPr>
            <a:xfrm>
              <a:off x="7399431" y="7168775"/>
              <a:ext cx="10160" cy="3810"/>
            </a:xfrm>
            <a:custGeom>
              <a:avLst/>
              <a:gdLst/>
              <a:ahLst/>
              <a:cxnLst/>
              <a:rect l="l" t="t" r="r" b="b"/>
              <a:pathLst>
                <a:path w="10159" h="3809">
                  <a:moveTo>
                    <a:pt x="9726" y="0"/>
                  </a:moveTo>
                  <a:lnTo>
                    <a:pt x="0" y="1022"/>
                  </a:lnTo>
                  <a:lnTo>
                    <a:pt x="169" y="2635"/>
                  </a:lnTo>
                  <a:lnTo>
                    <a:pt x="276" y="3655"/>
                  </a:lnTo>
                  <a:lnTo>
                    <a:pt x="10003" y="2635"/>
                  </a:lnTo>
                  <a:lnTo>
                    <a:pt x="9869" y="1360"/>
                  </a:lnTo>
                  <a:lnTo>
                    <a:pt x="9834" y="1022"/>
                  </a:lnTo>
                  <a:lnTo>
                    <a:pt x="9726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7" name="object 1587"/>
            <p:cNvSpPr/>
            <p:nvPr/>
          </p:nvSpPr>
          <p:spPr>
            <a:xfrm>
              <a:off x="7396217" y="7169795"/>
              <a:ext cx="3810" cy="5715"/>
            </a:xfrm>
            <a:custGeom>
              <a:avLst/>
              <a:gdLst/>
              <a:ahLst/>
              <a:cxnLst/>
              <a:rect l="l" t="t" r="r" b="b"/>
              <a:pathLst>
                <a:path w="3809" h="5715">
                  <a:moveTo>
                    <a:pt x="3214" y="0"/>
                  </a:moveTo>
                  <a:lnTo>
                    <a:pt x="0" y="340"/>
                  </a:lnTo>
                  <a:lnTo>
                    <a:pt x="0" y="5673"/>
                  </a:lnTo>
                  <a:lnTo>
                    <a:pt x="3768" y="5289"/>
                  </a:lnTo>
                  <a:lnTo>
                    <a:pt x="3214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8" name="object 1588"/>
            <p:cNvSpPr/>
            <p:nvPr/>
          </p:nvSpPr>
          <p:spPr>
            <a:xfrm>
              <a:off x="7441916" y="7167055"/>
              <a:ext cx="9525" cy="3810"/>
            </a:xfrm>
            <a:custGeom>
              <a:avLst/>
              <a:gdLst/>
              <a:ahLst/>
              <a:cxnLst/>
              <a:rect l="l" t="t" r="r" b="b"/>
              <a:pathLst>
                <a:path w="9525" h="3809">
                  <a:moveTo>
                    <a:pt x="8874" y="0"/>
                  </a:moveTo>
                  <a:lnTo>
                    <a:pt x="0" y="934"/>
                  </a:lnTo>
                  <a:lnTo>
                    <a:pt x="275" y="3568"/>
                  </a:lnTo>
                  <a:lnTo>
                    <a:pt x="9151" y="2633"/>
                  </a:lnTo>
                  <a:lnTo>
                    <a:pt x="8874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9" name="object 1589"/>
            <p:cNvSpPr/>
            <p:nvPr/>
          </p:nvSpPr>
          <p:spPr>
            <a:xfrm>
              <a:off x="7429826" y="7164400"/>
              <a:ext cx="21590" cy="3810"/>
            </a:xfrm>
            <a:custGeom>
              <a:avLst/>
              <a:gdLst/>
              <a:ahLst/>
              <a:cxnLst/>
              <a:rect l="l" t="t" r="r" b="b"/>
              <a:pathLst>
                <a:path w="21590" h="3809">
                  <a:moveTo>
                    <a:pt x="20688" y="0"/>
                  </a:moveTo>
                  <a:lnTo>
                    <a:pt x="0" y="2188"/>
                  </a:lnTo>
                  <a:lnTo>
                    <a:pt x="11791" y="955"/>
                  </a:lnTo>
                  <a:lnTo>
                    <a:pt x="12090" y="3590"/>
                  </a:lnTo>
                  <a:lnTo>
                    <a:pt x="20965" y="2655"/>
                  </a:lnTo>
                  <a:lnTo>
                    <a:pt x="20688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0" name="object 1590"/>
            <p:cNvSpPr/>
            <p:nvPr/>
          </p:nvSpPr>
          <p:spPr>
            <a:xfrm>
              <a:off x="7429826" y="7165355"/>
              <a:ext cx="12700" cy="6985"/>
            </a:xfrm>
            <a:custGeom>
              <a:avLst/>
              <a:gdLst/>
              <a:ahLst/>
              <a:cxnLst/>
              <a:rect l="l" t="t" r="r" b="b"/>
              <a:pathLst>
                <a:path w="12700" h="6984">
                  <a:moveTo>
                    <a:pt x="11791" y="0"/>
                  </a:moveTo>
                  <a:lnTo>
                    <a:pt x="0" y="1233"/>
                  </a:lnTo>
                  <a:lnTo>
                    <a:pt x="574" y="6522"/>
                  </a:lnTo>
                  <a:lnTo>
                    <a:pt x="12365" y="5269"/>
                  </a:lnTo>
                  <a:lnTo>
                    <a:pt x="11791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1" name="object 1591"/>
            <p:cNvSpPr/>
            <p:nvPr/>
          </p:nvSpPr>
          <p:spPr>
            <a:xfrm>
              <a:off x="7484123" y="7162679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8025" y="0"/>
                  </a:moveTo>
                  <a:lnTo>
                    <a:pt x="0" y="849"/>
                  </a:lnTo>
                  <a:lnTo>
                    <a:pt x="276" y="3505"/>
                  </a:lnTo>
                  <a:lnTo>
                    <a:pt x="8300" y="2655"/>
                  </a:lnTo>
                  <a:lnTo>
                    <a:pt x="8025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2" name="object 1592"/>
            <p:cNvSpPr/>
            <p:nvPr/>
          </p:nvSpPr>
          <p:spPr>
            <a:xfrm>
              <a:off x="7483827" y="7160045"/>
              <a:ext cx="8890" cy="3810"/>
            </a:xfrm>
            <a:custGeom>
              <a:avLst/>
              <a:gdLst/>
              <a:ahLst/>
              <a:cxnLst/>
              <a:rect l="l" t="t" r="r" b="b"/>
              <a:pathLst>
                <a:path w="8890" h="3809">
                  <a:moveTo>
                    <a:pt x="8045" y="0"/>
                  </a:moveTo>
                  <a:lnTo>
                    <a:pt x="0" y="851"/>
                  </a:lnTo>
                  <a:lnTo>
                    <a:pt x="150" y="2186"/>
                  </a:lnTo>
                  <a:lnTo>
                    <a:pt x="201" y="2633"/>
                  </a:lnTo>
                  <a:lnTo>
                    <a:pt x="296" y="3483"/>
                  </a:lnTo>
                  <a:lnTo>
                    <a:pt x="8322" y="2633"/>
                  </a:lnTo>
                  <a:lnTo>
                    <a:pt x="8134" y="851"/>
                  </a:lnTo>
                  <a:lnTo>
                    <a:pt x="8045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3" name="object 1593"/>
            <p:cNvSpPr/>
            <p:nvPr/>
          </p:nvSpPr>
          <p:spPr>
            <a:xfrm>
              <a:off x="7471204" y="7160895"/>
              <a:ext cx="13335" cy="6985"/>
            </a:xfrm>
            <a:custGeom>
              <a:avLst/>
              <a:gdLst/>
              <a:ahLst/>
              <a:cxnLst/>
              <a:rect l="l" t="t" r="r" b="b"/>
              <a:pathLst>
                <a:path w="13334" h="6984">
                  <a:moveTo>
                    <a:pt x="12622" y="0"/>
                  </a:moveTo>
                  <a:lnTo>
                    <a:pt x="0" y="1337"/>
                  </a:lnTo>
                  <a:lnTo>
                    <a:pt x="553" y="6606"/>
                  </a:lnTo>
                  <a:lnTo>
                    <a:pt x="13196" y="5289"/>
                  </a:lnTo>
                  <a:lnTo>
                    <a:pt x="12622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4" name="object 1594"/>
            <p:cNvSpPr/>
            <p:nvPr/>
          </p:nvSpPr>
          <p:spPr>
            <a:xfrm>
              <a:off x="7526310" y="7158324"/>
              <a:ext cx="7620" cy="3810"/>
            </a:xfrm>
            <a:custGeom>
              <a:avLst/>
              <a:gdLst/>
              <a:ahLst/>
              <a:cxnLst/>
              <a:rect l="l" t="t" r="r" b="b"/>
              <a:pathLst>
                <a:path w="7620" h="3809">
                  <a:moveTo>
                    <a:pt x="7194" y="0"/>
                  </a:moveTo>
                  <a:lnTo>
                    <a:pt x="0" y="764"/>
                  </a:lnTo>
                  <a:lnTo>
                    <a:pt x="298" y="3398"/>
                  </a:lnTo>
                  <a:lnTo>
                    <a:pt x="7491" y="2633"/>
                  </a:lnTo>
                  <a:lnTo>
                    <a:pt x="7194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5" name="object 1595"/>
            <p:cNvSpPr/>
            <p:nvPr/>
          </p:nvSpPr>
          <p:spPr>
            <a:xfrm>
              <a:off x="7526034" y="7155689"/>
              <a:ext cx="7620" cy="3810"/>
            </a:xfrm>
            <a:custGeom>
              <a:avLst/>
              <a:gdLst/>
              <a:ahLst/>
              <a:cxnLst/>
              <a:rect l="l" t="t" r="r" b="b"/>
              <a:pathLst>
                <a:path w="7620" h="3809">
                  <a:moveTo>
                    <a:pt x="7193" y="0"/>
                  </a:moveTo>
                  <a:lnTo>
                    <a:pt x="0" y="754"/>
                  </a:lnTo>
                  <a:lnTo>
                    <a:pt x="147" y="2167"/>
                  </a:lnTo>
                  <a:lnTo>
                    <a:pt x="196" y="2635"/>
                  </a:lnTo>
                  <a:lnTo>
                    <a:pt x="275" y="3399"/>
                  </a:lnTo>
                  <a:lnTo>
                    <a:pt x="7470" y="2635"/>
                  </a:lnTo>
                  <a:lnTo>
                    <a:pt x="7272" y="754"/>
                  </a:lnTo>
                  <a:lnTo>
                    <a:pt x="7193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6" name="object 1596"/>
            <p:cNvSpPr/>
            <p:nvPr/>
          </p:nvSpPr>
          <p:spPr>
            <a:xfrm>
              <a:off x="7512560" y="7156433"/>
              <a:ext cx="14604" cy="6985"/>
            </a:xfrm>
            <a:custGeom>
              <a:avLst/>
              <a:gdLst/>
              <a:ahLst/>
              <a:cxnLst/>
              <a:rect l="l" t="t" r="r" b="b"/>
              <a:pathLst>
                <a:path w="14604" h="6984">
                  <a:moveTo>
                    <a:pt x="13473" y="0"/>
                  </a:moveTo>
                  <a:lnTo>
                    <a:pt x="0" y="1423"/>
                  </a:lnTo>
                  <a:lnTo>
                    <a:pt x="553" y="6713"/>
                  </a:lnTo>
                  <a:lnTo>
                    <a:pt x="14048" y="5289"/>
                  </a:lnTo>
                  <a:lnTo>
                    <a:pt x="13473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7" name="object 1597"/>
            <p:cNvSpPr/>
            <p:nvPr/>
          </p:nvSpPr>
          <p:spPr>
            <a:xfrm>
              <a:off x="7568539" y="7153969"/>
              <a:ext cx="6985" cy="3810"/>
            </a:xfrm>
            <a:custGeom>
              <a:avLst/>
              <a:gdLst/>
              <a:ahLst/>
              <a:cxnLst/>
              <a:rect l="l" t="t" r="r" b="b"/>
              <a:pathLst>
                <a:path w="6984" h="3809">
                  <a:moveTo>
                    <a:pt x="6343" y="0"/>
                  </a:moveTo>
                  <a:lnTo>
                    <a:pt x="0" y="657"/>
                  </a:lnTo>
                  <a:lnTo>
                    <a:pt x="276" y="3291"/>
                  </a:lnTo>
                  <a:lnTo>
                    <a:pt x="6620" y="2633"/>
                  </a:lnTo>
                  <a:lnTo>
                    <a:pt x="6343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8" name="object 1598"/>
            <p:cNvSpPr/>
            <p:nvPr/>
          </p:nvSpPr>
          <p:spPr>
            <a:xfrm>
              <a:off x="7553916" y="7151314"/>
              <a:ext cx="21590" cy="3810"/>
            </a:xfrm>
            <a:custGeom>
              <a:avLst/>
              <a:gdLst/>
              <a:ahLst/>
              <a:cxnLst/>
              <a:rect l="l" t="t" r="r" b="b"/>
              <a:pathLst>
                <a:path w="21590" h="3809">
                  <a:moveTo>
                    <a:pt x="20667" y="0"/>
                  </a:moveTo>
                  <a:lnTo>
                    <a:pt x="0" y="2188"/>
                  </a:lnTo>
                  <a:lnTo>
                    <a:pt x="14325" y="679"/>
                  </a:lnTo>
                  <a:lnTo>
                    <a:pt x="14622" y="3313"/>
                  </a:lnTo>
                  <a:lnTo>
                    <a:pt x="20966" y="2655"/>
                  </a:lnTo>
                  <a:lnTo>
                    <a:pt x="20667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9" name="object 1599"/>
            <p:cNvSpPr/>
            <p:nvPr/>
          </p:nvSpPr>
          <p:spPr>
            <a:xfrm>
              <a:off x="7553916" y="7151993"/>
              <a:ext cx="15240" cy="6985"/>
            </a:xfrm>
            <a:custGeom>
              <a:avLst/>
              <a:gdLst/>
              <a:ahLst/>
              <a:cxnLst/>
              <a:rect l="l" t="t" r="r" b="b"/>
              <a:pathLst>
                <a:path w="15240" h="6984">
                  <a:moveTo>
                    <a:pt x="14325" y="0"/>
                  </a:moveTo>
                  <a:lnTo>
                    <a:pt x="0" y="1508"/>
                  </a:lnTo>
                  <a:lnTo>
                    <a:pt x="553" y="6776"/>
                  </a:lnTo>
                  <a:lnTo>
                    <a:pt x="14899" y="5267"/>
                  </a:lnTo>
                  <a:lnTo>
                    <a:pt x="14325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0" name="object 1600"/>
            <p:cNvSpPr/>
            <p:nvPr/>
          </p:nvSpPr>
          <p:spPr>
            <a:xfrm>
              <a:off x="7610726" y="7149593"/>
              <a:ext cx="6350" cy="3810"/>
            </a:xfrm>
            <a:custGeom>
              <a:avLst/>
              <a:gdLst/>
              <a:ahLst/>
              <a:cxnLst/>
              <a:rect l="l" t="t" r="r" b="b"/>
              <a:pathLst>
                <a:path w="6350" h="3809">
                  <a:moveTo>
                    <a:pt x="5513" y="0"/>
                  </a:moveTo>
                  <a:lnTo>
                    <a:pt x="0" y="594"/>
                  </a:lnTo>
                  <a:lnTo>
                    <a:pt x="298" y="3228"/>
                  </a:lnTo>
                  <a:lnTo>
                    <a:pt x="5789" y="2655"/>
                  </a:lnTo>
                  <a:lnTo>
                    <a:pt x="5513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1" name="object 1601"/>
            <p:cNvSpPr/>
            <p:nvPr/>
          </p:nvSpPr>
          <p:spPr>
            <a:xfrm>
              <a:off x="7610450" y="7146959"/>
              <a:ext cx="6350" cy="3810"/>
            </a:xfrm>
            <a:custGeom>
              <a:avLst/>
              <a:gdLst/>
              <a:ahLst/>
              <a:cxnLst/>
              <a:rect l="l" t="t" r="r" b="b"/>
              <a:pathLst>
                <a:path w="6350" h="3809">
                  <a:moveTo>
                    <a:pt x="5512" y="0"/>
                  </a:moveTo>
                  <a:lnTo>
                    <a:pt x="0" y="582"/>
                  </a:lnTo>
                  <a:lnTo>
                    <a:pt x="167" y="2186"/>
                  </a:lnTo>
                  <a:lnTo>
                    <a:pt x="275" y="3228"/>
                  </a:lnTo>
                  <a:lnTo>
                    <a:pt x="5788" y="2633"/>
                  </a:lnTo>
                  <a:lnTo>
                    <a:pt x="5573" y="582"/>
                  </a:lnTo>
                  <a:lnTo>
                    <a:pt x="5512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2" name="object 1602"/>
            <p:cNvSpPr/>
            <p:nvPr/>
          </p:nvSpPr>
          <p:spPr>
            <a:xfrm>
              <a:off x="7595274" y="7147532"/>
              <a:ext cx="15875" cy="6985"/>
            </a:xfrm>
            <a:custGeom>
              <a:avLst/>
              <a:gdLst/>
              <a:ahLst/>
              <a:cxnLst/>
              <a:rect l="l" t="t" r="r" b="b"/>
              <a:pathLst>
                <a:path w="15875" h="6984">
                  <a:moveTo>
                    <a:pt x="15175" y="0"/>
                  </a:moveTo>
                  <a:lnTo>
                    <a:pt x="0" y="1614"/>
                  </a:lnTo>
                  <a:lnTo>
                    <a:pt x="552" y="6883"/>
                  </a:lnTo>
                  <a:lnTo>
                    <a:pt x="15750" y="5289"/>
                  </a:lnTo>
                  <a:lnTo>
                    <a:pt x="15175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3" name="object 1603"/>
            <p:cNvSpPr/>
            <p:nvPr/>
          </p:nvSpPr>
          <p:spPr>
            <a:xfrm>
              <a:off x="7652934" y="7145238"/>
              <a:ext cx="5080" cy="3175"/>
            </a:xfrm>
            <a:custGeom>
              <a:avLst/>
              <a:gdLst/>
              <a:ahLst/>
              <a:cxnLst/>
              <a:rect l="l" t="t" r="r" b="b"/>
              <a:pathLst>
                <a:path w="5079" h="3175">
                  <a:moveTo>
                    <a:pt x="4660" y="0"/>
                  </a:moveTo>
                  <a:lnTo>
                    <a:pt x="0" y="487"/>
                  </a:lnTo>
                  <a:lnTo>
                    <a:pt x="298" y="3122"/>
                  </a:lnTo>
                  <a:lnTo>
                    <a:pt x="4937" y="2633"/>
                  </a:lnTo>
                  <a:lnTo>
                    <a:pt x="4660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4" name="object 1604"/>
            <p:cNvSpPr/>
            <p:nvPr/>
          </p:nvSpPr>
          <p:spPr>
            <a:xfrm>
              <a:off x="7636630" y="7142583"/>
              <a:ext cx="21590" cy="3175"/>
            </a:xfrm>
            <a:custGeom>
              <a:avLst/>
              <a:gdLst/>
              <a:ahLst/>
              <a:cxnLst/>
              <a:rect l="l" t="t" r="r" b="b"/>
              <a:pathLst>
                <a:path w="21590" h="3175">
                  <a:moveTo>
                    <a:pt x="20688" y="0"/>
                  </a:moveTo>
                  <a:lnTo>
                    <a:pt x="0" y="2188"/>
                  </a:lnTo>
                  <a:lnTo>
                    <a:pt x="16027" y="509"/>
                  </a:lnTo>
                  <a:lnTo>
                    <a:pt x="16304" y="3143"/>
                  </a:lnTo>
                  <a:lnTo>
                    <a:pt x="20965" y="2655"/>
                  </a:lnTo>
                  <a:lnTo>
                    <a:pt x="20688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5" name="object 1605"/>
            <p:cNvSpPr/>
            <p:nvPr/>
          </p:nvSpPr>
          <p:spPr>
            <a:xfrm>
              <a:off x="7636630" y="7143092"/>
              <a:ext cx="17145" cy="6985"/>
            </a:xfrm>
            <a:custGeom>
              <a:avLst/>
              <a:gdLst/>
              <a:ahLst/>
              <a:cxnLst/>
              <a:rect l="l" t="t" r="r" b="b"/>
              <a:pathLst>
                <a:path w="17145" h="6984">
                  <a:moveTo>
                    <a:pt x="16027" y="0"/>
                  </a:moveTo>
                  <a:lnTo>
                    <a:pt x="0" y="1678"/>
                  </a:lnTo>
                  <a:lnTo>
                    <a:pt x="553" y="6968"/>
                  </a:lnTo>
                  <a:lnTo>
                    <a:pt x="16602" y="5269"/>
                  </a:lnTo>
                  <a:lnTo>
                    <a:pt x="16027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6" name="object 1606"/>
            <p:cNvSpPr/>
            <p:nvPr/>
          </p:nvSpPr>
          <p:spPr>
            <a:xfrm>
              <a:off x="7695143" y="7140883"/>
              <a:ext cx="4445" cy="3175"/>
            </a:xfrm>
            <a:custGeom>
              <a:avLst/>
              <a:gdLst/>
              <a:ahLst/>
              <a:cxnLst/>
              <a:rect l="l" t="t" r="r" b="b"/>
              <a:pathLst>
                <a:path w="4445" h="3175">
                  <a:moveTo>
                    <a:pt x="3810" y="0"/>
                  </a:moveTo>
                  <a:lnTo>
                    <a:pt x="0" y="382"/>
                  </a:lnTo>
                  <a:lnTo>
                    <a:pt x="297" y="3037"/>
                  </a:lnTo>
                  <a:lnTo>
                    <a:pt x="4085" y="2633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7" name="object 1607"/>
            <p:cNvSpPr/>
            <p:nvPr/>
          </p:nvSpPr>
          <p:spPr>
            <a:xfrm>
              <a:off x="7694866" y="7138228"/>
              <a:ext cx="4445" cy="3175"/>
            </a:xfrm>
            <a:custGeom>
              <a:avLst/>
              <a:gdLst/>
              <a:ahLst/>
              <a:cxnLst/>
              <a:rect l="l" t="t" r="r" b="b"/>
              <a:pathLst>
                <a:path w="4445" h="3175">
                  <a:moveTo>
                    <a:pt x="3809" y="0"/>
                  </a:moveTo>
                  <a:lnTo>
                    <a:pt x="0" y="402"/>
                  </a:lnTo>
                  <a:lnTo>
                    <a:pt x="187" y="2188"/>
                  </a:lnTo>
                  <a:lnTo>
                    <a:pt x="276" y="3037"/>
                  </a:lnTo>
                  <a:lnTo>
                    <a:pt x="4086" y="2633"/>
                  </a:lnTo>
                  <a:lnTo>
                    <a:pt x="3852" y="402"/>
                  </a:lnTo>
                  <a:lnTo>
                    <a:pt x="3809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8" name="object 1608"/>
            <p:cNvSpPr/>
            <p:nvPr/>
          </p:nvSpPr>
          <p:spPr>
            <a:xfrm>
              <a:off x="7677986" y="7138630"/>
              <a:ext cx="17780" cy="7620"/>
            </a:xfrm>
            <a:custGeom>
              <a:avLst/>
              <a:gdLst/>
              <a:ahLst/>
              <a:cxnLst/>
              <a:rect l="l" t="t" r="r" b="b"/>
              <a:pathLst>
                <a:path w="17779" h="7620">
                  <a:moveTo>
                    <a:pt x="16879" y="0"/>
                  </a:moveTo>
                  <a:lnTo>
                    <a:pt x="0" y="1785"/>
                  </a:lnTo>
                  <a:lnTo>
                    <a:pt x="575" y="7053"/>
                  </a:lnTo>
                  <a:lnTo>
                    <a:pt x="17453" y="5290"/>
                  </a:lnTo>
                  <a:lnTo>
                    <a:pt x="16879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9" name="object 1609"/>
            <p:cNvSpPr/>
            <p:nvPr/>
          </p:nvSpPr>
          <p:spPr>
            <a:xfrm>
              <a:off x="7737350" y="7136507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2959" y="0"/>
                  </a:moveTo>
                  <a:lnTo>
                    <a:pt x="0" y="318"/>
                  </a:lnTo>
                  <a:lnTo>
                    <a:pt x="276" y="2952"/>
                  </a:lnTo>
                  <a:lnTo>
                    <a:pt x="3235" y="2633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0" name="object 1610"/>
            <p:cNvSpPr/>
            <p:nvPr/>
          </p:nvSpPr>
          <p:spPr>
            <a:xfrm>
              <a:off x="7737074" y="7133873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2957" y="0"/>
                  </a:moveTo>
                  <a:lnTo>
                    <a:pt x="0" y="310"/>
                  </a:lnTo>
                  <a:lnTo>
                    <a:pt x="173" y="1974"/>
                  </a:lnTo>
                  <a:lnTo>
                    <a:pt x="275" y="2952"/>
                  </a:lnTo>
                  <a:lnTo>
                    <a:pt x="3234" y="2633"/>
                  </a:lnTo>
                  <a:lnTo>
                    <a:pt x="2990" y="310"/>
                  </a:lnTo>
                  <a:lnTo>
                    <a:pt x="2957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1" name="object 1611"/>
            <p:cNvSpPr/>
            <p:nvPr/>
          </p:nvSpPr>
          <p:spPr>
            <a:xfrm>
              <a:off x="7719343" y="713417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5" h="7620">
                  <a:moveTo>
                    <a:pt x="17730" y="0"/>
                  </a:moveTo>
                  <a:lnTo>
                    <a:pt x="0" y="1869"/>
                  </a:lnTo>
                  <a:lnTo>
                    <a:pt x="575" y="7158"/>
                  </a:lnTo>
                  <a:lnTo>
                    <a:pt x="18284" y="5289"/>
                  </a:lnTo>
                  <a:lnTo>
                    <a:pt x="17730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2" name="object 1612"/>
            <p:cNvSpPr/>
            <p:nvPr/>
          </p:nvSpPr>
          <p:spPr>
            <a:xfrm>
              <a:off x="7933320" y="6831873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1107" y="0"/>
                  </a:moveTo>
                  <a:lnTo>
                    <a:pt x="0" y="0"/>
                  </a:lnTo>
                  <a:lnTo>
                    <a:pt x="1107" y="869"/>
                  </a:lnTo>
                  <a:lnTo>
                    <a:pt x="1107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3" name="object 1613"/>
            <p:cNvSpPr/>
            <p:nvPr/>
          </p:nvSpPr>
          <p:spPr>
            <a:xfrm>
              <a:off x="7929105" y="6836536"/>
              <a:ext cx="5715" cy="429259"/>
            </a:xfrm>
            <a:custGeom>
              <a:avLst/>
              <a:gdLst/>
              <a:ahLst/>
              <a:cxnLst/>
              <a:rect l="l" t="t" r="r" b="b"/>
              <a:pathLst>
                <a:path w="5715" h="429259">
                  <a:moveTo>
                    <a:pt x="5359" y="119570"/>
                  </a:moveTo>
                  <a:lnTo>
                    <a:pt x="38" y="120789"/>
                  </a:lnTo>
                  <a:lnTo>
                    <a:pt x="63" y="149618"/>
                  </a:lnTo>
                  <a:lnTo>
                    <a:pt x="5359" y="147320"/>
                  </a:lnTo>
                  <a:lnTo>
                    <a:pt x="5359" y="119570"/>
                  </a:lnTo>
                  <a:close/>
                </a:path>
                <a:path w="5715" h="429259">
                  <a:moveTo>
                    <a:pt x="5359" y="114096"/>
                  </a:moveTo>
                  <a:lnTo>
                    <a:pt x="5321" y="0"/>
                  </a:lnTo>
                  <a:lnTo>
                    <a:pt x="0" y="546"/>
                  </a:lnTo>
                  <a:lnTo>
                    <a:pt x="38" y="115328"/>
                  </a:lnTo>
                  <a:lnTo>
                    <a:pt x="5359" y="114096"/>
                  </a:lnTo>
                  <a:close/>
                </a:path>
                <a:path w="5715" h="429259">
                  <a:moveTo>
                    <a:pt x="5486" y="428777"/>
                  </a:moveTo>
                  <a:lnTo>
                    <a:pt x="5397" y="193992"/>
                  </a:lnTo>
                  <a:lnTo>
                    <a:pt x="5384" y="153009"/>
                  </a:lnTo>
                  <a:lnTo>
                    <a:pt x="63" y="155308"/>
                  </a:lnTo>
                  <a:lnTo>
                    <a:pt x="76" y="194208"/>
                  </a:lnTo>
                  <a:lnTo>
                    <a:pt x="533" y="194208"/>
                  </a:lnTo>
                  <a:lnTo>
                    <a:pt x="3441" y="198196"/>
                  </a:lnTo>
                  <a:lnTo>
                    <a:pt x="76" y="200558"/>
                  </a:lnTo>
                  <a:lnTo>
                    <a:pt x="101" y="245529"/>
                  </a:lnTo>
                  <a:lnTo>
                    <a:pt x="3251" y="248666"/>
                  </a:lnTo>
                  <a:lnTo>
                    <a:pt x="101" y="251815"/>
                  </a:lnTo>
                  <a:lnTo>
                    <a:pt x="165" y="424776"/>
                  </a:lnTo>
                  <a:lnTo>
                    <a:pt x="5486" y="428777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4" name="object 1614"/>
            <p:cNvSpPr/>
            <p:nvPr/>
          </p:nvSpPr>
          <p:spPr>
            <a:xfrm>
              <a:off x="7924956" y="7261312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59" h="8254">
                  <a:moveTo>
                    <a:pt x="4320" y="0"/>
                  </a:moveTo>
                  <a:lnTo>
                    <a:pt x="4320" y="2932"/>
                  </a:lnTo>
                  <a:lnTo>
                    <a:pt x="0" y="3399"/>
                  </a:lnTo>
                  <a:lnTo>
                    <a:pt x="6215" y="8073"/>
                  </a:lnTo>
                  <a:lnTo>
                    <a:pt x="9641" y="7711"/>
                  </a:lnTo>
                  <a:lnTo>
                    <a:pt x="9641" y="3994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5" name="object 1615"/>
            <p:cNvSpPr/>
            <p:nvPr/>
          </p:nvSpPr>
          <p:spPr>
            <a:xfrm>
              <a:off x="7390960" y="7324746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0"/>
                  </a:moveTo>
                  <a:lnTo>
                    <a:pt x="17" y="1423"/>
                  </a:lnTo>
                  <a:lnTo>
                    <a:pt x="1893" y="1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6" name="object 1616"/>
            <p:cNvSpPr/>
            <p:nvPr/>
          </p:nvSpPr>
          <p:spPr>
            <a:xfrm>
              <a:off x="7396217" y="717546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8B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7" name="object 1617"/>
            <p:cNvSpPr/>
            <p:nvPr/>
          </p:nvSpPr>
          <p:spPr>
            <a:xfrm>
              <a:off x="7396217" y="7139247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5">
                  <a:moveTo>
                    <a:pt x="0" y="0"/>
                  </a:moveTo>
                  <a:lnTo>
                    <a:pt x="0" y="308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6F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8" name="object 1618"/>
            <p:cNvSpPr/>
            <p:nvPr/>
          </p:nvSpPr>
          <p:spPr>
            <a:xfrm>
              <a:off x="7396217" y="717013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8878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9" name="object 1619"/>
            <p:cNvSpPr/>
            <p:nvPr/>
          </p:nvSpPr>
          <p:spPr>
            <a:xfrm>
              <a:off x="7396217" y="7170135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7B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0" name="object 1620"/>
            <p:cNvSpPr/>
            <p:nvPr/>
          </p:nvSpPr>
          <p:spPr>
            <a:xfrm>
              <a:off x="7396281" y="7264712"/>
              <a:ext cx="535305" cy="61594"/>
            </a:xfrm>
            <a:custGeom>
              <a:avLst/>
              <a:gdLst/>
              <a:ahLst/>
              <a:cxnLst/>
              <a:rect l="l" t="t" r="r" b="b"/>
              <a:pathLst>
                <a:path w="535304" h="61595">
                  <a:moveTo>
                    <a:pt x="528674" y="0"/>
                  </a:moveTo>
                  <a:lnTo>
                    <a:pt x="0" y="55742"/>
                  </a:lnTo>
                  <a:lnTo>
                    <a:pt x="0" y="61095"/>
                  </a:lnTo>
                  <a:lnTo>
                    <a:pt x="534889" y="4673"/>
                  </a:lnTo>
                  <a:lnTo>
                    <a:pt x="528674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1" name="object 1621"/>
            <p:cNvSpPr/>
            <p:nvPr/>
          </p:nvSpPr>
          <p:spPr>
            <a:xfrm>
              <a:off x="7390917" y="7175500"/>
              <a:ext cx="5715" cy="144780"/>
            </a:xfrm>
            <a:custGeom>
              <a:avLst/>
              <a:gdLst/>
              <a:ahLst/>
              <a:cxnLst/>
              <a:rect l="l" t="t" r="r" b="b"/>
              <a:pathLst>
                <a:path w="5715" h="144779">
                  <a:moveTo>
                    <a:pt x="5359" y="142240"/>
                  </a:moveTo>
                  <a:lnTo>
                    <a:pt x="5321" y="0"/>
                  </a:lnTo>
                  <a:lnTo>
                    <a:pt x="0" y="0"/>
                  </a:lnTo>
                  <a:lnTo>
                    <a:pt x="0" y="142240"/>
                  </a:lnTo>
                  <a:lnTo>
                    <a:pt x="1270" y="142240"/>
                  </a:lnTo>
                  <a:lnTo>
                    <a:pt x="1270" y="144780"/>
                  </a:lnTo>
                  <a:lnTo>
                    <a:pt x="5359" y="144780"/>
                  </a:lnTo>
                  <a:lnTo>
                    <a:pt x="5359" y="14224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2" name="object 1622"/>
            <p:cNvSpPr/>
            <p:nvPr/>
          </p:nvSpPr>
          <p:spPr>
            <a:xfrm>
              <a:off x="7390895" y="7175468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5" h="634">
                  <a:moveTo>
                    <a:pt x="5321" y="0"/>
                  </a:moveTo>
                  <a:lnTo>
                    <a:pt x="0" y="572"/>
                  </a:lnTo>
                  <a:lnTo>
                    <a:pt x="5321" y="20"/>
                  </a:lnTo>
                  <a:close/>
                </a:path>
              </a:pathLst>
            </a:custGeom>
            <a:solidFill>
              <a:srgbClr val="7674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3" name="object 1623"/>
            <p:cNvSpPr/>
            <p:nvPr/>
          </p:nvSpPr>
          <p:spPr>
            <a:xfrm>
              <a:off x="7390895" y="7139247"/>
              <a:ext cx="5715" cy="31750"/>
            </a:xfrm>
            <a:custGeom>
              <a:avLst/>
              <a:gdLst/>
              <a:ahLst/>
              <a:cxnLst/>
              <a:rect l="l" t="t" r="r" b="b"/>
              <a:pathLst>
                <a:path w="5715" h="31750">
                  <a:moveTo>
                    <a:pt x="5300" y="0"/>
                  </a:moveTo>
                  <a:lnTo>
                    <a:pt x="0" y="551"/>
                  </a:lnTo>
                  <a:lnTo>
                    <a:pt x="0" y="31440"/>
                  </a:lnTo>
                  <a:lnTo>
                    <a:pt x="5321" y="30887"/>
                  </a:lnTo>
                  <a:lnTo>
                    <a:pt x="5300" y="0"/>
                  </a:lnTo>
                  <a:close/>
                </a:path>
              </a:pathLst>
            </a:custGeom>
            <a:solidFill>
              <a:srgbClr val="6A62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4" name="object 1624"/>
            <p:cNvSpPr/>
            <p:nvPr/>
          </p:nvSpPr>
          <p:spPr>
            <a:xfrm>
              <a:off x="7390895" y="7170135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5" h="634">
                  <a:moveTo>
                    <a:pt x="5321" y="0"/>
                  </a:moveTo>
                  <a:lnTo>
                    <a:pt x="0" y="55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7168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5" name="object 1625"/>
            <p:cNvSpPr/>
            <p:nvPr/>
          </p:nvSpPr>
          <p:spPr>
            <a:xfrm>
              <a:off x="7390895" y="7170135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5" h="6350">
                  <a:moveTo>
                    <a:pt x="5321" y="0"/>
                  </a:moveTo>
                  <a:lnTo>
                    <a:pt x="0" y="574"/>
                  </a:lnTo>
                  <a:lnTo>
                    <a:pt x="0" y="5905"/>
                  </a:lnTo>
                  <a:lnTo>
                    <a:pt x="5321" y="533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746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6" name="object 1626"/>
            <p:cNvSpPr/>
            <p:nvPr/>
          </p:nvSpPr>
          <p:spPr>
            <a:xfrm>
              <a:off x="7390960" y="7318076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5" h="8254">
                  <a:moveTo>
                    <a:pt x="0" y="0"/>
                  </a:moveTo>
                  <a:lnTo>
                    <a:pt x="0" y="6670"/>
                  </a:lnTo>
                  <a:lnTo>
                    <a:pt x="1893" y="8093"/>
                  </a:lnTo>
                  <a:lnTo>
                    <a:pt x="5321" y="7731"/>
                  </a:lnTo>
                  <a:lnTo>
                    <a:pt x="5321" y="2378"/>
                  </a:lnTo>
                  <a:lnTo>
                    <a:pt x="3426" y="2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7" name="object 1627"/>
            <p:cNvSpPr/>
            <p:nvPr/>
          </p:nvSpPr>
          <p:spPr>
            <a:xfrm>
              <a:off x="7322167" y="7143666"/>
              <a:ext cx="35560" cy="27940"/>
            </a:xfrm>
            <a:custGeom>
              <a:avLst/>
              <a:gdLst/>
              <a:ahLst/>
              <a:cxnLst/>
              <a:rect l="l" t="t" r="r" b="b"/>
              <a:pathLst>
                <a:path w="35559" h="27940">
                  <a:moveTo>
                    <a:pt x="32438" y="0"/>
                  </a:moveTo>
                  <a:lnTo>
                    <a:pt x="24966" y="806"/>
                  </a:lnTo>
                  <a:lnTo>
                    <a:pt x="24584" y="806"/>
                  </a:lnTo>
                  <a:lnTo>
                    <a:pt x="24541" y="509"/>
                  </a:lnTo>
                  <a:lnTo>
                    <a:pt x="3681" y="2697"/>
                  </a:lnTo>
                  <a:lnTo>
                    <a:pt x="3703" y="2909"/>
                  </a:lnTo>
                  <a:lnTo>
                    <a:pt x="0" y="3462"/>
                  </a:lnTo>
                  <a:lnTo>
                    <a:pt x="2937" y="5778"/>
                  </a:lnTo>
                  <a:lnTo>
                    <a:pt x="1426" y="7860"/>
                  </a:lnTo>
                  <a:lnTo>
                    <a:pt x="18347" y="20585"/>
                  </a:lnTo>
                  <a:lnTo>
                    <a:pt x="19944" y="18460"/>
                  </a:lnTo>
                  <a:lnTo>
                    <a:pt x="32501" y="27913"/>
                  </a:lnTo>
                  <a:lnTo>
                    <a:pt x="32501" y="22603"/>
                  </a:lnTo>
                  <a:lnTo>
                    <a:pt x="35162" y="22603"/>
                  </a:lnTo>
                  <a:lnTo>
                    <a:pt x="35162" y="3675"/>
                  </a:lnTo>
                  <a:lnTo>
                    <a:pt x="32438" y="3675"/>
                  </a:lnTo>
                  <a:lnTo>
                    <a:pt x="32438" y="0"/>
                  </a:lnTo>
                  <a:close/>
                </a:path>
              </a:pathLst>
            </a:custGeom>
            <a:solidFill>
              <a:srgbClr val="9879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8" name="object 1628"/>
            <p:cNvSpPr/>
            <p:nvPr/>
          </p:nvSpPr>
          <p:spPr>
            <a:xfrm>
              <a:off x="7340514" y="7162126"/>
              <a:ext cx="10160" cy="8890"/>
            </a:xfrm>
            <a:custGeom>
              <a:avLst/>
              <a:gdLst/>
              <a:ahLst/>
              <a:cxnLst/>
              <a:rect l="l" t="t" r="r" b="b"/>
              <a:pathLst>
                <a:path w="10159" h="8890">
                  <a:moveTo>
                    <a:pt x="1596" y="0"/>
                  </a:moveTo>
                  <a:lnTo>
                    <a:pt x="0" y="2124"/>
                  </a:lnTo>
                  <a:lnTo>
                    <a:pt x="8322" y="8390"/>
                  </a:lnTo>
                  <a:lnTo>
                    <a:pt x="9918" y="6266"/>
                  </a:lnTo>
                  <a:lnTo>
                    <a:pt x="1596" y="0"/>
                  </a:lnTo>
                  <a:close/>
                </a:path>
              </a:pathLst>
            </a:custGeom>
            <a:solidFill>
              <a:srgbClr val="9B7C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9" name="object 1629"/>
            <p:cNvSpPr/>
            <p:nvPr/>
          </p:nvSpPr>
          <p:spPr>
            <a:xfrm>
              <a:off x="7325849" y="7144112"/>
              <a:ext cx="20955" cy="2540"/>
            </a:xfrm>
            <a:custGeom>
              <a:avLst/>
              <a:gdLst/>
              <a:ahLst/>
              <a:cxnLst/>
              <a:rect l="l" t="t" r="r" b="b"/>
              <a:pathLst>
                <a:path w="20954" h="2540">
                  <a:moveTo>
                    <a:pt x="20859" y="0"/>
                  </a:moveTo>
                  <a:lnTo>
                    <a:pt x="0" y="2209"/>
                  </a:lnTo>
                  <a:lnTo>
                    <a:pt x="20859" y="63"/>
                  </a:lnTo>
                  <a:close/>
                </a:path>
              </a:pathLst>
            </a:custGeom>
            <a:solidFill>
              <a:srgbClr val="9873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0" name="object 1630"/>
            <p:cNvSpPr/>
            <p:nvPr/>
          </p:nvSpPr>
          <p:spPr>
            <a:xfrm>
              <a:off x="7356585" y="7179291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3404" y="0"/>
                  </a:moveTo>
                  <a:lnTo>
                    <a:pt x="1191" y="233"/>
                  </a:lnTo>
                  <a:lnTo>
                    <a:pt x="85" y="361"/>
                  </a:lnTo>
                  <a:lnTo>
                    <a:pt x="3404" y="2932"/>
                  </a:lnTo>
                  <a:lnTo>
                    <a:pt x="3404" y="0"/>
                  </a:lnTo>
                  <a:close/>
                </a:path>
              </a:pathLst>
            </a:custGeom>
            <a:solidFill>
              <a:srgbClr val="A592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1" name="object 1631"/>
            <p:cNvSpPr/>
            <p:nvPr/>
          </p:nvSpPr>
          <p:spPr>
            <a:xfrm>
              <a:off x="7350433" y="7166269"/>
              <a:ext cx="6985" cy="5715"/>
            </a:xfrm>
            <a:custGeom>
              <a:avLst/>
              <a:gdLst/>
              <a:ahLst/>
              <a:cxnLst/>
              <a:rect l="l" t="t" r="r" b="b"/>
              <a:pathLst>
                <a:path w="6984" h="5715">
                  <a:moveTo>
                    <a:pt x="6917" y="0"/>
                  </a:moveTo>
                  <a:lnTo>
                    <a:pt x="4235" y="0"/>
                  </a:lnTo>
                  <a:lnTo>
                    <a:pt x="4235" y="5309"/>
                  </a:lnTo>
                  <a:lnTo>
                    <a:pt x="21" y="2123"/>
                  </a:lnTo>
                  <a:lnTo>
                    <a:pt x="4257" y="5331"/>
                  </a:lnTo>
                  <a:lnTo>
                    <a:pt x="4257" y="20"/>
                  </a:lnTo>
                  <a:lnTo>
                    <a:pt x="6917" y="20"/>
                  </a:lnTo>
                  <a:close/>
                </a:path>
              </a:pathLst>
            </a:custGeom>
            <a:solidFill>
              <a:srgbClr val="9E7E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2" name="object 1632"/>
            <p:cNvSpPr/>
            <p:nvPr/>
          </p:nvSpPr>
          <p:spPr>
            <a:xfrm>
              <a:off x="7347240" y="7168393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20" h="10159">
                  <a:moveTo>
                    <a:pt x="3192" y="0"/>
                  </a:moveTo>
                  <a:lnTo>
                    <a:pt x="0" y="4227"/>
                  </a:lnTo>
                  <a:lnTo>
                    <a:pt x="7449" y="9836"/>
                  </a:lnTo>
                  <a:lnTo>
                    <a:pt x="7449" y="3208"/>
                  </a:lnTo>
                  <a:lnTo>
                    <a:pt x="3192" y="0"/>
                  </a:lnTo>
                  <a:close/>
                </a:path>
              </a:pathLst>
            </a:custGeom>
            <a:solidFill>
              <a:srgbClr val="A281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3" name="object 1633"/>
            <p:cNvSpPr/>
            <p:nvPr/>
          </p:nvSpPr>
          <p:spPr>
            <a:xfrm>
              <a:off x="7357351" y="7166269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2639" y="0"/>
                  </a:moveTo>
                  <a:lnTo>
                    <a:pt x="0" y="0"/>
                  </a:lnTo>
                  <a:lnTo>
                    <a:pt x="2639" y="20"/>
                  </a:lnTo>
                  <a:close/>
                </a:path>
              </a:pathLst>
            </a:custGeom>
            <a:solidFill>
              <a:srgbClr val="976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4" name="object 1634"/>
            <p:cNvSpPr/>
            <p:nvPr/>
          </p:nvSpPr>
          <p:spPr>
            <a:xfrm>
              <a:off x="7357499" y="7176636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40" h="3175">
                  <a:moveTo>
                    <a:pt x="276" y="2887"/>
                  </a:moveTo>
                  <a:lnTo>
                    <a:pt x="0" y="253"/>
                  </a:lnTo>
                  <a:lnTo>
                    <a:pt x="2490" y="0"/>
                  </a:lnTo>
                  <a:lnTo>
                    <a:pt x="2490" y="2654"/>
                  </a:lnTo>
                  <a:lnTo>
                    <a:pt x="276" y="2887"/>
                  </a:lnTo>
                  <a:close/>
                </a:path>
              </a:pathLst>
            </a:custGeom>
            <a:solidFill>
              <a:srgbClr val="A281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5" name="object 1635"/>
            <p:cNvSpPr/>
            <p:nvPr/>
          </p:nvSpPr>
          <p:spPr>
            <a:xfrm>
              <a:off x="7354690" y="7166290"/>
              <a:ext cx="5715" cy="10795"/>
            </a:xfrm>
            <a:custGeom>
              <a:avLst/>
              <a:gdLst/>
              <a:ahLst/>
              <a:cxnLst/>
              <a:rect l="l" t="t" r="r" b="b"/>
              <a:pathLst>
                <a:path w="5715" h="10795">
                  <a:moveTo>
                    <a:pt x="5299" y="0"/>
                  </a:moveTo>
                  <a:lnTo>
                    <a:pt x="0" y="0"/>
                  </a:lnTo>
                  <a:lnTo>
                    <a:pt x="0" y="5311"/>
                  </a:lnTo>
                  <a:lnTo>
                    <a:pt x="4235" y="8497"/>
                  </a:lnTo>
                  <a:lnTo>
                    <a:pt x="2788" y="10430"/>
                  </a:lnTo>
                  <a:lnTo>
                    <a:pt x="2809" y="10600"/>
                  </a:lnTo>
                  <a:lnTo>
                    <a:pt x="5299" y="10346"/>
                  </a:lnTo>
                  <a:lnTo>
                    <a:pt x="5299" y="0"/>
                  </a:lnTo>
                  <a:close/>
                </a:path>
              </a:pathLst>
            </a:custGeom>
            <a:solidFill>
              <a:srgbClr val="9D73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6" name="object 1636"/>
            <p:cNvSpPr/>
            <p:nvPr/>
          </p:nvSpPr>
          <p:spPr>
            <a:xfrm>
              <a:off x="7354690" y="7171601"/>
              <a:ext cx="4445" cy="8255"/>
            </a:xfrm>
            <a:custGeom>
              <a:avLst/>
              <a:gdLst/>
              <a:ahLst/>
              <a:cxnLst/>
              <a:rect l="l" t="t" r="r" b="b"/>
              <a:pathLst>
                <a:path w="4445" h="8254">
                  <a:moveTo>
                    <a:pt x="0" y="0"/>
                  </a:moveTo>
                  <a:lnTo>
                    <a:pt x="0" y="6628"/>
                  </a:lnTo>
                  <a:lnTo>
                    <a:pt x="1873" y="8051"/>
                  </a:lnTo>
                  <a:lnTo>
                    <a:pt x="3086" y="7923"/>
                  </a:lnTo>
                  <a:lnTo>
                    <a:pt x="2788" y="5119"/>
                  </a:lnTo>
                  <a:lnTo>
                    <a:pt x="4235" y="3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75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7" name="object 1637"/>
            <p:cNvSpPr/>
            <p:nvPr/>
          </p:nvSpPr>
          <p:spPr>
            <a:xfrm>
              <a:off x="7313155" y="6898601"/>
              <a:ext cx="12065" cy="9525"/>
            </a:xfrm>
            <a:custGeom>
              <a:avLst/>
              <a:gdLst/>
              <a:ahLst/>
              <a:cxnLst/>
              <a:rect l="l" t="t" r="r" b="b"/>
              <a:pathLst>
                <a:path w="12065" h="9525">
                  <a:moveTo>
                    <a:pt x="11709" y="6527"/>
                  </a:moveTo>
                  <a:lnTo>
                    <a:pt x="10960" y="3987"/>
                  </a:lnTo>
                  <a:lnTo>
                    <a:pt x="11303" y="1346"/>
                  </a:lnTo>
                  <a:lnTo>
                    <a:pt x="11074" y="1320"/>
                  </a:lnTo>
                  <a:lnTo>
                    <a:pt x="749" y="0"/>
                  </a:lnTo>
                  <a:lnTo>
                    <a:pt x="635" y="825"/>
                  </a:lnTo>
                  <a:lnTo>
                    <a:pt x="444" y="812"/>
                  </a:lnTo>
                  <a:lnTo>
                    <a:pt x="317" y="3162"/>
                  </a:lnTo>
                  <a:lnTo>
                    <a:pt x="25" y="3213"/>
                  </a:lnTo>
                  <a:lnTo>
                    <a:pt x="190" y="4216"/>
                  </a:lnTo>
                  <a:lnTo>
                    <a:pt x="177" y="4368"/>
                  </a:lnTo>
                  <a:lnTo>
                    <a:pt x="0" y="4419"/>
                  </a:lnTo>
                  <a:lnTo>
                    <a:pt x="114" y="4838"/>
                  </a:lnTo>
                  <a:lnTo>
                    <a:pt x="63" y="5270"/>
                  </a:lnTo>
                  <a:lnTo>
                    <a:pt x="215" y="5295"/>
                  </a:lnTo>
                  <a:lnTo>
                    <a:pt x="190" y="6096"/>
                  </a:lnTo>
                  <a:lnTo>
                    <a:pt x="495" y="6121"/>
                  </a:lnTo>
                  <a:lnTo>
                    <a:pt x="584" y="6464"/>
                  </a:lnTo>
                  <a:lnTo>
                    <a:pt x="939" y="8432"/>
                  </a:lnTo>
                  <a:lnTo>
                    <a:pt x="1155" y="8394"/>
                  </a:lnTo>
                  <a:lnTo>
                    <a:pt x="1498" y="9525"/>
                  </a:lnTo>
                  <a:lnTo>
                    <a:pt x="11709" y="6527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8" name="object 1638"/>
            <p:cNvSpPr/>
            <p:nvPr/>
          </p:nvSpPr>
          <p:spPr>
            <a:xfrm>
              <a:off x="6376022" y="6664858"/>
              <a:ext cx="770890" cy="607695"/>
            </a:xfrm>
            <a:custGeom>
              <a:avLst/>
              <a:gdLst/>
              <a:ahLst/>
              <a:cxnLst/>
              <a:rect l="l" t="t" r="r" b="b"/>
              <a:pathLst>
                <a:path w="770890" h="607695">
                  <a:moveTo>
                    <a:pt x="4279" y="492277"/>
                  </a:moveTo>
                  <a:lnTo>
                    <a:pt x="0" y="492747"/>
                  </a:lnTo>
                  <a:lnTo>
                    <a:pt x="4279" y="495960"/>
                  </a:lnTo>
                  <a:lnTo>
                    <a:pt x="4279" y="492277"/>
                  </a:lnTo>
                  <a:close/>
                </a:path>
                <a:path w="770890" h="607695">
                  <a:moveTo>
                    <a:pt x="545934" y="2590"/>
                  </a:moveTo>
                  <a:lnTo>
                    <a:pt x="542493" y="0"/>
                  </a:lnTo>
                  <a:lnTo>
                    <a:pt x="542493" y="2590"/>
                  </a:lnTo>
                  <a:lnTo>
                    <a:pt x="545934" y="2590"/>
                  </a:lnTo>
                  <a:close/>
                </a:path>
                <a:path w="770890" h="607695">
                  <a:moveTo>
                    <a:pt x="765937" y="604570"/>
                  </a:moveTo>
                  <a:lnTo>
                    <a:pt x="762533" y="604570"/>
                  </a:lnTo>
                  <a:lnTo>
                    <a:pt x="765937" y="607148"/>
                  </a:lnTo>
                  <a:lnTo>
                    <a:pt x="765937" y="604570"/>
                  </a:lnTo>
                  <a:close/>
                </a:path>
                <a:path w="770890" h="607695">
                  <a:moveTo>
                    <a:pt x="770267" y="603770"/>
                  </a:moveTo>
                  <a:lnTo>
                    <a:pt x="765937" y="600494"/>
                  </a:lnTo>
                  <a:lnTo>
                    <a:pt x="765937" y="604215"/>
                  </a:lnTo>
                  <a:lnTo>
                    <a:pt x="770267" y="60377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9" name="object 1639"/>
            <p:cNvSpPr/>
            <p:nvPr/>
          </p:nvSpPr>
          <p:spPr>
            <a:xfrm>
              <a:off x="7138563" y="7269067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09" h="634">
                  <a:moveTo>
                    <a:pt x="3406" y="0"/>
                  </a:moveTo>
                  <a:lnTo>
                    <a:pt x="0" y="360"/>
                  </a:lnTo>
                  <a:lnTo>
                    <a:pt x="3406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0" name="object 1640"/>
            <p:cNvSpPr/>
            <p:nvPr/>
          </p:nvSpPr>
          <p:spPr>
            <a:xfrm>
              <a:off x="6390015" y="7139502"/>
              <a:ext cx="208915" cy="179070"/>
            </a:xfrm>
            <a:custGeom>
              <a:avLst/>
              <a:gdLst/>
              <a:ahLst/>
              <a:cxnLst/>
              <a:rect l="l" t="t" r="r" b="b"/>
              <a:pathLst>
                <a:path w="208915" h="179070">
                  <a:moveTo>
                    <a:pt x="208230" y="0"/>
                  </a:moveTo>
                  <a:lnTo>
                    <a:pt x="36056" y="18141"/>
                  </a:lnTo>
                  <a:lnTo>
                    <a:pt x="36653" y="19926"/>
                  </a:lnTo>
                  <a:lnTo>
                    <a:pt x="15538" y="27064"/>
                  </a:lnTo>
                  <a:lnTo>
                    <a:pt x="13813" y="22051"/>
                  </a:lnTo>
                  <a:lnTo>
                    <a:pt x="20476" y="19799"/>
                  </a:lnTo>
                  <a:lnTo>
                    <a:pt x="0" y="21945"/>
                  </a:lnTo>
                  <a:lnTo>
                    <a:pt x="208295" y="178616"/>
                  </a:lnTo>
                  <a:lnTo>
                    <a:pt x="208230" y="0"/>
                  </a:lnTo>
                  <a:close/>
                </a:path>
              </a:pathLst>
            </a:custGeom>
            <a:solidFill>
              <a:srgbClr val="8D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1" name="object 1641"/>
            <p:cNvSpPr/>
            <p:nvPr/>
          </p:nvSpPr>
          <p:spPr>
            <a:xfrm>
              <a:off x="6390015" y="7159301"/>
              <a:ext cx="20955" cy="2540"/>
            </a:xfrm>
            <a:custGeom>
              <a:avLst/>
              <a:gdLst/>
              <a:ahLst/>
              <a:cxnLst/>
              <a:rect l="l" t="t" r="r" b="b"/>
              <a:pathLst>
                <a:path w="20954" h="2540">
                  <a:moveTo>
                    <a:pt x="20476" y="0"/>
                  </a:moveTo>
                  <a:lnTo>
                    <a:pt x="20033" y="0"/>
                  </a:lnTo>
                  <a:lnTo>
                    <a:pt x="0" y="2146"/>
                  </a:lnTo>
                  <a:lnTo>
                    <a:pt x="20476" y="0"/>
                  </a:lnTo>
                  <a:close/>
                </a:path>
              </a:pathLst>
            </a:custGeom>
            <a:solidFill>
              <a:srgbClr val="98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2" name="object 1642"/>
            <p:cNvSpPr/>
            <p:nvPr/>
          </p:nvSpPr>
          <p:spPr>
            <a:xfrm>
              <a:off x="6380181" y="6721640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21" y="0"/>
                  </a:moveTo>
                  <a:lnTo>
                    <a:pt x="0" y="2909"/>
                  </a:lnTo>
                  <a:lnTo>
                    <a:pt x="3406" y="2548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3" name="object 1643"/>
            <p:cNvSpPr/>
            <p:nvPr/>
          </p:nvSpPr>
          <p:spPr>
            <a:xfrm>
              <a:off x="6390015" y="7139481"/>
              <a:ext cx="208915" cy="179070"/>
            </a:xfrm>
            <a:custGeom>
              <a:avLst/>
              <a:gdLst/>
              <a:ahLst/>
              <a:cxnLst/>
              <a:rect l="l" t="t" r="r" b="b"/>
              <a:pathLst>
                <a:path w="208915" h="179070">
                  <a:moveTo>
                    <a:pt x="208252" y="0"/>
                  </a:moveTo>
                  <a:lnTo>
                    <a:pt x="208295" y="178636"/>
                  </a:lnTo>
                  <a:lnTo>
                    <a:pt x="0" y="21965"/>
                  </a:lnTo>
                  <a:lnTo>
                    <a:pt x="208315" y="178658"/>
                  </a:lnTo>
                  <a:lnTo>
                    <a:pt x="208252" y="0"/>
                  </a:lnTo>
                  <a:close/>
                </a:path>
              </a:pathLst>
            </a:custGeom>
            <a:solidFill>
              <a:srgbClr val="94A1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4" name="object 1644"/>
            <p:cNvSpPr/>
            <p:nvPr/>
          </p:nvSpPr>
          <p:spPr>
            <a:xfrm>
              <a:off x="6382224" y="7161426"/>
              <a:ext cx="216535" cy="163830"/>
            </a:xfrm>
            <a:custGeom>
              <a:avLst/>
              <a:gdLst/>
              <a:ahLst/>
              <a:cxnLst/>
              <a:rect l="l" t="t" r="r" b="b"/>
              <a:pathLst>
                <a:path w="216534" h="163829">
                  <a:moveTo>
                    <a:pt x="7748" y="0"/>
                  </a:moveTo>
                  <a:lnTo>
                    <a:pt x="0" y="806"/>
                  </a:lnTo>
                  <a:lnTo>
                    <a:pt x="216105" y="163363"/>
                  </a:lnTo>
                  <a:lnTo>
                    <a:pt x="216105" y="156714"/>
                  </a:lnTo>
                  <a:lnTo>
                    <a:pt x="7748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5" name="object 1645"/>
            <p:cNvSpPr/>
            <p:nvPr/>
          </p:nvSpPr>
          <p:spPr>
            <a:xfrm>
              <a:off x="6600225" y="7325851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09" h="3175">
                  <a:moveTo>
                    <a:pt x="3426" y="0"/>
                  </a:moveTo>
                  <a:lnTo>
                    <a:pt x="106" y="360"/>
                  </a:lnTo>
                  <a:lnTo>
                    <a:pt x="3404" y="2931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6" name="object 1646"/>
            <p:cNvSpPr/>
            <p:nvPr/>
          </p:nvSpPr>
          <p:spPr>
            <a:xfrm>
              <a:off x="6600289" y="7325851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09" h="634">
                  <a:moveTo>
                    <a:pt x="3362" y="0"/>
                  </a:moveTo>
                  <a:lnTo>
                    <a:pt x="0" y="360"/>
                  </a:lnTo>
                  <a:lnTo>
                    <a:pt x="3362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7" name="object 1647"/>
            <p:cNvSpPr/>
            <p:nvPr/>
          </p:nvSpPr>
          <p:spPr>
            <a:xfrm>
              <a:off x="6923968" y="6837099"/>
              <a:ext cx="212725" cy="424815"/>
            </a:xfrm>
            <a:custGeom>
              <a:avLst/>
              <a:gdLst/>
              <a:ahLst/>
              <a:cxnLst/>
              <a:rect l="l" t="t" r="r" b="b"/>
              <a:pathLst>
                <a:path w="212725" h="424815">
                  <a:moveTo>
                    <a:pt x="8727" y="170119"/>
                  </a:moveTo>
                  <a:lnTo>
                    <a:pt x="0" y="171032"/>
                  </a:lnTo>
                  <a:lnTo>
                    <a:pt x="43" y="264312"/>
                  </a:lnTo>
                  <a:lnTo>
                    <a:pt x="212679" y="424234"/>
                  </a:lnTo>
                  <a:lnTo>
                    <a:pt x="212578" y="172773"/>
                  </a:lnTo>
                  <a:lnTo>
                    <a:pt x="9004" y="172773"/>
                  </a:lnTo>
                  <a:lnTo>
                    <a:pt x="8855" y="171350"/>
                  </a:lnTo>
                  <a:lnTo>
                    <a:pt x="8765" y="170479"/>
                  </a:lnTo>
                  <a:lnTo>
                    <a:pt x="8727" y="170119"/>
                  </a:lnTo>
                  <a:close/>
                </a:path>
                <a:path w="212725" h="424815">
                  <a:moveTo>
                    <a:pt x="51062" y="165657"/>
                  </a:moveTo>
                  <a:lnTo>
                    <a:pt x="30373" y="167845"/>
                  </a:lnTo>
                  <a:lnTo>
                    <a:pt x="30569" y="169715"/>
                  </a:lnTo>
                  <a:lnTo>
                    <a:pt x="30650" y="170479"/>
                  </a:lnTo>
                  <a:lnTo>
                    <a:pt x="9004" y="172773"/>
                  </a:lnTo>
                  <a:lnTo>
                    <a:pt x="212578" y="172773"/>
                  </a:lnTo>
                  <a:lnTo>
                    <a:pt x="212577" y="169715"/>
                  </a:lnTo>
                  <a:lnTo>
                    <a:pt x="64174" y="169715"/>
                  </a:lnTo>
                  <a:lnTo>
                    <a:pt x="62066" y="168184"/>
                  </a:lnTo>
                  <a:lnTo>
                    <a:pt x="51339" y="168184"/>
                  </a:lnTo>
                  <a:lnTo>
                    <a:pt x="51228" y="167165"/>
                  </a:lnTo>
                  <a:lnTo>
                    <a:pt x="51151" y="166463"/>
                  </a:lnTo>
                  <a:lnTo>
                    <a:pt x="51062" y="165657"/>
                  </a:lnTo>
                  <a:close/>
                </a:path>
                <a:path w="212725" h="424815">
                  <a:moveTo>
                    <a:pt x="212572" y="159007"/>
                  </a:moveTo>
                  <a:lnTo>
                    <a:pt x="71070" y="159007"/>
                  </a:lnTo>
                  <a:lnTo>
                    <a:pt x="72603" y="163978"/>
                  </a:lnTo>
                  <a:lnTo>
                    <a:pt x="67345" y="165529"/>
                  </a:lnTo>
                  <a:lnTo>
                    <a:pt x="68579" y="166463"/>
                  </a:lnTo>
                  <a:lnTo>
                    <a:pt x="64174" y="166847"/>
                  </a:lnTo>
                  <a:lnTo>
                    <a:pt x="64174" y="169715"/>
                  </a:lnTo>
                  <a:lnTo>
                    <a:pt x="212577" y="169715"/>
                  </a:lnTo>
                  <a:lnTo>
                    <a:pt x="212572" y="159007"/>
                  </a:lnTo>
                  <a:close/>
                </a:path>
                <a:path w="212725" h="424815">
                  <a:moveTo>
                    <a:pt x="60661" y="167165"/>
                  </a:moveTo>
                  <a:lnTo>
                    <a:pt x="51339" y="168184"/>
                  </a:lnTo>
                  <a:lnTo>
                    <a:pt x="62066" y="168184"/>
                  </a:lnTo>
                  <a:lnTo>
                    <a:pt x="60661" y="167165"/>
                  </a:lnTo>
                  <a:close/>
                </a:path>
                <a:path w="212725" h="424815">
                  <a:moveTo>
                    <a:pt x="93593" y="120769"/>
                  </a:moveTo>
                  <a:lnTo>
                    <a:pt x="71645" y="120769"/>
                  </a:lnTo>
                  <a:lnTo>
                    <a:pt x="72603" y="125931"/>
                  </a:lnTo>
                  <a:lnTo>
                    <a:pt x="64174" y="127439"/>
                  </a:lnTo>
                  <a:lnTo>
                    <a:pt x="64174" y="134917"/>
                  </a:lnTo>
                  <a:lnTo>
                    <a:pt x="61492" y="134917"/>
                  </a:lnTo>
                  <a:lnTo>
                    <a:pt x="61492" y="153845"/>
                  </a:lnTo>
                  <a:lnTo>
                    <a:pt x="64174" y="153845"/>
                  </a:lnTo>
                  <a:lnTo>
                    <a:pt x="64174" y="160962"/>
                  </a:lnTo>
                  <a:lnTo>
                    <a:pt x="71070" y="159007"/>
                  </a:lnTo>
                  <a:lnTo>
                    <a:pt x="212572" y="159007"/>
                  </a:lnTo>
                  <a:lnTo>
                    <a:pt x="212572" y="157861"/>
                  </a:lnTo>
                  <a:lnTo>
                    <a:pt x="93675" y="157861"/>
                  </a:lnTo>
                  <a:lnTo>
                    <a:pt x="92334" y="152698"/>
                  </a:lnTo>
                  <a:lnTo>
                    <a:pt x="113405" y="146580"/>
                  </a:lnTo>
                  <a:lnTo>
                    <a:pt x="212567" y="146580"/>
                  </a:lnTo>
                  <a:lnTo>
                    <a:pt x="212567" y="145432"/>
                  </a:lnTo>
                  <a:lnTo>
                    <a:pt x="136202" y="145432"/>
                  </a:lnTo>
                  <a:lnTo>
                    <a:pt x="134669" y="140271"/>
                  </a:lnTo>
                  <a:lnTo>
                    <a:pt x="155933" y="134152"/>
                  </a:lnTo>
                  <a:lnTo>
                    <a:pt x="212562" y="134152"/>
                  </a:lnTo>
                  <a:lnTo>
                    <a:pt x="212562" y="133005"/>
                  </a:lnTo>
                  <a:lnTo>
                    <a:pt x="178537" y="133005"/>
                  </a:lnTo>
                  <a:lnTo>
                    <a:pt x="177004" y="128035"/>
                  </a:lnTo>
                  <a:lnTo>
                    <a:pt x="196338" y="122298"/>
                  </a:lnTo>
                  <a:lnTo>
                    <a:pt x="93866" y="122298"/>
                  </a:lnTo>
                  <a:lnTo>
                    <a:pt x="93593" y="120769"/>
                  </a:lnTo>
                  <a:close/>
                </a:path>
                <a:path w="212725" h="424815">
                  <a:moveTo>
                    <a:pt x="212567" y="146580"/>
                  </a:moveTo>
                  <a:lnTo>
                    <a:pt x="113405" y="146580"/>
                  </a:lnTo>
                  <a:lnTo>
                    <a:pt x="114938" y="151551"/>
                  </a:lnTo>
                  <a:lnTo>
                    <a:pt x="93675" y="157861"/>
                  </a:lnTo>
                  <a:lnTo>
                    <a:pt x="212572" y="157861"/>
                  </a:lnTo>
                  <a:lnTo>
                    <a:pt x="212567" y="146580"/>
                  </a:lnTo>
                  <a:close/>
                </a:path>
                <a:path w="212725" h="424815">
                  <a:moveTo>
                    <a:pt x="212562" y="134152"/>
                  </a:moveTo>
                  <a:lnTo>
                    <a:pt x="155933" y="134152"/>
                  </a:lnTo>
                  <a:lnTo>
                    <a:pt x="157274" y="139315"/>
                  </a:lnTo>
                  <a:lnTo>
                    <a:pt x="136202" y="145432"/>
                  </a:lnTo>
                  <a:lnTo>
                    <a:pt x="212567" y="145432"/>
                  </a:lnTo>
                  <a:lnTo>
                    <a:pt x="212562" y="134152"/>
                  </a:lnTo>
                  <a:close/>
                </a:path>
                <a:path w="212725" h="424815">
                  <a:moveTo>
                    <a:pt x="212557" y="121725"/>
                  </a:moveTo>
                  <a:lnTo>
                    <a:pt x="198268" y="121725"/>
                  </a:lnTo>
                  <a:lnTo>
                    <a:pt x="199801" y="126888"/>
                  </a:lnTo>
                  <a:lnTo>
                    <a:pt x="178537" y="133005"/>
                  </a:lnTo>
                  <a:lnTo>
                    <a:pt x="212562" y="133005"/>
                  </a:lnTo>
                  <a:lnTo>
                    <a:pt x="212557" y="121725"/>
                  </a:lnTo>
                  <a:close/>
                </a:path>
                <a:path w="212725" h="424815">
                  <a:moveTo>
                    <a:pt x="135928" y="113313"/>
                  </a:moveTo>
                  <a:lnTo>
                    <a:pt x="113981" y="113313"/>
                  </a:lnTo>
                  <a:lnTo>
                    <a:pt x="114938" y="118475"/>
                  </a:lnTo>
                  <a:lnTo>
                    <a:pt x="93866" y="122298"/>
                  </a:lnTo>
                  <a:lnTo>
                    <a:pt x="196338" y="122298"/>
                  </a:lnTo>
                  <a:lnTo>
                    <a:pt x="198268" y="121725"/>
                  </a:lnTo>
                  <a:lnTo>
                    <a:pt x="212557" y="121725"/>
                  </a:lnTo>
                  <a:lnTo>
                    <a:pt x="212555" y="114842"/>
                  </a:lnTo>
                  <a:lnTo>
                    <a:pt x="136202" y="114842"/>
                  </a:lnTo>
                  <a:lnTo>
                    <a:pt x="135928" y="113313"/>
                  </a:lnTo>
                  <a:close/>
                </a:path>
                <a:path w="212725" h="424815">
                  <a:moveTo>
                    <a:pt x="64174" y="51706"/>
                  </a:moveTo>
                  <a:lnTo>
                    <a:pt x="64174" y="59588"/>
                  </a:lnTo>
                  <a:lnTo>
                    <a:pt x="61492" y="59588"/>
                  </a:lnTo>
                  <a:lnTo>
                    <a:pt x="61492" y="78324"/>
                  </a:lnTo>
                  <a:lnTo>
                    <a:pt x="64174" y="78324"/>
                  </a:lnTo>
                  <a:lnTo>
                    <a:pt x="64174" y="97252"/>
                  </a:lnTo>
                  <a:lnTo>
                    <a:pt x="61492" y="97252"/>
                  </a:lnTo>
                  <a:lnTo>
                    <a:pt x="61492" y="116180"/>
                  </a:lnTo>
                  <a:lnTo>
                    <a:pt x="64174" y="116180"/>
                  </a:lnTo>
                  <a:lnTo>
                    <a:pt x="64174" y="122129"/>
                  </a:lnTo>
                  <a:lnTo>
                    <a:pt x="71645" y="120769"/>
                  </a:lnTo>
                  <a:lnTo>
                    <a:pt x="93593" y="120769"/>
                  </a:lnTo>
                  <a:lnTo>
                    <a:pt x="92909" y="116945"/>
                  </a:lnTo>
                  <a:lnTo>
                    <a:pt x="113981" y="113313"/>
                  </a:lnTo>
                  <a:lnTo>
                    <a:pt x="135928" y="113313"/>
                  </a:lnTo>
                  <a:lnTo>
                    <a:pt x="135244" y="109489"/>
                  </a:lnTo>
                  <a:lnTo>
                    <a:pt x="156316" y="105857"/>
                  </a:lnTo>
                  <a:lnTo>
                    <a:pt x="178264" y="105857"/>
                  </a:lnTo>
                  <a:lnTo>
                    <a:pt x="177580" y="102033"/>
                  </a:lnTo>
                  <a:lnTo>
                    <a:pt x="198652" y="98399"/>
                  </a:lnTo>
                  <a:lnTo>
                    <a:pt x="212548" y="98399"/>
                  </a:lnTo>
                  <a:lnTo>
                    <a:pt x="212532" y="58249"/>
                  </a:lnTo>
                  <a:lnTo>
                    <a:pt x="199035" y="58249"/>
                  </a:lnTo>
                  <a:lnTo>
                    <a:pt x="177772" y="57293"/>
                  </a:lnTo>
                  <a:lnTo>
                    <a:pt x="177813" y="56146"/>
                  </a:lnTo>
                  <a:lnTo>
                    <a:pt x="156700" y="56146"/>
                  </a:lnTo>
                  <a:lnTo>
                    <a:pt x="135436" y="55190"/>
                  </a:lnTo>
                  <a:lnTo>
                    <a:pt x="135504" y="54234"/>
                  </a:lnTo>
                  <a:lnTo>
                    <a:pt x="114363" y="54234"/>
                  </a:lnTo>
                  <a:lnTo>
                    <a:pt x="93099" y="53087"/>
                  </a:lnTo>
                  <a:lnTo>
                    <a:pt x="93168" y="52130"/>
                  </a:lnTo>
                  <a:lnTo>
                    <a:pt x="72028" y="52130"/>
                  </a:lnTo>
                  <a:lnTo>
                    <a:pt x="64174" y="51706"/>
                  </a:lnTo>
                  <a:close/>
                </a:path>
                <a:path w="212725" h="424815">
                  <a:moveTo>
                    <a:pt x="178264" y="105857"/>
                  </a:moveTo>
                  <a:lnTo>
                    <a:pt x="156316" y="105857"/>
                  </a:lnTo>
                  <a:lnTo>
                    <a:pt x="157274" y="111018"/>
                  </a:lnTo>
                  <a:lnTo>
                    <a:pt x="136202" y="114842"/>
                  </a:lnTo>
                  <a:lnTo>
                    <a:pt x="212555" y="114842"/>
                  </a:lnTo>
                  <a:lnTo>
                    <a:pt x="212552" y="107386"/>
                  </a:lnTo>
                  <a:lnTo>
                    <a:pt x="178537" y="107386"/>
                  </a:lnTo>
                  <a:lnTo>
                    <a:pt x="178264" y="105857"/>
                  </a:lnTo>
                  <a:close/>
                </a:path>
                <a:path w="212725" h="424815">
                  <a:moveTo>
                    <a:pt x="212548" y="98399"/>
                  </a:moveTo>
                  <a:lnTo>
                    <a:pt x="198652" y="98399"/>
                  </a:lnTo>
                  <a:lnTo>
                    <a:pt x="199609" y="103562"/>
                  </a:lnTo>
                  <a:lnTo>
                    <a:pt x="178537" y="107386"/>
                  </a:lnTo>
                  <a:lnTo>
                    <a:pt x="212552" y="107386"/>
                  </a:lnTo>
                  <a:lnTo>
                    <a:pt x="212548" y="98399"/>
                  </a:lnTo>
                  <a:close/>
                </a:path>
                <a:path w="212725" h="424815">
                  <a:moveTo>
                    <a:pt x="212529" y="51940"/>
                  </a:moveTo>
                  <a:lnTo>
                    <a:pt x="177963" y="51940"/>
                  </a:lnTo>
                  <a:lnTo>
                    <a:pt x="199227" y="52895"/>
                  </a:lnTo>
                  <a:lnTo>
                    <a:pt x="199145" y="55190"/>
                  </a:lnTo>
                  <a:lnTo>
                    <a:pt x="199035" y="58249"/>
                  </a:lnTo>
                  <a:lnTo>
                    <a:pt x="212532" y="58249"/>
                  </a:lnTo>
                  <a:lnTo>
                    <a:pt x="212529" y="51940"/>
                  </a:lnTo>
                  <a:close/>
                </a:path>
                <a:path w="212725" h="424815">
                  <a:moveTo>
                    <a:pt x="212529" y="49837"/>
                  </a:moveTo>
                  <a:lnTo>
                    <a:pt x="135818" y="49837"/>
                  </a:lnTo>
                  <a:lnTo>
                    <a:pt x="156890" y="50984"/>
                  </a:lnTo>
                  <a:lnTo>
                    <a:pt x="156820" y="52895"/>
                  </a:lnTo>
                  <a:lnTo>
                    <a:pt x="156700" y="56146"/>
                  </a:lnTo>
                  <a:lnTo>
                    <a:pt x="177813" y="56146"/>
                  </a:lnTo>
                  <a:lnTo>
                    <a:pt x="177929" y="52895"/>
                  </a:lnTo>
                  <a:lnTo>
                    <a:pt x="177963" y="51940"/>
                  </a:lnTo>
                  <a:lnTo>
                    <a:pt x="212529" y="51940"/>
                  </a:lnTo>
                  <a:lnTo>
                    <a:pt x="212529" y="49837"/>
                  </a:lnTo>
                  <a:close/>
                </a:path>
                <a:path w="212725" h="424815">
                  <a:moveTo>
                    <a:pt x="212528" y="47734"/>
                  </a:moveTo>
                  <a:lnTo>
                    <a:pt x="93483" y="47734"/>
                  </a:lnTo>
                  <a:lnTo>
                    <a:pt x="114555" y="48881"/>
                  </a:lnTo>
                  <a:lnTo>
                    <a:pt x="114479" y="50984"/>
                  </a:lnTo>
                  <a:lnTo>
                    <a:pt x="114363" y="54234"/>
                  </a:lnTo>
                  <a:lnTo>
                    <a:pt x="135504" y="54234"/>
                  </a:lnTo>
                  <a:lnTo>
                    <a:pt x="135600" y="52895"/>
                  </a:lnTo>
                  <a:lnTo>
                    <a:pt x="135685" y="51706"/>
                  </a:lnTo>
                  <a:lnTo>
                    <a:pt x="135736" y="50984"/>
                  </a:lnTo>
                  <a:lnTo>
                    <a:pt x="135818" y="49837"/>
                  </a:lnTo>
                  <a:lnTo>
                    <a:pt x="212529" y="49837"/>
                  </a:lnTo>
                  <a:lnTo>
                    <a:pt x="212528" y="47734"/>
                  </a:lnTo>
                  <a:close/>
                </a:path>
                <a:path w="212725" h="424815">
                  <a:moveTo>
                    <a:pt x="212527" y="46013"/>
                  </a:moveTo>
                  <a:lnTo>
                    <a:pt x="64174" y="46013"/>
                  </a:lnTo>
                  <a:lnTo>
                    <a:pt x="64174" y="46332"/>
                  </a:lnTo>
                  <a:lnTo>
                    <a:pt x="72219" y="46777"/>
                  </a:lnTo>
                  <a:lnTo>
                    <a:pt x="72144" y="48881"/>
                  </a:lnTo>
                  <a:lnTo>
                    <a:pt x="72028" y="52130"/>
                  </a:lnTo>
                  <a:lnTo>
                    <a:pt x="93168" y="52130"/>
                  </a:lnTo>
                  <a:lnTo>
                    <a:pt x="93250" y="50984"/>
                  </a:lnTo>
                  <a:lnTo>
                    <a:pt x="93332" y="49837"/>
                  </a:lnTo>
                  <a:lnTo>
                    <a:pt x="93401" y="48881"/>
                  </a:lnTo>
                  <a:lnTo>
                    <a:pt x="93483" y="47734"/>
                  </a:lnTo>
                  <a:lnTo>
                    <a:pt x="212528" y="47734"/>
                  </a:lnTo>
                  <a:lnTo>
                    <a:pt x="212527" y="46013"/>
                  </a:lnTo>
                  <a:close/>
                </a:path>
                <a:path w="212725" h="424815">
                  <a:moveTo>
                    <a:pt x="182139" y="40468"/>
                  </a:moveTo>
                  <a:lnTo>
                    <a:pt x="54596" y="40468"/>
                  </a:lnTo>
                  <a:lnTo>
                    <a:pt x="62344" y="46183"/>
                  </a:lnTo>
                  <a:lnTo>
                    <a:pt x="64174" y="46013"/>
                  </a:lnTo>
                  <a:lnTo>
                    <a:pt x="212527" y="46013"/>
                  </a:lnTo>
                  <a:lnTo>
                    <a:pt x="212526" y="42571"/>
                  </a:lnTo>
                  <a:lnTo>
                    <a:pt x="198843" y="42571"/>
                  </a:lnTo>
                  <a:lnTo>
                    <a:pt x="182139" y="40468"/>
                  </a:lnTo>
                  <a:close/>
                </a:path>
                <a:path w="212725" h="424815">
                  <a:moveTo>
                    <a:pt x="212509" y="0"/>
                  </a:moveTo>
                  <a:lnTo>
                    <a:pt x="29692" y="19267"/>
                  </a:lnTo>
                  <a:lnTo>
                    <a:pt x="29500" y="21158"/>
                  </a:lnTo>
                  <a:lnTo>
                    <a:pt x="29175" y="21158"/>
                  </a:lnTo>
                  <a:lnTo>
                    <a:pt x="37738" y="27658"/>
                  </a:lnTo>
                  <a:lnTo>
                    <a:pt x="36099" y="29761"/>
                  </a:lnTo>
                  <a:lnTo>
                    <a:pt x="53105" y="42571"/>
                  </a:lnTo>
                  <a:lnTo>
                    <a:pt x="52972" y="42571"/>
                  </a:lnTo>
                  <a:lnTo>
                    <a:pt x="54596" y="40468"/>
                  </a:lnTo>
                  <a:lnTo>
                    <a:pt x="182139" y="40468"/>
                  </a:lnTo>
                  <a:lnTo>
                    <a:pt x="177580" y="39894"/>
                  </a:lnTo>
                  <a:lnTo>
                    <a:pt x="177935" y="37409"/>
                  </a:lnTo>
                  <a:lnTo>
                    <a:pt x="177963" y="37218"/>
                  </a:lnTo>
                  <a:lnTo>
                    <a:pt x="156508" y="37218"/>
                  </a:lnTo>
                  <a:lnTo>
                    <a:pt x="135244" y="34541"/>
                  </a:lnTo>
                  <a:lnTo>
                    <a:pt x="135627" y="31864"/>
                  </a:lnTo>
                  <a:lnTo>
                    <a:pt x="114173" y="31864"/>
                  </a:lnTo>
                  <a:lnTo>
                    <a:pt x="92909" y="29188"/>
                  </a:lnTo>
                  <a:lnTo>
                    <a:pt x="93292" y="26511"/>
                  </a:lnTo>
                  <a:lnTo>
                    <a:pt x="71836" y="26511"/>
                  </a:lnTo>
                  <a:lnTo>
                    <a:pt x="50572" y="23835"/>
                  </a:lnTo>
                  <a:lnTo>
                    <a:pt x="51227" y="19267"/>
                  </a:lnTo>
                  <a:lnTo>
                    <a:pt x="51339" y="18481"/>
                  </a:lnTo>
                  <a:lnTo>
                    <a:pt x="212516" y="18481"/>
                  </a:lnTo>
                  <a:lnTo>
                    <a:pt x="212509" y="0"/>
                  </a:lnTo>
                  <a:close/>
                </a:path>
                <a:path w="212725" h="424815">
                  <a:moveTo>
                    <a:pt x="212522" y="34541"/>
                  </a:moveTo>
                  <a:lnTo>
                    <a:pt x="178346" y="34541"/>
                  </a:lnTo>
                  <a:lnTo>
                    <a:pt x="199417" y="37409"/>
                  </a:lnTo>
                  <a:lnTo>
                    <a:pt x="198843" y="42571"/>
                  </a:lnTo>
                  <a:lnTo>
                    <a:pt x="212526" y="42571"/>
                  </a:lnTo>
                  <a:lnTo>
                    <a:pt x="212522" y="34541"/>
                  </a:lnTo>
                  <a:close/>
                </a:path>
                <a:path w="212725" h="424815">
                  <a:moveTo>
                    <a:pt x="212520" y="29188"/>
                  </a:moveTo>
                  <a:lnTo>
                    <a:pt x="136010" y="29188"/>
                  </a:lnTo>
                  <a:lnTo>
                    <a:pt x="157082" y="31864"/>
                  </a:lnTo>
                  <a:lnTo>
                    <a:pt x="156508" y="37218"/>
                  </a:lnTo>
                  <a:lnTo>
                    <a:pt x="177963" y="37218"/>
                  </a:lnTo>
                  <a:lnTo>
                    <a:pt x="178346" y="34541"/>
                  </a:lnTo>
                  <a:lnTo>
                    <a:pt x="212522" y="34541"/>
                  </a:lnTo>
                  <a:lnTo>
                    <a:pt x="212520" y="29188"/>
                  </a:lnTo>
                  <a:close/>
                </a:path>
                <a:path w="212725" h="424815">
                  <a:moveTo>
                    <a:pt x="212518" y="23835"/>
                  </a:moveTo>
                  <a:lnTo>
                    <a:pt x="93675" y="23835"/>
                  </a:lnTo>
                  <a:lnTo>
                    <a:pt x="114747" y="26511"/>
                  </a:lnTo>
                  <a:lnTo>
                    <a:pt x="114173" y="31864"/>
                  </a:lnTo>
                  <a:lnTo>
                    <a:pt x="135627" y="31864"/>
                  </a:lnTo>
                  <a:lnTo>
                    <a:pt x="135928" y="29761"/>
                  </a:lnTo>
                  <a:lnTo>
                    <a:pt x="136010" y="29188"/>
                  </a:lnTo>
                  <a:lnTo>
                    <a:pt x="212520" y="29188"/>
                  </a:lnTo>
                  <a:lnTo>
                    <a:pt x="212518" y="23835"/>
                  </a:lnTo>
                  <a:close/>
                </a:path>
                <a:path w="212725" h="424815">
                  <a:moveTo>
                    <a:pt x="212516" y="18481"/>
                  </a:moveTo>
                  <a:lnTo>
                    <a:pt x="51339" y="18481"/>
                  </a:lnTo>
                  <a:lnTo>
                    <a:pt x="72411" y="21158"/>
                  </a:lnTo>
                  <a:lnTo>
                    <a:pt x="71836" y="26511"/>
                  </a:lnTo>
                  <a:lnTo>
                    <a:pt x="93292" y="26511"/>
                  </a:lnTo>
                  <a:lnTo>
                    <a:pt x="93675" y="23835"/>
                  </a:lnTo>
                  <a:lnTo>
                    <a:pt x="212518" y="23835"/>
                  </a:lnTo>
                  <a:lnTo>
                    <a:pt x="212516" y="18481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8" name="object 1648"/>
            <p:cNvSpPr/>
            <p:nvPr/>
          </p:nvSpPr>
          <p:spPr>
            <a:xfrm>
              <a:off x="6603588" y="7105491"/>
              <a:ext cx="528955" cy="215265"/>
            </a:xfrm>
            <a:custGeom>
              <a:avLst/>
              <a:gdLst/>
              <a:ahLst/>
              <a:cxnLst/>
              <a:rect l="l" t="t" r="r" b="b"/>
              <a:pathLst>
                <a:path w="528954" h="215265">
                  <a:moveTo>
                    <a:pt x="316995" y="0"/>
                  </a:moveTo>
                  <a:lnTo>
                    <a:pt x="0" y="33437"/>
                  </a:lnTo>
                  <a:lnTo>
                    <a:pt x="63" y="215007"/>
                  </a:lnTo>
                  <a:lnTo>
                    <a:pt x="528717" y="159242"/>
                  </a:lnTo>
                  <a:lnTo>
                    <a:pt x="316995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9" name="object 1649"/>
            <p:cNvSpPr/>
            <p:nvPr/>
          </p:nvSpPr>
          <p:spPr>
            <a:xfrm>
              <a:off x="6603588" y="7105491"/>
              <a:ext cx="317500" cy="33655"/>
            </a:xfrm>
            <a:custGeom>
              <a:avLst/>
              <a:gdLst/>
              <a:ahLst/>
              <a:cxnLst/>
              <a:rect l="l" t="t" r="r" b="b"/>
              <a:pathLst>
                <a:path w="317500" h="33654">
                  <a:moveTo>
                    <a:pt x="316995" y="0"/>
                  </a:moveTo>
                  <a:lnTo>
                    <a:pt x="316523" y="0"/>
                  </a:lnTo>
                  <a:lnTo>
                    <a:pt x="0" y="33437"/>
                  </a:lnTo>
                  <a:lnTo>
                    <a:pt x="316995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0" name="object 1650"/>
            <p:cNvSpPr/>
            <p:nvPr/>
          </p:nvSpPr>
          <p:spPr>
            <a:xfrm>
              <a:off x="6920520" y="7101391"/>
              <a:ext cx="216535" cy="163830"/>
            </a:xfrm>
            <a:custGeom>
              <a:avLst/>
              <a:gdLst/>
              <a:ahLst/>
              <a:cxnLst/>
              <a:rect l="l" t="t" r="r" b="b"/>
              <a:pathLst>
                <a:path w="216534" h="163829">
                  <a:moveTo>
                    <a:pt x="3448" y="0"/>
                  </a:moveTo>
                  <a:lnTo>
                    <a:pt x="3448" y="3695"/>
                  </a:lnTo>
                  <a:lnTo>
                    <a:pt x="0" y="4056"/>
                  </a:lnTo>
                  <a:lnTo>
                    <a:pt x="211806" y="163342"/>
                  </a:lnTo>
                  <a:lnTo>
                    <a:pt x="216127" y="162895"/>
                  </a:lnTo>
                  <a:lnTo>
                    <a:pt x="216127" y="159964"/>
                  </a:lnTo>
                  <a:lnTo>
                    <a:pt x="3448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1" name="object 1651"/>
            <p:cNvSpPr/>
            <p:nvPr/>
          </p:nvSpPr>
          <p:spPr>
            <a:xfrm>
              <a:off x="7139882" y="6831363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40" h="1904">
                  <a:moveTo>
                    <a:pt x="1916" y="0"/>
                  </a:moveTo>
                  <a:lnTo>
                    <a:pt x="0" y="0"/>
                  </a:lnTo>
                  <a:lnTo>
                    <a:pt x="1916" y="1445"/>
                  </a:lnTo>
                  <a:lnTo>
                    <a:pt x="191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2" name="object 1652"/>
            <p:cNvSpPr/>
            <p:nvPr/>
          </p:nvSpPr>
          <p:spPr>
            <a:xfrm>
              <a:off x="7136562" y="7049705"/>
              <a:ext cx="635" cy="212090"/>
            </a:xfrm>
            <a:custGeom>
              <a:avLst/>
              <a:gdLst/>
              <a:ahLst/>
              <a:cxnLst/>
              <a:rect l="l" t="t" r="r" b="b"/>
              <a:pathLst>
                <a:path w="634" h="212090">
                  <a:moveTo>
                    <a:pt x="0" y="0"/>
                  </a:moveTo>
                  <a:lnTo>
                    <a:pt x="106" y="211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3" name="object 1653"/>
            <p:cNvSpPr/>
            <p:nvPr/>
          </p:nvSpPr>
          <p:spPr>
            <a:xfrm>
              <a:off x="7136562" y="6836410"/>
              <a:ext cx="5715" cy="429259"/>
            </a:xfrm>
            <a:custGeom>
              <a:avLst/>
              <a:gdLst/>
              <a:ahLst/>
              <a:cxnLst/>
              <a:rect l="l" t="t" r="r" b="b"/>
              <a:pathLst>
                <a:path w="5715" h="429259">
                  <a:moveTo>
                    <a:pt x="5397" y="422910"/>
                  </a:moveTo>
                  <a:lnTo>
                    <a:pt x="5321" y="1270"/>
                  </a:lnTo>
                  <a:lnTo>
                    <a:pt x="5232" y="0"/>
                  </a:lnTo>
                  <a:lnTo>
                    <a:pt x="431" y="0"/>
                  </a:lnTo>
                  <a:lnTo>
                    <a:pt x="431" y="1270"/>
                  </a:lnTo>
                  <a:lnTo>
                    <a:pt x="0" y="1270"/>
                  </a:lnTo>
                  <a:lnTo>
                    <a:pt x="0" y="422910"/>
                  </a:lnTo>
                  <a:lnTo>
                    <a:pt x="76" y="425450"/>
                  </a:lnTo>
                  <a:lnTo>
                    <a:pt x="3289" y="425450"/>
                  </a:lnTo>
                  <a:lnTo>
                    <a:pt x="3289" y="429260"/>
                  </a:lnTo>
                  <a:lnTo>
                    <a:pt x="5397" y="429260"/>
                  </a:lnTo>
                  <a:lnTo>
                    <a:pt x="5397" y="425450"/>
                  </a:lnTo>
                  <a:lnTo>
                    <a:pt x="5397" y="42291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4" name="object 1654"/>
            <p:cNvSpPr/>
            <p:nvPr/>
          </p:nvSpPr>
          <p:spPr>
            <a:xfrm>
              <a:off x="7132327" y="7261355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59" h="8254">
                  <a:moveTo>
                    <a:pt x="4320" y="0"/>
                  </a:moveTo>
                  <a:lnTo>
                    <a:pt x="4320" y="2931"/>
                  </a:lnTo>
                  <a:lnTo>
                    <a:pt x="0" y="3378"/>
                  </a:lnTo>
                  <a:lnTo>
                    <a:pt x="6235" y="8072"/>
                  </a:lnTo>
                  <a:lnTo>
                    <a:pt x="9641" y="7711"/>
                  </a:lnTo>
                  <a:lnTo>
                    <a:pt x="9641" y="3994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5" name="object 1655"/>
            <p:cNvSpPr/>
            <p:nvPr/>
          </p:nvSpPr>
          <p:spPr>
            <a:xfrm>
              <a:off x="6598330" y="7324789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0"/>
                  </a:moveTo>
                  <a:lnTo>
                    <a:pt x="0" y="1614"/>
                  </a:lnTo>
                  <a:lnTo>
                    <a:pt x="1894" y="1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6" name="object 1656"/>
            <p:cNvSpPr/>
            <p:nvPr/>
          </p:nvSpPr>
          <p:spPr>
            <a:xfrm>
              <a:off x="6598330" y="7324789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0"/>
                  </a:moveTo>
                  <a:lnTo>
                    <a:pt x="1873" y="1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7" name="object 1657"/>
            <p:cNvSpPr/>
            <p:nvPr/>
          </p:nvSpPr>
          <p:spPr>
            <a:xfrm>
              <a:off x="6603588" y="7138929"/>
              <a:ext cx="528955" cy="181610"/>
            </a:xfrm>
            <a:custGeom>
              <a:avLst/>
              <a:gdLst/>
              <a:ahLst/>
              <a:cxnLst/>
              <a:rect l="l" t="t" r="r" b="b"/>
              <a:pathLst>
                <a:path w="528954" h="181609">
                  <a:moveTo>
                    <a:pt x="0" y="0"/>
                  </a:moveTo>
                  <a:lnTo>
                    <a:pt x="63" y="181589"/>
                  </a:lnTo>
                  <a:lnTo>
                    <a:pt x="528717" y="125825"/>
                  </a:lnTo>
                  <a:lnTo>
                    <a:pt x="63" y="1815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1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8" name="object 1658"/>
            <p:cNvSpPr/>
            <p:nvPr/>
          </p:nvSpPr>
          <p:spPr>
            <a:xfrm>
              <a:off x="6603644" y="7264755"/>
              <a:ext cx="535305" cy="61594"/>
            </a:xfrm>
            <a:custGeom>
              <a:avLst/>
              <a:gdLst/>
              <a:ahLst/>
              <a:cxnLst/>
              <a:rect l="l" t="t" r="r" b="b"/>
              <a:pathLst>
                <a:path w="535304" h="61595">
                  <a:moveTo>
                    <a:pt x="534911" y="4673"/>
                  </a:moveTo>
                  <a:lnTo>
                    <a:pt x="528650" y="0"/>
                  </a:lnTo>
                  <a:lnTo>
                    <a:pt x="0" y="55765"/>
                  </a:lnTo>
                  <a:lnTo>
                    <a:pt x="0" y="61099"/>
                  </a:lnTo>
                  <a:lnTo>
                    <a:pt x="534911" y="4673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9" name="object 1659"/>
            <p:cNvSpPr/>
            <p:nvPr/>
          </p:nvSpPr>
          <p:spPr>
            <a:xfrm>
              <a:off x="6598298" y="7138669"/>
              <a:ext cx="5715" cy="181610"/>
            </a:xfrm>
            <a:custGeom>
              <a:avLst/>
              <a:gdLst/>
              <a:ahLst/>
              <a:cxnLst/>
              <a:rect l="l" t="t" r="r" b="b"/>
              <a:pathLst>
                <a:path w="5715" h="181609">
                  <a:moveTo>
                    <a:pt x="5346" y="179070"/>
                  </a:moveTo>
                  <a:lnTo>
                    <a:pt x="5308" y="1270"/>
                  </a:lnTo>
                  <a:lnTo>
                    <a:pt x="5257" y="0"/>
                  </a:lnTo>
                  <a:lnTo>
                    <a:pt x="1651" y="0"/>
                  </a:lnTo>
                  <a:lnTo>
                    <a:pt x="1651" y="1270"/>
                  </a:lnTo>
                  <a:lnTo>
                    <a:pt x="0" y="1270"/>
                  </a:lnTo>
                  <a:lnTo>
                    <a:pt x="0" y="179070"/>
                  </a:lnTo>
                  <a:lnTo>
                    <a:pt x="1181" y="179070"/>
                  </a:lnTo>
                  <a:lnTo>
                    <a:pt x="1181" y="181610"/>
                  </a:lnTo>
                  <a:lnTo>
                    <a:pt x="5346" y="181610"/>
                  </a:lnTo>
                  <a:lnTo>
                    <a:pt x="5346" y="17907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0" name="object 1660"/>
            <p:cNvSpPr/>
            <p:nvPr/>
          </p:nvSpPr>
          <p:spPr>
            <a:xfrm>
              <a:off x="6598330" y="7318140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5" h="8254">
                  <a:moveTo>
                    <a:pt x="0" y="0"/>
                  </a:moveTo>
                  <a:lnTo>
                    <a:pt x="0" y="6649"/>
                  </a:lnTo>
                  <a:lnTo>
                    <a:pt x="1958" y="8072"/>
                  </a:lnTo>
                  <a:lnTo>
                    <a:pt x="5321" y="7711"/>
                  </a:lnTo>
                  <a:lnTo>
                    <a:pt x="5321" y="2570"/>
                  </a:lnTo>
                  <a:lnTo>
                    <a:pt x="3427" y="2570"/>
                  </a:lnTo>
                  <a:lnTo>
                    <a:pt x="0" y="0"/>
                  </a:lnTo>
                  <a:close/>
                </a:path>
                <a:path w="5715" h="8254">
                  <a:moveTo>
                    <a:pt x="5321" y="2378"/>
                  </a:moveTo>
                  <a:lnTo>
                    <a:pt x="3172" y="2378"/>
                  </a:lnTo>
                  <a:lnTo>
                    <a:pt x="3427" y="2570"/>
                  </a:lnTo>
                  <a:lnTo>
                    <a:pt x="5321" y="2570"/>
                  </a:lnTo>
                  <a:lnTo>
                    <a:pt x="5321" y="2378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1" name="object 1661"/>
            <p:cNvSpPr/>
            <p:nvPr/>
          </p:nvSpPr>
          <p:spPr>
            <a:xfrm>
              <a:off x="6203975" y="7099884"/>
              <a:ext cx="381000" cy="120650"/>
            </a:xfrm>
            <a:custGeom>
              <a:avLst/>
              <a:gdLst/>
              <a:ahLst/>
              <a:cxnLst/>
              <a:rect l="l" t="t" r="r" b="b"/>
              <a:pathLst>
                <a:path w="381000" h="120650">
                  <a:moveTo>
                    <a:pt x="11544" y="86258"/>
                  </a:moveTo>
                  <a:lnTo>
                    <a:pt x="10414" y="81051"/>
                  </a:lnTo>
                  <a:lnTo>
                    <a:pt x="0" y="83299"/>
                  </a:lnTo>
                  <a:lnTo>
                    <a:pt x="1130" y="88506"/>
                  </a:lnTo>
                  <a:lnTo>
                    <a:pt x="11544" y="86258"/>
                  </a:lnTo>
                  <a:close/>
                </a:path>
                <a:path w="381000" h="120650">
                  <a:moveTo>
                    <a:pt x="53708" y="116713"/>
                  </a:moveTo>
                  <a:lnTo>
                    <a:pt x="51981" y="111709"/>
                  </a:lnTo>
                  <a:lnTo>
                    <a:pt x="41897" y="115100"/>
                  </a:lnTo>
                  <a:lnTo>
                    <a:pt x="43611" y="120142"/>
                  </a:lnTo>
                  <a:lnTo>
                    <a:pt x="53708" y="116713"/>
                  </a:lnTo>
                  <a:close/>
                </a:path>
                <a:path w="381000" h="120650">
                  <a:moveTo>
                    <a:pt x="53708" y="77076"/>
                  </a:moveTo>
                  <a:lnTo>
                    <a:pt x="52578" y="71894"/>
                  </a:lnTo>
                  <a:lnTo>
                    <a:pt x="31483" y="76479"/>
                  </a:lnTo>
                  <a:lnTo>
                    <a:pt x="32613" y="81661"/>
                  </a:lnTo>
                  <a:lnTo>
                    <a:pt x="53708" y="77076"/>
                  </a:lnTo>
                  <a:close/>
                </a:path>
                <a:path w="381000" h="120650">
                  <a:moveTo>
                    <a:pt x="95897" y="67919"/>
                  </a:moveTo>
                  <a:lnTo>
                    <a:pt x="94767" y="62738"/>
                  </a:lnTo>
                  <a:lnTo>
                    <a:pt x="73672" y="67310"/>
                  </a:lnTo>
                  <a:lnTo>
                    <a:pt x="74803" y="72504"/>
                  </a:lnTo>
                  <a:lnTo>
                    <a:pt x="95897" y="67919"/>
                  </a:lnTo>
                  <a:close/>
                </a:path>
                <a:path w="381000" h="120650">
                  <a:moveTo>
                    <a:pt x="95935" y="102438"/>
                  </a:moveTo>
                  <a:lnTo>
                    <a:pt x="94234" y="97409"/>
                  </a:lnTo>
                  <a:lnTo>
                    <a:pt x="73101" y="104546"/>
                  </a:lnTo>
                  <a:lnTo>
                    <a:pt x="74815" y="109575"/>
                  </a:lnTo>
                  <a:lnTo>
                    <a:pt x="95935" y="102438"/>
                  </a:lnTo>
                  <a:close/>
                </a:path>
                <a:path w="381000" h="120650">
                  <a:moveTo>
                    <a:pt x="138074" y="58762"/>
                  </a:moveTo>
                  <a:lnTo>
                    <a:pt x="136931" y="53581"/>
                  </a:lnTo>
                  <a:lnTo>
                    <a:pt x="115862" y="58153"/>
                  </a:lnTo>
                  <a:lnTo>
                    <a:pt x="116992" y="63347"/>
                  </a:lnTo>
                  <a:lnTo>
                    <a:pt x="138074" y="58762"/>
                  </a:lnTo>
                  <a:close/>
                </a:path>
                <a:path w="381000" h="120650">
                  <a:moveTo>
                    <a:pt x="138188" y="88138"/>
                  </a:moveTo>
                  <a:lnTo>
                    <a:pt x="136486" y="83108"/>
                  </a:lnTo>
                  <a:lnTo>
                    <a:pt x="115341" y="90246"/>
                  </a:lnTo>
                  <a:lnTo>
                    <a:pt x="117068" y="95288"/>
                  </a:lnTo>
                  <a:lnTo>
                    <a:pt x="138188" y="88138"/>
                  </a:lnTo>
                  <a:close/>
                </a:path>
                <a:path w="381000" h="120650">
                  <a:moveTo>
                    <a:pt x="180251" y="49606"/>
                  </a:moveTo>
                  <a:lnTo>
                    <a:pt x="179120" y="44424"/>
                  </a:lnTo>
                  <a:lnTo>
                    <a:pt x="158026" y="48996"/>
                  </a:lnTo>
                  <a:lnTo>
                    <a:pt x="159156" y="54190"/>
                  </a:lnTo>
                  <a:lnTo>
                    <a:pt x="180251" y="49606"/>
                  </a:lnTo>
                  <a:close/>
                </a:path>
                <a:path w="381000" h="120650">
                  <a:moveTo>
                    <a:pt x="180441" y="73850"/>
                  </a:moveTo>
                  <a:lnTo>
                    <a:pt x="178739" y="68808"/>
                  </a:lnTo>
                  <a:lnTo>
                    <a:pt x="157619" y="75971"/>
                  </a:lnTo>
                  <a:lnTo>
                    <a:pt x="159321" y="80987"/>
                  </a:lnTo>
                  <a:lnTo>
                    <a:pt x="180441" y="73850"/>
                  </a:lnTo>
                  <a:close/>
                </a:path>
                <a:path w="381000" h="120650">
                  <a:moveTo>
                    <a:pt x="222427" y="40449"/>
                  </a:moveTo>
                  <a:lnTo>
                    <a:pt x="221297" y="35267"/>
                  </a:lnTo>
                  <a:lnTo>
                    <a:pt x="200215" y="39839"/>
                  </a:lnTo>
                  <a:lnTo>
                    <a:pt x="201333" y="45046"/>
                  </a:lnTo>
                  <a:lnTo>
                    <a:pt x="222427" y="40449"/>
                  </a:lnTo>
                  <a:close/>
                </a:path>
                <a:path w="381000" h="120650">
                  <a:moveTo>
                    <a:pt x="222681" y="59550"/>
                  </a:moveTo>
                  <a:lnTo>
                    <a:pt x="220980" y="54521"/>
                  </a:lnTo>
                  <a:lnTo>
                    <a:pt x="199847" y="61671"/>
                  </a:lnTo>
                  <a:lnTo>
                    <a:pt x="201574" y="66687"/>
                  </a:lnTo>
                  <a:lnTo>
                    <a:pt x="222681" y="59550"/>
                  </a:lnTo>
                  <a:close/>
                </a:path>
                <a:path w="381000" h="120650">
                  <a:moveTo>
                    <a:pt x="264591" y="31292"/>
                  </a:moveTo>
                  <a:lnTo>
                    <a:pt x="263474" y="26111"/>
                  </a:lnTo>
                  <a:lnTo>
                    <a:pt x="242379" y="30683"/>
                  </a:lnTo>
                  <a:lnTo>
                    <a:pt x="243522" y="35864"/>
                  </a:lnTo>
                  <a:lnTo>
                    <a:pt x="264591" y="31292"/>
                  </a:lnTo>
                  <a:close/>
                </a:path>
                <a:path w="381000" h="120650">
                  <a:moveTo>
                    <a:pt x="264934" y="45250"/>
                  </a:moveTo>
                  <a:lnTo>
                    <a:pt x="263232" y="40220"/>
                  </a:lnTo>
                  <a:lnTo>
                    <a:pt x="242125" y="47383"/>
                  </a:lnTo>
                  <a:lnTo>
                    <a:pt x="243827" y="52412"/>
                  </a:lnTo>
                  <a:lnTo>
                    <a:pt x="264934" y="45250"/>
                  </a:lnTo>
                  <a:close/>
                </a:path>
                <a:path w="381000" h="120650">
                  <a:moveTo>
                    <a:pt x="306781" y="22136"/>
                  </a:moveTo>
                  <a:lnTo>
                    <a:pt x="305650" y="16954"/>
                  </a:lnTo>
                  <a:lnTo>
                    <a:pt x="284556" y="21526"/>
                  </a:lnTo>
                  <a:lnTo>
                    <a:pt x="285686" y="26708"/>
                  </a:lnTo>
                  <a:lnTo>
                    <a:pt x="306781" y="22136"/>
                  </a:lnTo>
                  <a:close/>
                </a:path>
                <a:path w="381000" h="120650">
                  <a:moveTo>
                    <a:pt x="307187" y="30962"/>
                  </a:moveTo>
                  <a:lnTo>
                    <a:pt x="305485" y="25920"/>
                  </a:lnTo>
                  <a:lnTo>
                    <a:pt x="284365" y="33083"/>
                  </a:lnTo>
                  <a:lnTo>
                    <a:pt x="286067" y="38112"/>
                  </a:lnTo>
                  <a:lnTo>
                    <a:pt x="307187" y="30962"/>
                  </a:lnTo>
                  <a:close/>
                </a:path>
                <a:path w="381000" h="120650">
                  <a:moveTo>
                    <a:pt x="349440" y="16662"/>
                  </a:moveTo>
                  <a:lnTo>
                    <a:pt x="348246" y="13144"/>
                  </a:lnTo>
                  <a:lnTo>
                    <a:pt x="348970" y="12979"/>
                  </a:lnTo>
                  <a:lnTo>
                    <a:pt x="347840" y="7797"/>
                  </a:lnTo>
                  <a:lnTo>
                    <a:pt x="326745" y="12369"/>
                  </a:lnTo>
                  <a:lnTo>
                    <a:pt x="327875" y="17551"/>
                  </a:lnTo>
                  <a:lnTo>
                    <a:pt x="334454" y="16129"/>
                  </a:lnTo>
                  <a:lnTo>
                    <a:pt x="326618" y="18783"/>
                  </a:lnTo>
                  <a:lnTo>
                    <a:pt x="328320" y="23812"/>
                  </a:lnTo>
                  <a:lnTo>
                    <a:pt x="349440" y="16662"/>
                  </a:lnTo>
                  <a:close/>
                </a:path>
                <a:path w="381000" h="120650">
                  <a:moveTo>
                    <a:pt x="380707" y="6083"/>
                  </a:moveTo>
                  <a:lnTo>
                    <a:pt x="379831" y="3594"/>
                  </a:lnTo>
                  <a:lnTo>
                    <a:pt x="380072" y="939"/>
                  </a:lnTo>
                  <a:lnTo>
                    <a:pt x="379844" y="927"/>
                  </a:lnTo>
                  <a:lnTo>
                    <a:pt x="369468" y="0"/>
                  </a:lnTo>
                  <a:lnTo>
                    <a:pt x="369379" y="889"/>
                  </a:lnTo>
                  <a:lnTo>
                    <a:pt x="369214" y="876"/>
                  </a:lnTo>
                  <a:lnTo>
                    <a:pt x="369189" y="3149"/>
                  </a:lnTo>
                  <a:lnTo>
                    <a:pt x="368871" y="3238"/>
                  </a:lnTo>
                  <a:lnTo>
                    <a:pt x="369087" y="4254"/>
                  </a:lnTo>
                  <a:lnTo>
                    <a:pt x="369074" y="4419"/>
                  </a:lnTo>
                  <a:lnTo>
                    <a:pt x="368896" y="4470"/>
                  </a:lnTo>
                  <a:lnTo>
                    <a:pt x="369023" y="4902"/>
                  </a:lnTo>
                  <a:lnTo>
                    <a:pt x="368998" y="5295"/>
                  </a:lnTo>
                  <a:lnTo>
                    <a:pt x="369163" y="5321"/>
                  </a:lnTo>
                  <a:lnTo>
                    <a:pt x="369163" y="6184"/>
                  </a:lnTo>
                  <a:lnTo>
                    <a:pt x="369481" y="6197"/>
                  </a:lnTo>
                  <a:lnTo>
                    <a:pt x="369570" y="6489"/>
                  </a:lnTo>
                  <a:lnTo>
                    <a:pt x="370001" y="8420"/>
                  </a:lnTo>
                  <a:lnTo>
                    <a:pt x="370217" y="8382"/>
                  </a:lnTo>
                  <a:lnTo>
                    <a:pt x="370611" y="9499"/>
                  </a:lnTo>
                  <a:lnTo>
                    <a:pt x="380707" y="6083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2" name="object 1662"/>
            <p:cNvSpPr/>
            <p:nvPr/>
          </p:nvSpPr>
          <p:spPr>
            <a:xfrm>
              <a:off x="5588292" y="6593395"/>
              <a:ext cx="756285" cy="756920"/>
            </a:xfrm>
            <a:custGeom>
              <a:avLst/>
              <a:gdLst/>
              <a:ahLst/>
              <a:cxnLst/>
              <a:rect l="l" t="t" r="r" b="b"/>
              <a:pathLst>
                <a:path w="756285" h="756920">
                  <a:moveTo>
                    <a:pt x="1892" y="599351"/>
                  </a:moveTo>
                  <a:lnTo>
                    <a:pt x="0" y="597928"/>
                  </a:lnTo>
                  <a:lnTo>
                    <a:pt x="50" y="599351"/>
                  </a:lnTo>
                  <a:lnTo>
                    <a:pt x="1892" y="599351"/>
                  </a:lnTo>
                  <a:close/>
                </a:path>
                <a:path w="756285" h="756920">
                  <a:moveTo>
                    <a:pt x="481723" y="2578"/>
                  </a:moveTo>
                  <a:lnTo>
                    <a:pt x="478294" y="0"/>
                  </a:lnTo>
                  <a:lnTo>
                    <a:pt x="478294" y="2578"/>
                  </a:lnTo>
                  <a:lnTo>
                    <a:pt x="481723" y="2578"/>
                  </a:lnTo>
                  <a:close/>
                </a:path>
                <a:path w="756285" h="756920">
                  <a:moveTo>
                    <a:pt x="483616" y="2578"/>
                  </a:moveTo>
                  <a:lnTo>
                    <a:pt x="481723" y="2578"/>
                  </a:lnTo>
                  <a:lnTo>
                    <a:pt x="483616" y="4013"/>
                  </a:lnTo>
                  <a:lnTo>
                    <a:pt x="483616" y="2578"/>
                  </a:lnTo>
                  <a:close/>
                </a:path>
                <a:path w="756285" h="756920">
                  <a:moveTo>
                    <a:pt x="756246" y="753770"/>
                  </a:moveTo>
                  <a:lnTo>
                    <a:pt x="752830" y="753770"/>
                  </a:lnTo>
                  <a:lnTo>
                    <a:pt x="756246" y="756335"/>
                  </a:lnTo>
                  <a:lnTo>
                    <a:pt x="756246" y="75377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3" name="object 1663"/>
            <p:cNvSpPr/>
            <p:nvPr/>
          </p:nvSpPr>
          <p:spPr>
            <a:xfrm>
              <a:off x="6070018" y="6595962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0"/>
                  </a:moveTo>
                  <a:lnTo>
                    <a:pt x="1894" y="1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4" name="object 1664"/>
            <p:cNvSpPr/>
            <p:nvPr/>
          </p:nvSpPr>
          <p:spPr>
            <a:xfrm>
              <a:off x="5583976" y="7187598"/>
              <a:ext cx="765175" cy="159385"/>
            </a:xfrm>
            <a:custGeom>
              <a:avLst/>
              <a:gdLst/>
              <a:ahLst/>
              <a:cxnLst/>
              <a:rect l="l" t="t" r="r" b="b"/>
              <a:pathLst>
                <a:path w="765175" h="159384">
                  <a:moveTo>
                    <a:pt x="760573" y="155482"/>
                  </a:moveTo>
                  <a:lnTo>
                    <a:pt x="760573" y="159199"/>
                  </a:lnTo>
                  <a:lnTo>
                    <a:pt x="764915" y="158753"/>
                  </a:lnTo>
                  <a:lnTo>
                    <a:pt x="760573" y="155482"/>
                  </a:lnTo>
                  <a:close/>
                </a:path>
                <a:path w="765175" h="159384">
                  <a:moveTo>
                    <a:pt x="4321" y="0"/>
                  </a:moveTo>
                  <a:lnTo>
                    <a:pt x="0" y="467"/>
                  </a:lnTo>
                  <a:lnTo>
                    <a:pt x="4321" y="3717"/>
                  </a:lnTo>
                  <a:lnTo>
                    <a:pt x="4321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5" name="object 1665"/>
            <p:cNvSpPr/>
            <p:nvPr/>
          </p:nvSpPr>
          <p:spPr>
            <a:xfrm>
              <a:off x="6341123" y="7346797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10" h="634">
                  <a:moveTo>
                    <a:pt x="3426" y="0"/>
                  </a:moveTo>
                  <a:lnTo>
                    <a:pt x="0" y="360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6" name="object 1666"/>
            <p:cNvSpPr/>
            <p:nvPr/>
          </p:nvSpPr>
          <p:spPr>
            <a:xfrm>
              <a:off x="5593406" y="6654530"/>
              <a:ext cx="267335" cy="532765"/>
            </a:xfrm>
            <a:custGeom>
              <a:avLst/>
              <a:gdLst/>
              <a:ahLst/>
              <a:cxnLst/>
              <a:rect l="l" t="t" r="r" b="b"/>
              <a:pathLst>
                <a:path w="267335" h="532765">
                  <a:moveTo>
                    <a:pt x="267150" y="310221"/>
                  </a:moveTo>
                  <a:lnTo>
                    <a:pt x="10302" y="310221"/>
                  </a:lnTo>
                  <a:lnTo>
                    <a:pt x="12983" y="314810"/>
                  </a:lnTo>
                  <a:lnTo>
                    <a:pt x="128" y="321884"/>
                  </a:lnTo>
                  <a:lnTo>
                    <a:pt x="213" y="532514"/>
                  </a:lnTo>
                  <a:lnTo>
                    <a:pt x="92737" y="522742"/>
                  </a:lnTo>
                  <a:lnTo>
                    <a:pt x="92737" y="518706"/>
                  </a:lnTo>
                  <a:lnTo>
                    <a:pt x="90077" y="518706"/>
                  </a:lnTo>
                  <a:lnTo>
                    <a:pt x="90056" y="499841"/>
                  </a:lnTo>
                  <a:lnTo>
                    <a:pt x="92717" y="499841"/>
                  </a:lnTo>
                  <a:lnTo>
                    <a:pt x="92717" y="480956"/>
                  </a:lnTo>
                  <a:lnTo>
                    <a:pt x="89992" y="480956"/>
                  </a:lnTo>
                  <a:lnTo>
                    <a:pt x="89992" y="471545"/>
                  </a:lnTo>
                  <a:lnTo>
                    <a:pt x="85778" y="468337"/>
                  </a:lnTo>
                  <a:lnTo>
                    <a:pt x="89992" y="467975"/>
                  </a:lnTo>
                  <a:lnTo>
                    <a:pt x="89992" y="465087"/>
                  </a:lnTo>
                  <a:lnTo>
                    <a:pt x="124746" y="465087"/>
                  </a:lnTo>
                  <a:lnTo>
                    <a:pt x="124665" y="464322"/>
                  </a:lnTo>
                  <a:lnTo>
                    <a:pt x="147078" y="462028"/>
                  </a:lnTo>
                  <a:lnTo>
                    <a:pt x="168004" y="462028"/>
                  </a:lnTo>
                  <a:lnTo>
                    <a:pt x="167792" y="459967"/>
                  </a:lnTo>
                  <a:lnTo>
                    <a:pt x="167768" y="459733"/>
                  </a:lnTo>
                  <a:lnTo>
                    <a:pt x="190947" y="457248"/>
                  </a:lnTo>
                  <a:lnTo>
                    <a:pt x="211293" y="457248"/>
                  </a:lnTo>
                  <a:lnTo>
                    <a:pt x="211080" y="455315"/>
                  </a:lnTo>
                  <a:lnTo>
                    <a:pt x="211061" y="455145"/>
                  </a:lnTo>
                  <a:lnTo>
                    <a:pt x="235007" y="452659"/>
                  </a:lnTo>
                  <a:lnTo>
                    <a:pt x="254585" y="452659"/>
                  </a:lnTo>
                  <a:lnTo>
                    <a:pt x="254354" y="450556"/>
                  </a:lnTo>
                  <a:lnTo>
                    <a:pt x="267210" y="449303"/>
                  </a:lnTo>
                  <a:lnTo>
                    <a:pt x="267150" y="310221"/>
                  </a:lnTo>
                  <a:close/>
                </a:path>
                <a:path w="267335" h="532765">
                  <a:moveTo>
                    <a:pt x="124906" y="466617"/>
                  </a:moveTo>
                  <a:lnTo>
                    <a:pt x="103018" y="466617"/>
                  </a:lnTo>
                  <a:lnTo>
                    <a:pt x="103134" y="467636"/>
                  </a:lnTo>
                  <a:lnTo>
                    <a:pt x="103213" y="468337"/>
                  </a:lnTo>
                  <a:lnTo>
                    <a:pt x="103317" y="469251"/>
                  </a:lnTo>
                  <a:lnTo>
                    <a:pt x="124942" y="466957"/>
                  </a:lnTo>
                  <a:lnTo>
                    <a:pt x="124906" y="466617"/>
                  </a:lnTo>
                  <a:close/>
                </a:path>
                <a:path w="267335" h="532765">
                  <a:moveTo>
                    <a:pt x="124746" y="465087"/>
                  </a:moveTo>
                  <a:lnTo>
                    <a:pt x="89992" y="465087"/>
                  </a:lnTo>
                  <a:lnTo>
                    <a:pt x="93653" y="467636"/>
                  </a:lnTo>
                  <a:lnTo>
                    <a:pt x="103018" y="466617"/>
                  </a:lnTo>
                  <a:lnTo>
                    <a:pt x="124906" y="466617"/>
                  </a:lnTo>
                  <a:lnTo>
                    <a:pt x="124746" y="465087"/>
                  </a:lnTo>
                  <a:close/>
                </a:path>
                <a:path w="267335" h="532765">
                  <a:moveTo>
                    <a:pt x="168004" y="462028"/>
                  </a:moveTo>
                  <a:lnTo>
                    <a:pt x="147078" y="462028"/>
                  </a:lnTo>
                  <a:lnTo>
                    <a:pt x="147325" y="464322"/>
                  </a:lnTo>
                  <a:lnTo>
                    <a:pt x="147355" y="464599"/>
                  </a:lnTo>
                  <a:lnTo>
                    <a:pt x="168043" y="462410"/>
                  </a:lnTo>
                  <a:lnTo>
                    <a:pt x="168004" y="462028"/>
                  </a:lnTo>
                  <a:close/>
                </a:path>
                <a:path w="267335" h="532765">
                  <a:moveTo>
                    <a:pt x="211293" y="457248"/>
                  </a:moveTo>
                  <a:lnTo>
                    <a:pt x="190947" y="457248"/>
                  </a:lnTo>
                  <a:lnTo>
                    <a:pt x="191219" y="459733"/>
                  </a:lnTo>
                  <a:lnTo>
                    <a:pt x="191245" y="459967"/>
                  </a:lnTo>
                  <a:lnTo>
                    <a:pt x="211359" y="457843"/>
                  </a:lnTo>
                  <a:lnTo>
                    <a:pt x="211293" y="457248"/>
                  </a:lnTo>
                  <a:close/>
                </a:path>
                <a:path w="267335" h="532765">
                  <a:moveTo>
                    <a:pt x="254585" y="452659"/>
                  </a:moveTo>
                  <a:lnTo>
                    <a:pt x="235007" y="452659"/>
                  </a:lnTo>
                  <a:lnTo>
                    <a:pt x="235266" y="455145"/>
                  </a:lnTo>
                  <a:lnTo>
                    <a:pt x="235284" y="455315"/>
                  </a:lnTo>
                  <a:lnTo>
                    <a:pt x="254652" y="453275"/>
                  </a:lnTo>
                  <a:lnTo>
                    <a:pt x="254585" y="452659"/>
                  </a:lnTo>
                  <a:close/>
                </a:path>
                <a:path w="267335" h="532765">
                  <a:moveTo>
                    <a:pt x="66514" y="279247"/>
                  </a:moveTo>
                  <a:lnTo>
                    <a:pt x="16048" y="279247"/>
                  </a:lnTo>
                  <a:lnTo>
                    <a:pt x="17964" y="284219"/>
                  </a:lnTo>
                  <a:lnTo>
                    <a:pt x="128" y="291208"/>
                  </a:lnTo>
                  <a:lnTo>
                    <a:pt x="128" y="315829"/>
                  </a:lnTo>
                  <a:lnTo>
                    <a:pt x="10302" y="310221"/>
                  </a:lnTo>
                  <a:lnTo>
                    <a:pt x="267150" y="310221"/>
                  </a:lnTo>
                  <a:lnTo>
                    <a:pt x="267148" y="304676"/>
                  </a:lnTo>
                  <a:lnTo>
                    <a:pt x="31182" y="304676"/>
                  </a:lnTo>
                  <a:lnTo>
                    <a:pt x="28691" y="300088"/>
                  </a:lnTo>
                  <a:lnTo>
                    <a:pt x="47082" y="289954"/>
                  </a:lnTo>
                  <a:lnTo>
                    <a:pt x="267142" y="289954"/>
                  </a:lnTo>
                  <a:lnTo>
                    <a:pt x="267139" y="284410"/>
                  </a:lnTo>
                  <a:lnTo>
                    <a:pt x="67962" y="284410"/>
                  </a:lnTo>
                  <a:lnTo>
                    <a:pt x="65472" y="279821"/>
                  </a:lnTo>
                  <a:lnTo>
                    <a:pt x="66514" y="279247"/>
                  </a:lnTo>
                  <a:close/>
                </a:path>
                <a:path w="267335" h="532765">
                  <a:moveTo>
                    <a:pt x="267142" y="289954"/>
                  </a:moveTo>
                  <a:lnTo>
                    <a:pt x="47082" y="289954"/>
                  </a:lnTo>
                  <a:lnTo>
                    <a:pt x="49573" y="294543"/>
                  </a:lnTo>
                  <a:lnTo>
                    <a:pt x="31182" y="304676"/>
                  </a:lnTo>
                  <a:lnTo>
                    <a:pt x="267148" y="304676"/>
                  </a:lnTo>
                  <a:lnTo>
                    <a:pt x="267142" y="289954"/>
                  </a:lnTo>
                  <a:close/>
                </a:path>
                <a:path w="267335" h="532765">
                  <a:moveTo>
                    <a:pt x="0" y="0"/>
                  </a:moveTo>
                  <a:lnTo>
                    <a:pt x="34" y="77815"/>
                  </a:lnTo>
                  <a:lnTo>
                    <a:pt x="128" y="285471"/>
                  </a:lnTo>
                  <a:lnTo>
                    <a:pt x="16048" y="279247"/>
                  </a:lnTo>
                  <a:lnTo>
                    <a:pt x="66514" y="279247"/>
                  </a:lnTo>
                  <a:lnTo>
                    <a:pt x="71370" y="276571"/>
                  </a:lnTo>
                  <a:lnTo>
                    <a:pt x="37696" y="276571"/>
                  </a:lnTo>
                  <a:lnTo>
                    <a:pt x="35779" y="271791"/>
                  </a:lnTo>
                  <a:lnTo>
                    <a:pt x="55510" y="264143"/>
                  </a:lnTo>
                  <a:lnTo>
                    <a:pt x="104743" y="264143"/>
                  </a:lnTo>
                  <a:lnTo>
                    <a:pt x="103290" y="261467"/>
                  </a:lnTo>
                  <a:lnTo>
                    <a:pt x="76965" y="261467"/>
                  </a:lnTo>
                  <a:lnTo>
                    <a:pt x="75050" y="256495"/>
                  </a:lnTo>
                  <a:lnTo>
                    <a:pt x="94781" y="248848"/>
                  </a:lnTo>
                  <a:lnTo>
                    <a:pt x="267124" y="248848"/>
                  </a:lnTo>
                  <a:lnTo>
                    <a:pt x="267123" y="247128"/>
                  </a:lnTo>
                  <a:lnTo>
                    <a:pt x="8003" y="247128"/>
                  </a:lnTo>
                  <a:lnTo>
                    <a:pt x="7236" y="241773"/>
                  </a:lnTo>
                  <a:lnTo>
                    <a:pt x="28308" y="238523"/>
                  </a:lnTo>
                  <a:lnTo>
                    <a:pt x="49792" y="238523"/>
                  </a:lnTo>
                  <a:lnTo>
                    <a:pt x="49189" y="235273"/>
                  </a:lnTo>
                  <a:lnTo>
                    <a:pt x="70261" y="231832"/>
                  </a:lnTo>
                  <a:lnTo>
                    <a:pt x="91816" y="231832"/>
                  </a:lnTo>
                  <a:lnTo>
                    <a:pt x="91333" y="228582"/>
                  </a:lnTo>
                  <a:lnTo>
                    <a:pt x="103043" y="226669"/>
                  </a:lnTo>
                  <a:lnTo>
                    <a:pt x="7619" y="226669"/>
                  </a:lnTo>
                  <a:lnTo>
                    <a:pt x="7513" y="223801"/>
                  </a:lnTo>
                  <a:lnTo>
                    <a:pt x="7428" y="221508"/>
                  </a:lnTo>
                  <a:lnTo>
                    <a:pt x="28500" y="220552"/>
                  </a:lnTo>
                  <a:lnTo>
                    <a:pt x="49415" y="220552"/>
                  </a:lnTo>
                  <a:lnTo>
                    <a:pt x="49381" y="219595"/>
                  </a:lnTo>
                  <a:lnTo>
                    <a:pt x="70453" y="218639"/>
                  </a:lnTo>
                  <a:lnTo>
                    <a:pt x="91559" y="218639"/>
                  </a:lnTo>
                  <a:lnTo>
                    <a:pt x="91525" y="217684"/>
                  </a:lnTo>
                  <a:lnTo>
                    <a:pt x="112405" y="216728"/>
                  </a:lnTo>
                  <a:lnTo>
                    <a:pt x="133512" y="216728"/>
                  </a:lnTo>
                  <a:lnTo>
                    <a:pt x="133478" y="215771"/>
                  </a:lnTo>
                  <a:lnTo>
                    <a:pt x="154550" y="215007"/>
                  </a:lnTo>
                  <a:lnTo>
                    <a:pt x="267109" y="215007"/>
                  </a:lnTo>
                  <a:lnTo>
                    <a:pt x="267103" y="201029"/>
                  </a:lnTo>
                  <a:lnTo>
                    <a:pt x="0" y="0"/>
                  </a:lnTo>
                  <a:close/>
                </a:path>
                <a:path w="267335" h="532765">
                  <a:moveTo>
                    <a:pt x="267133" y="269688"/>
                  </a:moveTo>
                  <a:lnTo>
                    <a:pt x="83863" y="269688"/>
                  </a:lnTo>
                  <a:lnTo>
                    <a:pt x="86352" y="274276"/>
                  </a:lnTo>
                  <a:lnTo>
                    <a:pt x="67962" y="284410"/>
                  </a:lnTo>
                  <a:lnTo>
                    <a:pt x="267139" y="284410"/>
                  </a:lnTo>
                  <a:lnTo>
                    <a:pt x="267133" y="269688"/>
                  </a:lnTo>
                  <a:close/>
                </a:path>
                <a:path w="267335" h="532765">
                  <a:moveTo>
                    <a:pt x="267124" y="249421"/>
                  </a:moveTo>
                  <a:lnTo>
                    <a:pt x="120642" y="249421"/>
                  </a:lnTo>
                  <a:lnTo>
                    <a:pt x="123029" y="253819"/>
                  </a:lnTo>
                  <a:lnTo>
                    <a:pt x="123132" y="254010"/>
                  </a:lnTo>
                  <a:lnTo>
                    <a:pt x="104743" y="264143"/>
                  </a:lnTo>
                  <a:lnTo>
                    <a:pt x="55510" y="264143"/>
                  </a:lnTo>
                  <a:lnTo>
                    <a:pt x="57426" y="269114"/>
                  </a:lnTo>
                  <a:lnTo>
                    <a:pt x="37696" y="276571"/>
                  </a:lnTo>
                  <a:lnTo>
                    <a:pt x="71370" y="276571"/>
                  </a:lnTo>
                  <a:lnTo>
                    <a:pt x="83863" y="269688"/>
                  </a:lnTo>
                  <a:lnTo>
                    <a:pt x="267133" y="269688"/>
                  </a:lnTo>
                  <a:lnTo>
                    <a:pt x="267124" y="249421"/>
                  </a:lnTo>
                  <a:close/>
                </a:path>
                <a:path w="267335" h="532765">
                  <a:moveTo>
                    <a:pt x="267124" y="248848"/>
                  </a:moveTo>
                  <a:lnTo>
                    <a:pt x="94781" y="248848"/>
                  </a:lnTo>
                  <a:lnTo>
                    <a:pt x="96697" y="253819"/>
                  </a:lnTo>
                  <a:lnTo>
                    <a:pt x="76965" y="261467"/>
                  </a:lnTo>
                  <a:lnTo>
                    <a:pt x="103290" y="261467"/>
                  </a:lnTo>
                  <a:lnTo>
                    <a:pt x="102252" y="259554"/>
                  </a:lnTo>
                  <a:lnTo>
                    <a:pt x="120642" y="249421"/>
                  </a:lnTo>
                  <a:lnTo>
                    <a:pt x="267124" y="249421"/>
                  </a:lnTo>
                  <a:lnTo>
                    <a:pt x="267124" y="248848"/>
                  </a:lnTo>
                  <a:close/>
                </a:path>
                <a:path w="267335" h="532765">
                  <a:moveTo>
                    <a:pt x="49792" y="238523"/>
                  </a:moveTo>
                  <a:lnTo>
                    <a:pt x="28308" y="238523"/>
                  </a:lnTo>
                  <a:lnTo>
                    <a:pt x="29075" y="243686"/>
                  </a:lnTo>
                  <a:lnTo>
                    <a:pt x="8003" y="247128"/>
                  </a:lnTo>
                  <a:lnTo>
                    <a:pt x="267123" y="247128"/>
                  </a:lnTo>
                  <a:lnTo>
                    <a:pt x="267123" y="246171"/>
                  </a:lnTo>
                  <a:lnTo>
                    <a:pt x="116428" y="246171"/>
                  </a:lnTo>
                  <a:lnTo>
                    <a:pt x="114513" y="241200"/>
                  </a:lnTo>
                  <a:lnTo>
                    <a:pt x="116466" y="240436"/>
                  </a:lnTo>
                  <a:lnTo>
                    <a:pt x="50147" y="240436"/>
                  </a:lnTo>
                  <a:lnTo>
                    <a:pt x="49792" y="238523"/>
                  </a:lnTo>
                  <a:close/>
                </a:path>
                <a:path w="267335" h="532765">
                  <a:moveTo>
                    <a:pt x="149253" y="233553"/>
                  </a:moveTo>
                  <a:lnTo>
                    <a:pt x="134052" y="233553"/>
                  </a:lnTo>
                  <a:lnTo>
                    <a:pt x="135967" y="238523"/>
                  </a:lnTo>
                  <a:lnTo>
                    <a:pt x="116428" y="246171"/>
                  </a:lnTo>
                  <a:lnTo>
                    <a:pt x="267123" y="246171"/>
                  </a:lnTo>
                  <a:lnTo>
                    <a:pt x="267122" y="243876"/>
                  </a:lnTo>
                  <a:lnTo>
                    <a:pt x="141523" y="243876"/>
                  </a:lnTo>
                  <a:lnTo>
                    <a:pt x="138841" y="239288"/>
                  </a:lnTo>
                  <a:lnTo>
                    <a:pt x="149253" y="233553"/>
                  </a:lnTo>
                  <a:close/>
                </a:path>
                <a:path w="267335" h="532765">
                  <a:moveTo>
                    <a:pt x="267111" y="218257"/>
                  </a:moveTo>
                  <a:lnTo>
                    <a:pt x="173323" y="218257"/>
                  </a:lnTo>
                  <a:lnTo>
                    <a:pt x="175348" y="223037"/>
                  </a:lnTo>
                  <a:lnTo>
                    <a:pt x="175430" y="223229"/>
                  </a:lnTo>
                  <a:lnTo>
                    <a:pt x="157543" y="230154"/>
                  </a:lnTo>
                  <a:lnTo>
                    <a:pt x="157812" y="230154"/>
                  </a:lnTo>
                  <a:lnTo>
                    <a:pt x="159801" y="233553"/>
                  </a:lnTo>
                  <a:lnTo>
                    <a:pt x="159913" y="233744"/>
                  </a:lnTo>
                  <a:lnTo>
                    <a:pt x="141523" y="243876"/>
                  </a:lnTo>
                  <a:lnTo>
                    <a:pt x="267122" y="243876"/>
                  </a:lnTo>
                  <a:lnTo>
                    <a:pt x="267111" y="218257"/>
                  </a:lnTo>
                  <a:close/>
                </a:path>
                <a:path w="267335" h="532765">
                  <a:moveTo>
                    <a:pt x="91816" y="231832"/>
                  </a:moveTo>
                  <a:lnTo>
                    <a:pt x="70261" y="231832"/>
                  </a:lnTo>
                  <a:lnTo>
                    <a:pt x="71027" y="237185"/>
                  </a:lnTo>
                  <a:lnTo>
                    <a:pt x="50147" y="240436"/>
                  </a:lnTo>
                  <a:lnTo>
                    <a:pt x="116466" y="240436"/>
                  </a:lnTo>
                  <a:lnTo>
                    <a:pt x="133562" y="233744"/>
                  </a:lnTo>
                  <a:lnTo>
                    <a:pt x="92100" y="233744"/>
                  </a:lnTo>
                  <a:lnTo>
                    <a:pt x="91816" y="231832"/>
                  </a:lnTo>
                  <a:close/>
                </a:path>
                <a:path w="267335" h="532765">
                  <a:moveTo>
                    <a:pt x="133889" y="225140"/>
                  </a:moveTo>
                  <a:lnTo>
                    <a:pt x="112405" y="225140"/>
                  </a:lnTo>
                  <a:lnTo>
                    <a:pt x="113123" y="230154"/>
                  </a:lnTo>
                  <a:lnTo>
                    <a:pt x="113172" y="230493"/>
                  </a:lnTo>
                  <a:lnTo>
                    <a:pt x="92100" y="233744"/>
                  </a:lnTo>
                  <a:lnTo>
                    <a:pt x="133562" y="233744"/>
                  </a:lnTo>
                  <a:lnTo>
                    <a:pt x="134052" y="233553"/>
                  </a:lnTo>
                  <a:lnTo>
                    <a:pt x="149253" y="233553"/>
                  </a:lnTo>
                  <a:lnTo>
                    <a:pt x="155422" y="230154"/>
                  </a:lnTo>
                  <a:lnTo>
                    <a:pt x="154225" y="227051"/>
                  </a:lnTo>
                  <a:lnTo>
                    <a:pt x="134244" y="227051"/>
                  </a:lnTo>
                  <a:lnTo>
                    <a:pt x="133889" y="225140"/>
                  </a:lnTo>
                  <a:close/>
                </a:path>
                <a:path w="267335" h="532765">
                  <a:moveTo>
                    <a:pt x="267109" y="215007"/>
                  </a:moveTo>
                  <a:lnTo>
                    <a:pt x="154550" y="215007"/>
                  </a:lnTo>
                  <a:lnTo>
                    <a:pt x="154649" y="217684"/>
                  </a:lnTo>
                  <a:lnTo>
                    <a:pt x="154688" y="220827"/>
                  </a:lnTo>
                  <a:lnTo>
                    <a:pt x="155012" y="223037"/>
                  </a:lnTo>
                  <a:lnTo>
                    <a:pt x="155124" y="223801"/>
                  </a:lnTo>
                  <a:lnTo>
                    <a:pt x="134244" y="227051"/>
                  </a:lnTo>
                  <a:lnTo>
                    <a:pt x="154225" y="227051"/>
                  </a:lnTo>
                  <a:lnTo>
                    <a:pt x="153783" y="225905"/>
                  </a:lnTo>
                  <a:lnTo>
                    <a:pt x="173323" y="218257"/>
                  </a:lnTo>
                  <a:lnTo>
                    <a:pt x="267111" y="218257"/>
                  </a:lnTo>
                  <a:lnTo>
                    <a:pt x="267109" y="215007"/>
                  </a:lnTo>
                  <a:close/>
                </a:path>
                <a:path w="267335" h="532765">
                  <a:moveTo>
                    <a:pt x="49415" y="220552"/>
                  </a:moveTo>
                  <a:lnTo>
                    <a:pt x="28500" y="220552"/>
                  </a:lnTo>
                  <a:lnTo>
                    <a:pt x="28589" y="223037"/>
                  </a:lnTo>
                  <a:lnTo>
                    <a:pt x="28691" y="225905"/>
                  </a:lnTo>
                  <a:lnTo>
                    <a:pt x="7619" y="226669"/>
                  </a:lnTo>
                  <a:lnTo>
                    <a:pt x="103043" y="226669"/>
                  </a:lnTo>
                  <a:lnTo>
                    <a:pt x="112405" y="225140"/>
                  </a:lnTo>
                  <a:lnTo>
                    <a:pt x="133889" y="225140"/>
                  </a:lnTo>
                  <a:lnTo>
                    <a:pt x="133853" y="224948"/>
                  </a:lnTo>
                  <a:lnTo>
                    <a:pt x="49573" y="224948"/>
                  </a:lnTo>
                  <a:lnTo>
                    <a:pt x="49449" y="221508"/>
                  </a:lnTo>
                  <a:lnTo>
                    <a:pt x="49415" y="220552"/>
                  </a:lnTo>
                  <a:close/>
                </a:path>
                <a:path w="267335" h="532765">
                  <a:moveTo>
                    <a:pt x="91559" y="218639"/>
                  </a:moveTo>
                  <a:lnTo>
                    <a:pt x="70453" y="218639"/>
                  </a:lnTo>
                  <a:lnTo>
                    <a:pt x="70521" y="220552"/>
                  </a:lnTo>
                  <a:lnTo>
                    <a:pt x="70645" y="223993"/>
                  </a:lnTo>
                  <a:lnTo>
                    <a:pt x="49573" y="224948"/>
                  </a:lnTo>
                  <a:lnTo>
                    <a:pt x="133853" y="224948"/>
                  </a:lnTo>
                  <a:lnTo>
                    <a:pt x="133676" y="223993"/>
                  </a:lnTo>
                  <a:lnTo>
                    <a:pt x="133641" y="223801"/>
                  </a:lnTo>
                  <a:lnTo>
                    <a:pt x="133534" y="223229"/>
                  </a:lnTo>
                  <a:lnTo>
                    <a:pt x="133499" y="223037"/>
                  </a:lnTo>
                  <a:lnTo>
                    <a:pt x="91716" y="223037"/>
                  </a:lnTo>
                  <a:lnTo>
                    <a:pt x="91593" y="219595"/>
                  </a:lnTo>
                  <a:lnTo>
                    <a:pt x="91559" y="218639"/>
                  </a:lnTo>
                  <a:close/>
                </a:path>
                <a:path w="267335" h="532765">
                  <a:moveTo>
                    <a:pt x="133512" y="216728"/>
                  </a:moveTo>
                  <a:lnTo>
                    <a:pt x="112405" y="216728"/>
                  </a:lnTo>
                  <a:lnTo>
                    <a:pt x="112473" y="218639"/>
                  </a:lnTo>
                  <a:lnTo>
                    <a:pt x="112596" y="222081"/>
                  </a:lnTo>
                  <a:lnTo>
                    <a:pt x="91716" y="223037"/>
                  </a:lnTo>
                  <a:lnTo>
                    <a:pt x="133499" y="223037"/>
                  </a:lnTo>
                  <a:lnTo>
                    <a:pt x="133321" y="222081"/>
                  </a:lnTo>
                  <a:lnTo>
                    <a:pt x="133286" y="221890"/>
                  </a:lnTo>
                  <a:lnTo>
                    <a:pt x="138230" y="221126"/>
                  </a:lnTo>
                  <a:lnTo>
                    <a:pt x="133668" y="221126"/>
                  </a:lnTo>
                  <a:lnTo>
                    <a:pt x="133546" y="217684"/>
                  </a:lnTo>
                  <a:lnTo>
                    <a:pt x="133512" y="216728"/>
                  </a:lnTo>
                  <a:close/>
                </a:path>
                <a:path w="267335" h="532765">
                  <a:moveTo>
                    <a:pt x="140161" y="220827"/>
                  </a:moveTo>
                  <a:lnTo>
                    <a:pt x="133668" y="221126"/>
                  </a:lnTo>
                  <a:lnTo>
                    <a:pt x="138230" y="221126"/>
                  </a:lnTo>
                  <a:lnTo>
                    <a:pt x="140161" y="220827"/>
                  </a:lnTo>
                  <a:close/>
                </a:path>
              </a:pathLst>
            </a:custGeom>
            <a:solidFill>
              <a:srgbClr val="88B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7" name="object 1667"/>
            <p:cNvSpPr/>
            <p:nvPr/>
          </p:nvSpPr>
          <p:spPr>
            <a:xfrm>
              <a:off x="5728309" y="7144898"/>
              <a:ext cx="132715" cy="27940"/>
            </a:xfrm>
            <a:custGeom>
              <a:avLst/>
              <a:gdLst/>
              <a:ahLst/>
              <a:cxnLst/>
              <a:rect l="l" t="t" r="r" b="b"/>
              <a:pathLst>
                <a:path w="132714" h="27940">
                  <a:moveTo>
                    <a:pt x="111895" y="0"/>
                  </a:moveTo>
                  <a:lnTo>
                    <a:pt x="96953" y="1572"/>
                  </a:lnTo>
                  <a:lnTo>
                    <a:pt x="97229" y="4164"/>
                  </a:lnTo>
                  <a:lnTo>
                    <a:pt x="68304" y="7222"/>
                  </a:lnTo>
                  <a:lnTo>
                    <a:pt x="68027" y="4631"/>
                  </a:lnTo>
                  <a:lnTo>
                    <a:pt x="53851" y="6117"/>
                  </a:lnTo>
                  <a:lnTo>
                    <a:pt x="54128" y="8752"/>
                  </a:lnTo>
                  <a:lnTo>
                    <a:pt x="24244" y="11810"/>
                  </a:lnTo>
                  <a:lnTo>
                    <a:pt x="23967" y="9262"/>
                  </a:lnTo>
                  <a:lnTo>
                    <a:pt x="10557" y="10685"/>
                  </a:lnTo>
                  <a:lnTo>
                    <a:pt x="10834" y="13149"/>
                  </a:lnTo>
                  <a:lnTo>
                    <a:pt x="2597" y="14105"/>
                  </a:lnTo>
                  <a:lnTo>
                    <a:pt x="2597" y="22326"/>
                  </a:lnTo>
                  <a:lnTo>
                    <a:pt x="0" y="22326"/>
                  </a:lnTo>
                  <a:lnTo>
                    <a:pt x="0" y="27934"/>
                  </a:lnTo>
                  <a:lnTo>
                    <a:pt x="132328" y="13978"/>
                  </a:lnTo>
                  <a:lnTo>
                    <a:pt x="132307" y="445"/>
                  </a:lnTo>
                  <a:lnTo>
                    <a:pt x="112171" y="2633"/>
                  </a:lnTo>
                  <a:lnTo>
                    <a:pt x="111895" y="0"/>
                  </a:lnTo>
                  <a:close/>
                </a:path>
              </a:pathLst>
            </a:custGeom>
            <a:solidFill>
              <a:srgbClr val="7A7C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8" name="object 1668"/>
            <p:cNvSpPr/>
            <p:nvPr/>
          </p:nvSpPr>
          <p:spPr>
            <a:xfrm>
              <a:off x="5597961" y="7182627"/>
              <a:ext cx="262890" cy="207010"/>
            </a:xfrm>
            <a:custGeom>
              <a:avLst/>
              <a:gdLst/>
              <a:ahLst/>
              <a:cxnLst/>
              <a:rect l="l" t="t" r="r" b="b"/>
              <a:pathLst>
                <a:path w="262889" h="207009">
                  <a:moveTo>
                    <a:pt x="88182" y="0"/>
                  </a:moveTo>
                  <a:lnTo>
                    <a:pt x="0" y="9304"/>
                  </a:lnTo>
                  <a:lnTo>
                    <a:pt x="262761" y="206933"/>
                  </a:lnTo>
                  <a:lnTo>
                    <a:pt x="262718" y="78282"/>
                  </a:lnTo>
                  <a:lnTo>
                    <a:pt x="242605" y="80385"/>
                  </a:lnTo>
                  <a:lnTo>
                    <a:pt x="242328" y="77750"/>
                  </a:lnTo>
                  <a:lnTo>
                    <a:pt x="227556" y="79302"/>
                  </a:lnTo>
                  <a:lnTo>
                    <a:pt x="227832" y="81956"/>
                  </a:lnTo>
                  <a:lnTo>
                    <a:pt x="198630" y="85037"/>
                  </a:lnTo>
                  <a:lnTo>
                    <a:pt x="198332" y="82382"/>
                  </a:lnTo>
                  <a:lnTo>
                    <a:pt x="184348" y="83869"/>
                  </a:lnTo>
                  <a:lnTo>
                    <a:pt x="184624" y="86503"/>
                  </a:lnTo>
                  <a:lnTo>
                    <a:pt x="154633" y="89668"/>
                  </a:lnTo>
                  <a:lnTo>
                    <a:pt x="154357" y="87034"/>
                  </a:lnTo>
                  <a:lnTo>
                    <a:pt x="140970" y="88436"/>
                  </a:lnTo>
                  <a:lnTo>
                    <a:pt x="141245" y="91070"/>
                  </a:lnTo>
                  <a:lnTo>
                    <a:pt x="133051" y="91963"/>
                  </a:lnTo>
                  <a:lnTo>
                    <a:pt x="133051" y="94874"/>
                  </a:lnTo>
                  <a:lnTo>
                    <a:pt x="129625" y="92323"/>
                  </a:lnTo>
                  <a:lnTo>
                    <a:pt x="127836" y="92515"/>
                  </a:lnTo>
                  <a:lnTo>
                    <a:pt x="127730" y="90879"/>
                  </a:lnTo>
                  <a:lnTo>
                    <a:pt x="112703" y="79578"/>
                  </a:lnTo>
                  <a:lnTo>
                    <a:pt x="114300" y="77475"/>
                  </a:lnTo>
                  <a:lnTo>
                    <a:pt x="96696" y="64218"/>
                  </a:lnTo>
                  <a:lnTo>
                    <a:pt x="95100" y="66343"/>
                  </a:lnTo>
                  <a:lnTo>
                    <a:pt x="87458" y="60586"/>
                  </a:lnTo>
                  <a:lnTo>
                    <a:pt x="85628" y="60777"/>
                  </a:lnTo>
                  <a:lnTo>
                    <a:pt x="85543" y="59141"/>
                  </a:lnTo>
                  <a:lnTo>
                    <a:pt x="81222" y="55891"/>
                  </a:lnTo>
                  <a:lnTo>
                    <a:pt x="85543" y="55445"/>
                  </a:lnTo>
                  <a:lnTo>
                    <a:pt x="85521" y="47203"/>
                  </a:lnTo>
                  <a:lnTo>
                    <a:pt x="88204" y="47203"/>
                  </a:lnTo>
                  <a:lnTo>
                    <a:pt x="88182" y="28338"/>
                  </a:lnTo>
                  <a:lnTo>
                    <a:pt x="85521" y="28338"/>
                  </a:lnTo>
                  <a:lnTo>
                    <a:pt x="85521" y="9474"/>
                  </a:lnTo>
                  <a:lnTo>
                    <a:pt x="88182" y="9474"/>
                  </a:lnTo>
                  <a:lnTo>
                    <a:pt x="88182" y="0"/>
                  </a:lnTo>
                  <a:close/>
                </a:path>
              </a:pathLst>
            </a:custGeom>
            <a:solidFill>
              <a:srgbClr val="8D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69" name="object 1669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597961" y="7164230"/>
              <a:ext cx="262718" cy="110721"/>
            </a:xfrm>
            <a:prstGeom prst="rect">
              <a:avLst/>
            </a:prstGeom>
          </p:spPr>
        </p:pic>
        <p:sp>
          <p:nvSpPr>
            <p:cNvPr id="1670" name="object 1670"/>
            <p:cNvSpPr/>
            <p:nvPr/>
          </p:nvSpPr>
          <p:spPr>
            <a:xfrm>
              <a:off x="5597961" y="7191931"/>
              <a:ext cx="262890" cy="198120"/>
            </a:xfrm>
            <a:custGeom>
              <a:avLst/>
              <a:gdLst/>
              <a:ahLst/>
              <a:cxnLst/>
              <a:rect l="l" t="t" r="r" b="b"/>
              <a:pathLst>
                <a:path w="262889" h="198120">
                  <a:moveTo>
                    <a:pt x="0" y="0"/>
                  </a:moveTo>
                  <a:lnTo>
                    <a:pt x="262761" y="197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1" name="object 1671"/>
            <p:cNvSpPr/>
            <p:nvPr/>
          </p:nvSpPr>
          <p:spPr>
            <a:xfrm>
              <a:off x="5593619" y="7177294"/>
              <a:ext cx="92710" cy="10160"/>
            </a:xfrm>
            <a:custGeom>
              <a:avLst/>
              <a:gdLst/>
              <a:ahLst/>
              <a:cxnLst/>
              <a:rect l="l" t="t" r="r" b="b"/>
              <a:pathLst>
                <a:path w="92710" h="10159">
                  <a:moveTo>
                    <a:pt x="92524" y="0"/>
                  </a:moveTo>
                  <a:lnTo>
                    <a:pt x="0" y="9751"/>
                  </a:lnTo>
                  <a:lnTo>
                    <a:pt x="92524" y="0"/>
                  </a:lnTo>
                  <a:close/>
                </a:path>
              </a:pathLst>
            </a:custGeom>
            <a:solidFill>
              <a:srgbClr val="7A98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2" name="object 1672"/>
            <p:cNvSpPr/>
            <p:nvPr/>
          </p:nvSpPr>
          <p:spPr>
            <a:xfrm>
              <a:off x="5728309" y="7158877"/>
              <a:ext cx="132715" cy="13970"/>
            </a:xfrm>
            <a:custGeom>
              <a:avLst/>
              <a:gdLst/>
              <a:ahLst/>
              <a:cxnLst/>
              <a:rect l="l" t="t" r="r" b="b"/>
              <a:pathLst>
                <a:path w="132714" h="13970">
                  <a:moveTo>
                    <a:pt x="132328" y="0"/>
                  </a:moveTo>
                  <a:lnTo>
                    <a:pt x="0" y="13956"/>
                  </a:lnTo>
                  <a:lnTo>
                    <a:pt x="132328" y="0"/>
                  </a:lnTo>
                  <a:close/>
                </a:path>
              </a:pathLst>
            </a:custGeom>
            <a:solidFill>
              <a:srgbClr val="6F75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3" name="object 1673"/>
            <p:cNvSpPr/>
            <p:nvPr/>
          </p:nvSpPr>
          <p:spPr>
            <a:xfrm>
              <a:off x="5593619" y="7177294"/>
              <a:ext cx="92710" cy="15240"/>
            </a:xfrm>
            <a:custGeom>
              <a:avLst/>
              <a:gdLst/>
              <a:ahLst/>
              <a:cxnLst/>
              <a:rect l="l" t="t" r="r" b="b"/>
              <a:pathLst>
                <a:path w="92710" h="15240">
                  <a:moveTo>
                    <a:pt x="92524" y="0"/>
                  </a:moveTo>
                  <a:lnTo>
                    <a:pt x="0" y="9751"/>
                  </a:lnTo>
                  <a:lnTo>
                    <a:pt x="0" y="11365"/>
                  </a:lnTo>
                  <a:lnTo>
                    <a:pt x="4342" y="14636"/>
                  </a:lnTo>
                  <a:lnTo>
                    <a:pt x="92524" y="5332"/>
                  </a:lnTo>
                  <a:lnTo>
                    <a:pt x="92524" y="0"/>
                  </a:lnTo>
                  <a:close/>
                </a:path>
              </a:pathLst>
            </a:custGeom>
            <a:solidFill>
              <a:srgbClr val="809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4" name="object 1674"/>
            <p:cNvSpPr/>
            <p:nvPr/>
          </p:nvSpPr>
          <p:spPr>
            <a:xfrm>
              <a:off x="5728309" y="7158877"/>
              <a:ext cx="132715" cy="19685"/>
            </a:xfrm>
            <a:custGeom>
              <a:avLst/>
              <a:gdLst/>
              <a:ahLst/>
              <a:cxnLst/>
              <a:rect l="l" t="t" r="r" b="b"/>
              <a:pathLst>
                <a:path w="132714" h="19684">
                  <a:moveTo>
                    <a:pt x="132328" y="0"/>
                  </a:moveTo>
                  <a:lnTo>
                    <a:pt x="0" y="13956"/>
                  </a:lnTo>
                  <a:lnTo>
                    <a:pt x="0" y="19288"/>
                  </a:lnTo>
                  <a:lnTo>
                    <a:pt x="132328" y="5331"/>
                  </a:lnTo>
                  <a:lnTo>
                    <a:pt x="132328" y="0"/>
                  </a:lnTo>
                  <a:close/>
                </a:path>
              </a:pathLst>
            </a:custGeom>
            <a:solidFill>
              <a:srgbClr val="7170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5" name="object 1675"/>
            <p:cNvSpPr/>
            <p:nvPr/>
          </p:nvSpPr>
          <p:spPr>
            <a:xfrm>
              <a:off x="5862618" y="7397633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426" y="0"/>
                  </a:moveTo>
                  <a:lnTo>
                    <a:pt x="0" y="0"/>
                  </a:lnTo>
                  <a:lnTo>
                    <a:pt x="3426" y="2570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6" name="object 1676"/>
            <p:cNvSpPr/>
            <p:nvPr/>
          </p:nvSpPr>
          <p:spPr>
            <a:xfrm>
              <a:off x="5588298" y="7191315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4">
                  <a:moveTo>
                    <a:pt x="0" y="0"/>
                  </a:moveTo>
                  <a:lnTo>
                    <a:pt x="1893" y="1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7" name="object 1677"/>
            <p:cNvSpPr/>
            <p:nvPr/>
          </p:nvSpPr>
          <p:spPr>
            <a:xfrm>
              <a:off x="5588084" y="6643866"/>
              <a:ext cx="3810" cy="2540"/>
            </a:xfrm>
            <a:custGeom>
              <a:avLst/>
              <a:gdLst/>
              <a:ahLst/>
              <a:cxnLst/>
              <a:rect l="l" t="t" r="r" b="b"/>
              <a:pathLst>
                <a:path w="3810" h="2540">
                  <a:moveTo>
                    <a:pt x="0" y="0"/>
                  </a:moveTo>
                  <a:lnTo>
                    <a:pt x="0" y="2506"/>
                  </a:lnTo>
                  <a:lnTo>
                    <a:pt x="3341" y="25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8" name="object 1678"/>
            <p:cNvSpPr/>
            <p:nvPr/>
          </p:nvSpPr>
          <p:spPr>
            <a:xfrm>
              <a:off x="5588084" y="6650431"/>
              <a:ext cx="5715" cy="537210"/>
            </a:xfrm>
            <a:custGeom>
              <a:avLst/>
              <a:gdLst/>
              <a:ahLst/>
              <a:cxnLst/>
              <a:rect l="l" t="t" r="r" b="b"/>
              <a:pathLst>
                <a:path w="5714" h="537209">
                  <a:moveTo>
                    <a:pt x="5449" y="325983"/>
                  </a:moveTo>
                  <a:lnTo>
                    <a:pt x="128" y="328914"/>
                  </a:lnTo>
                  <a:lnTo>
                    <a:pt x="213" y="537166"/>
                  </a:lnTo>
                  <a:lnTo>
                    <a:pt x="5534" y="536614"/>
                  </a:lnTo>
                  <a:lnTo>
                    <a:pt x="5449" y="325983"/>
                  </a:lnTo>
                  <a:close/>
                </a:path>
                <a:path w="5714" h="537209">
                  <a:moveTo>
                    <a:pt x="0" y="0"/>
                  </a:moveTo>
                  <a:lnTo>
                    <a:pt x="1" y="3994"/>
                  </a:lnTo>
                  <a:lnTo>
                    <a:pt x="128" y="322860"/>
                  </a:lnTo>
                  <a:lnTo>
                    <a:pt x="5449" y="319929"/>
                  </a:lnTo>
                  <a:lnTo>
                    <a:pt x="5449" y="295965"/>
                  </a:lnTo>
                  <a:lnTo>
                    <a:pt x="3746" y="295965"/>
                  </a:lnTo>
                  <a:lnTo>
                    <a:pt x="1830" y="290995"/>
                  </a:lnTo>
                  <a:lnTo>
                    <a:pt x="5427" y="289593"/>
                  </a:lnTo>
                  <a:lnTo>
                    <a:pt x="5321" y="3994"/>
                  </a:lnTo>
                  <a:lnTo>
                    <a:pt x="0" y="0"/>
                  </a:lnTo>
                  <a:close/>
                </a:path>
                <a:path w="5714" h="537209">
                  <a:moveTo>
                    <a:pt x="5449" y="295308"/>
                  </a:moveTo>
                  <a:lnTo>
                    <a:pt x="3746" y="295965"/>
                  </a:lnTo>
                  <a:lnTo>
                    <a:pt x="5449" y="295965"/>
                  </a:lnTo>
                  <a:lnTo>
                    <a:pt x="5449" y="295308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9" name="object 1679"/>
            <p:cNvSpPr/>
            <p:nvPr/>
          </p:nvSpPr>
          <p:spPr>
            <a:xfrm>
              <a:off x="5860680" y="7260888"/>
              <a:ext cx="635" cy="128905"/>
            </a:xfrm>
            <a:custGeom>
              <a:avLst/>
              <a:gdLst/>
              <a:ahLst/>
              <a:cxnLst/>
              <a:rect l="l" t="t" r="r" b="b"/>
              <a:pathLst>
                <a:path w="635" h="128904">
                  <a:moveTo>
                    <a:pt x="0" y="0"/>
                  </a:moveTo>
                  <a:lnTo>
                    <a:pt x="43" y="1286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1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0" name="object 1680"/>
            <p:cNvSpPr/>
            <p:nvPr/>
          </p:nvSpPr>
          <p:spPr>
            <a:xfrm>
              <a:off x="5860638" y="7164230"/>
              <a:ext cx="635" cy="55244"/>
            </a:xfrm>
            <a:custGeom>
              <a:avLst/>
              <a:gdLst/>
              <a:ahLst/>
              <a:cxnLst/>
              <a:rect l="l" t="t" r="r" b="b"/>
              <a:pathLst>
                <a:path w="635" h="55245">
                  <a:moveTo>
                    <a:pt x="0" y="0"/>
                  </a:moveTo>
                  <a:lnTo>
                    <a:pt x="21" y="55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1" name="object 1681"/>
            <p:cNvSpPr/>
            <p:nvPr/>
          </p:nvSpPr>
          <p:spPr>
            <a:xfrm>
              <a:off x="5860660" y="7224731"/>
              <a:ext cx="0" cy="31115"/>
            </a:xfrm>
            <a:custGeom>
              <a:avLst/>
              <a:gdLst/>
              <a:ahLst/>
              <a:cxnLst/>
              <a:rect l="l" t="t" r="r" b="b"/>
              <a:pathLst>
                <a:path h="31115">
                  <a:moveTo>
                    <a:pt x="0" y="0"/>
                  </a:moveTo>
                  <a:lnTo>
                    <a:pt x="0" y="30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6F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2" name="object 1682"/>
            <p:cNvSpPr/>
            <p:nvPr/>
          </p:nvSpPr>
          <p:spPr>
            <a:xfrm>
              <a:off x="5860660" y="7255555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0" y="0"/>
                  </a:lnTo>
                </a:path>
              </a:pathLst>
            </a:custGeom>
            <a:solidFill>
              <a:srgbClr val="8272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3" name="object 1683"/>
            <p:cNvSpPr/>
            <p:nvPr/>
          </p:nvSpPr>
          <p:spPr>
            <a:xfrm>
              <a:off x="5860660" y="721937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B65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4" name="object 1684"/>
            <p:cNvSpPr/>
            <p:nvPr/>
          </p:nvSpPr>
          <p:spPr>
            <a:xfrm>
              <a:off x="5860660" y="722473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8272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5" name="object 1685"/>
            <p:cNvSpPr/>
            <p:nvPr/>
          </p:nvSpPr>
          <p:spPr>
            <a:xfrm>
              <a:off x="5860660" y="7219378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69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6" name="object 1686"/>
            <p:cNvSpPr/>
            <p:nvPr/>
          </p:nvSpPr>
          <p:spPr>
            <a:xfrm>
              <a:off x="5860680" y="726088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8B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7" name="object 1687"/>
            <p:cNvSpPr/>
            <p:nvPr/>
          </p:nvSpPr>
          <p:spPr>
            <a:xfrm>
              <a:off x="5860660" y="7255555"/>
              <a:ext cx="635" cy="5715"/>
            </a:xfrm>
            <a:custGeom>
              <a:avLst/>
              <a:gdLst/>
              <a:ahLst/>
              <a:cxnLst/>
              <a:rect l="l" t="t" r="r" b="b"/>
              <a:pathLst>
                <a:path w="635" h="5715">
                  <a:moveTo>
                    <a:pt x="20" y="0"/>
                  </a:moveTo>
                  <a:lnTo>
                    <a:pt x="20" y="5332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8C7B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8" name="object 1688"/>
            <p:cNvSpPr/>
            <p:nvPr/>
          </p:nvSpPr>
          <p:spPr>
            <a:xfrm>
              <a:off x="5860638" y="716420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6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9" name="object 1689"/>
            <p:cNvSpPr/>
            <p:nvPr/>
          </p:nvSpPr>
          <p:spPr>
            <a:xfrm>
              <a:off x="5590213" y="7191931"/>
              <a:ext cx="270510" cy="204470"/>
            </a:xfrm>
            <a:custGeom>
              <a:avLst/>
              <a:gdLst/>
              <a:ahLst/>
              <a:cxnLst/>
              <a:rect l="l" t="t" r="r" b="b"/>
              <a:pathLst>
                <a:path w="270510" h="204470">
                  <a:moveTo>
                    <a:pt x="7748" y="0"/>
                  </a:moveTo>
                  <a:lnTo>
                    <a:pt x="0" y="807"/>
                  </a:lnTo>
                  <a:lnTo>
                    <a:pt x="270510" y="204279"/>
                  </a:lnTo>
                  <a:lnTo>
                    <a:pt x="270510" y="197629"/>
                  </a:lnTo>
                  <a:lnTo>
                    <a:pt x="7748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0" name="object 1690"/>
            <p:cNvSpPr/>
            <p:nvPr/>
          </p:nvSpPr>
          <p:spPr>
            <a:xfrm>
              <a:off x="5588298" y="7187045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5">
                  <a:moveTo>
                    <a:pt x="5321" y="0"/>
                  </a:moveTo>
                  <a:lnTo>
                    <a:pt x="0" y="552"/>
                  </a:lnTo>
                  <a:lnTo>
                    <a:pt x="0" y="4269"/>
                  </a:lnTo>
                  <a:lnTo>
                    <a:pt x="1915" y="5693"/>
                  </a:lnTo>
                  <a:lnTo>
                    <a:pt x="9663" y="4885"/>
                  </a:lnTo>
                  <a:lnTo>
                    <a:pt x="5321" y="1614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1" name="object 1691"/>
            <p:cNvSpPr/>
            <p:nvPr/>
          </p:nvSpPr>
          <p:spPr>
            <a:xfrm>
              <a:off x="5860616" y="7145343"/>
              <a:ext cx="635" cy="13970"/>
            </a:xfrm>
            <a:custGeom>
              <a:avLst/>
              <a:gdLst/>
              <a:ahLst/>
              <a:cxnLst/>
              <a:rect l="l" t="t" r="r" b="b"/>
              <a:pathLst>
                <a:path w="635" h="13970">
                  <a:moveTo>
                    <a:pt x="21" y="0"/>
                  </a:moveTo>
                  <a:lnTo>
                    <a:pt x="21" y="1353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7567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2" name="object 1692"/>
            <p:cNvSpPr/>
            <p:nvPr/>
          </p:nvSpPr>
          <p:spPr>
            <a:xfrm>
              <a:off x="5860638" y="715887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35B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3" name="object 1693"/>
            <p:cNvSpPr/>
            <p:nvPr/>
          </p:nvSpPr>
          <p:spPr>
            <a:xfrm>
              <a:off x="5860638" y="7158877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3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4" name="object 1694"/>
            <p:cNvSpPr/>
            <p:nvPr/>
          </p:nvSpPr>
          <p:spPr>
            <a:xfrm>
              <a:off x="5865831" y="6835314"/>
              <a:ext cx="201295" cy="270510"/>
            </a:xfrm>
            <a:custGeom>
              <a:avLst/>
              <a:gdLst/>
              <a:ahLst/>
              <a:cxnLst/>
              <a:rect l="l" t="t" r="r" b="b"/>
              <a:pathLst>
                <a:path w="201295" h="270509">
                  <a:moveTo>
                    <a:pt x="200865" y="0"/>
                  </a:moveTo>
                  <a:lnTo>
                    <a:pt x="0" y="21244"/>
                  </a:lnTo>
                  <a:lnTo>
                    <a:pt x="106" y="267947"/>
                  </a:lnTo>
                  <a:lnTo>
                    <a:pt x="6450" y="267288"/>
                  </a:lnTo>
                  <a:lnTo>
                    <a:pt x="6747" y="269900"/>
                  </a:lnTo>
                  <a:lnTo>
                    <a:pt x="25328" y="267947"/>
                  </a:lnTo>
                  <a:lnTo>
                    <a:pt x="25031" y="265376"/>
                  </a:lnTo>
                  <a:lnTo>
                    <a:pt x="50509" y="262699"/>
                  </a:lnTo>
                  <a:lnTo>
                    <a:pt x="50786" y="265269"/>
                  </a:lnTo>
                  <a:lnTo>
                    <a:pt x="68623" y="263378"/>
                  </a:lnTo>
                  <a:lnTo>
                    <a:pt x="68324" y="260786"/>
                  </a:lnTo>
                  <a:lnTo>
                    <a:pt x="94569" y="257919"/>
                  </a:lnTo>
                  <a:lnTo>
                    <a:pt x="94867" y="260617"/>
                  </a:lnTo>
                  <a:lnTo>
                    <a:pt x="111895" y="258812"/>
                  </a:lnTo>
                  <a:lnTo>
                    <a:pt x="111619" y="256198"/>
                  </a:lnTo>
                  <a:lnTo>
                    <a:pt x="138437" y="253330"/>
                  </a:lnTo>
                  <a:lnTo>
                    <a:pt x="138714" y="255986"/>
                  </a:lnTo>
                  <a:lnTo>
                    <a:pt x="154997" y="254265"/>
                  </a:lnTo>
                  <a:lnTo>
                    <a:pt x="154720" y="251609"/>
                  </a:lnTo>
                  <a:lnTo>
                    <a:pt x="182497" y="248742"/>
                  </a:lnTo>
                  <a:lnTo>
                    <a:pt x="182794" y="251334"/>
                  </a:lnTo>
                  <a:lnTo>
                    <a:pt x="198311" y="249698"/>
                  </a:lnTo>
                  <a:lnTo>
                    <a:pt x="198014" y="247021"/>
                  </a:lnTo>
                  <a:lnTo>
                    <a:pt x="200950" y="246702"/>
                  </a:lnTo>
                  <a:lnTo>
                    <a:pt x="200865" y="0"/>
                  </a:lnTo>
                  <a:close/>
                </a:path>
              </a:pathLst>
            </a:custGeom>
            <a:solidFill>
              <a:srgbClr val="7CA3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5" name="object 1695"/>
            <p:cNvSpPr/>
            <p:nvPr/>
          </p:nvSpPr>
          <p:spPr>
            <a:xfrm>
              <a:off x="5865959" y="7121700"/>
              <a:ext cx="201295" cy="36830"/>
            </a:xfrm>
            <a:custGeom>
              <a:avLst/>
              <a:gdLst/>
              <a:ahLst/>
              <a:cxnLst/>
              <a:rect l="l" t="t" r="r" b="b"/>
              <a:pathLst>
                <a:path w="201295" h="36829">
                  <a:moveTo>
                    <a:pt x="194161" y="0"/>
                  </a:moveTo>
                  <a:lnTo>
                    <a:pt x="175578" y="1954"/>
                  </a:lnTo>
                  <a:lnTo>
                    <a:pt x="175855" y="4610"/>
                  </a:lnTo>
                  <a:lnTo>
                    <a:pt x="150569" y="7095"/>
                  </a:lnTo>
                  <a:lnTo>
                    <a:pt x="150293" y="4630"/>
                  </a:lnTo>
                  <a:lnTo>
                    <a:pt x="132285" y="6521"/>
                  </a:lnTo>
                  <a:lnTo>
                    <a:pt x="132562" y="9006"/>
                  </a:lnTo>
                  <a:lnTo>
                    <a:pt x="128517" y="9432"/>
                  </a:lnTo>
                  <a:lnTo>
                    <a:pt x="128539" y="9580"/>
                  </a:lnTo>
                  <a:lnTo>
                    <a:pt x="106509" y="11874"/>
                  </a:lnTo>
                  <a:lnTo>
                    <a:pt x="106232" y="9283"/>
                  </a:lnTo>
                  <a:lnTo>
                    <a:pt x="88992" y="11088"/>
                  </a:lnTo>
                  <a:lnTo>
                    <a:pt x="89268" y="13595"/>
                  </a:lnTo>
                  <a:lnTo>
                    <a:pt x="62449" y="16463"/>
                  </a:lnTo>
                  <a:lnTo>
                    <a:pt x="62257" y="13914"/>
                  </a:lnTo>
                  <a:lnTo>
                    <a:pt x="45890" y="15634"/>
                  </a:lnTo>
                  <a:lnTo>
                    <a:pt x="46167" y="18183"/>
                  </a:lnTo>
                  <a:lnTo>
                    <a:pt x="18581" y="21052"/>
                  </a:lnTo>
                  <a:lnTo>
                    <a:pt x="18304" y="18545"/>
                  </a:lnTo>
                  <a:lnTo>
                    <a:pt x="2597" y="20201"/>
                  </a:lnTo>
                  <a:lnTo>
                    <a:pt x="2872" y="22772"/>
                  </a:lnTo>
                  <a:lnTo>
                    <a:pt x="0" y="23070"/>
                  </a:lnTo>
                  <a:lnTo>
                    <a:pt x="0" y="36624"/>
                  </a:lnTo>
                  <a:lnTo>
                    <a:pt x="200844" y="15422"/>
                  </a:lnTo>
                  <a:lnTo>
                    <a:pt x="200844" y="1932"/>
                  </a:lnTo>
                  <a:lnTo>
                    <a:pt x="194437" y="2506"/>
                  </a:lnTo>
                  <a:lnTo>
                    <a:pt x="194161" y="0"/>
                  </a:lnTo>
                  <a:close/>
                </a:path>
              </a:pathLst>
            </a:custGeom>
            <a:solidFill>
              <a:srgbClr val="6E6F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6" name="object 1696"/>
            <p:cNvSpPr/>
            <p:nvPr/>
          </p:nvSpPr>
          <p:spPr>
            <a:xfrm>
              <a:off x="6066697" y="6835314"/>
              <a:ext cx="635" cy="247015"/>
            </a:xfrm>
            <a:custGeom>
              <a:avLst/>
              <a:gdLst/>
              <a:ahLst/>
              <a:cxnLst/>
              <a:rect l="l" t="t" r="r" b="b"/>
              <a:pathLst>
                <a:path w="635" h="247015">
                  <a:moveTo>
                    <a:pt x="0" y="0"/>
                  </a:moveTo>
                  <a:lnTo>
                    <a:pt x="85" y="2467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7" name="object 1697"/>
            <p:cNvSpPr/>
            <p:nvPr/>
          </p:nvSpPr>
          <p:spPr>
            <a:xfrm>
              <a:off x="6066803" y="7123633"/>
              <a:ext cx="0" cy="13970"/>
            </a:xfrm>
            <a:custGeom>
              <a:avLst/>
              <a:gdLst/>
              <a:ahLst/>
              <a:cxnLst/>
              <a:rect l="l" t="t" r="r" b="b"/>
              <a:pathLst>
                <a:path h="13970">
                  <a:moveTo>
                    <a:pt x="0" y="0"/>
                  </a:moveTo>
                  <a:lnTo>
                    <a:pt x="0" y="134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69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8" name="object 1698"/>
            <p:cNvSpPr/>
            <p:nvPr/>
          </p:nvSpPr>
          <p:spPr>
            <a:xfrm>
              <a:off x="6072018" y="6806551"/>
              <a:ext cx="267970" cy="532765"/>
            </a:xfrm>
            <a:custGeom>
              <a:avLst/>
              <a:gdLst/>
              <a:ahLst/>
              <a:cxnLst/>
              <a:rect l="l" t="t" r="r" b="b"/>
              <a:pathLst>
                <a:path w="267970" h="532765">
                  <a:moveTo>
                    <a:pt x="120153" y="416714"/>
                  </a:moveTo>
                  <a:lnTo>
                    <a:pt x="114066" y="417352"/>
                  </a:lnTo>
                  <a:lnTo>
                    <a:pt x="267211" y="532535"/>
                  </a:lnTo>
                  <a:lnTo>
                    <a:pt x="267162" y="419348"/>
                  </a:lnTo>
                  <a:lnTo>
                    <a:pt x="120430" y="419348"/>
                  </a:lnTo>
                  <a:lnTo>
                    <a:pt x="120220" y="417352"/>
                  </a:lnTo>
                  <a:lnTo>
                    <a:pt x="120153" y="416714"/>
                  </a:lnTo>
                  <a:close/>
                </a:path>
                <a:path w="267970" h="532765">
                  <a:moveTo>
                    <a:pt x="164128" y="412062"/>
                  </a:moveTo>
                  <a:lnTo>
                    <a:pt x="142502" y="414356"/>
                  </a:lnTo>
                  <a:lnTo>
                    <a:pt x="142721" y="416289"/>
                  </a:lnTo>
                  <a:lnTo>
                    <a:pt x="142806" y="417033"/>
                  </a:lnTo>
                  <a:lnTo>
                    <a:pt x="142417" y="417033"/>
                  </a:lnTo>
                  <a:lnTo>
                    <a:pt x="120430" y="419348"/>
                  </a:lnTo>
                  <a:lnTo>
                    <a:pt x="267162" y="419348"/>
                  </a:lnTo>
                  <a:lnTo>
                    <a:pt x="267161" y="416289"/>
                  </a:lnTo>
                  <a:lnTo>
                    <a:pt x="177368" y="416289"/>
                  </a:lnTo>
                  <a:lnTo>
                    <a:pt x="175261" y="414696"/>
                  </a:lnTo>
                  <a:lnTo>
                    <a:pt x="164405" y="414696"/>
                  </a:lnTo>
                  <a:lnTo>
                    <a:pt x="164300" y="413698"/>
                  </a:lnTo>
                  <a:lnTo>
                    <a:pt x="164215" y="412890"/>
                  </a:lnTo>
                  <a:lnTo>
                    <a:pt x="164128" y="412062"/>
                  </a:lnTo>
                  <a:close/>
                </a:path>
                <a:path w="267970" h="532765">
                  <a:moveTo>
                    <a:pt x="267156" y="405030"/>
                  </a:moveTo>
                  <a:lnTo>
                    <a:pt x="183944" y="405030"/>
                  </a:lnTo>
                  <a:lnTo>
                    <a:pt x="185668" y="410044"/>
                  </a:lnTo>
                  <a:lnTo>
                    <a:pt x="180326" y="411849"/>
                  </a:lnTo>
                  <a:lnTo>
                    <a:pt x="181710" y="412890"/>
                  </a:lnTo>
                  <a:lnTo>
                    <a:pt x="177368" y="413336"/>
                  </a:lnTo>
                  <a:lnTo>
                    <a:pt x="177368" y="416289"/>
                  </a:lnTo>
                  <a:lnTo>
                    <a:pt x="267161" y="416289"/>
                  </a:lnTo>
                  <a:lnTo>
                    <a:pt x="267156" y="405030"/>
                  </a:lnTo>
                  <a:close/>
                </a:path>
                <a:path w="267970" h="532765">
                  <a:moveTo>
                    <a:pt x="173940" y="413698"/>
                  </a:moveTo>
                  <a:lnTo>
                    <a:pt x="164405" y="414696"/>
                  </a:lnTo>
                  <a:lnTo>
                    <a:pt x="175261" y="414696"/>
                  </a:lnTo>
                  <a:lnTo>
                    <a:pt x="173940" y="413698"/>
                  </a:lnTo>
                  <a:close/>
                </a:path>
                <a:path w="267970" h="532765">
                  <a:moveTo>
                    <a:pt x="206628" y="365220"/>
                  </a:moveTo>
                  <a:lnTo>
                    <a:pt x="184541" y="365220"/>
                  </a:lnTo>
                  <a:lnTo>
                    <a:pt x="185668" y="370403"/>
                  </a:lnTo>
                  <a:lnTo>
                    <a:pt x="177346" y="372209"/>
                  </a:lnTo>
                  <a:lnTo>
                    <a:pt x="177368" y="381471"/>
                  </a:lnTo>
                  <a:lnTo>
                    <a:pt x="174707" y="381471"/>
                  </a:lnTo>
                  <a:lnTo>
                    <a:pt x="174707" y="400335"/>
                  </a:lnTo>
                  <a:lnTo>
                    <a:pt x="177368" y="400335"/>
                  </a:lnTo>
                  <a:lnTo>
                    <a:pt x="177368" y="407240"/>
                  </a:lnTo>
                  <a:lnTo>
                    <a:pt x="183944" y="405030"/>
                  </a:lnTo>
                  <a:lnTo>
                    <a:pt x="267156" y="405030"/>
                  </a:lnTo>
                  <a:lnTo>
                    <a:pt x="267155" y="402906"/>
                  </a:lnTo>
                  <a:lnTo>
                    <a:pt x="206783" y="402906"/>
                  </a:lnTo>
                  <a:lnTo>
                    <a:pt x="205059" y="397871"/>
                  </a:lnTo>
                  <a:lnTo>
                    <a:pt x="226194" y="390733"/>
                  </a:lnTo>
                  <a:lnTo>
                    <a:pt x="267150" y="390733"/>
                  </a:lnTo>
                  <a:lnTo>
                    <a:pt x="267149" y="388609"/>
                  </a:lnTo>
                  <a:lnTo>
                    <a:pt x="249034" y="388609"/>
                  </a:lnTo>
                  <a:lnTo>
                    <a:pt x="247309" y="383574"/>
                  </a:lnTo>
                  <a:lnTo>
                    <a:pt x="267147" y="376882"/>
                  </a:lnTo>
                  <a:lnTo>
                    <a:pt x="267147" y="365836"/>
                  </a:lnTo>
                  <a:lnTo>
                    <a:pt x="206762" y="365836"/>
                  </a:lnTo>
                  <a:lnTo>
                    <a:pt x="206628" y="365220"/>
                  </a:lnTo>
                  <a:close/>
                </a:path>
                <a:path w="267970" h="532765">
                  <a:moveTo>
                    <a:pt x="267150" y="390733"/>
                  </a:moveTo>
                  <a:lnTo>
                    <a:pt x="226194" y="390733"/>
                  </a:lnTo>
                  <a:lnTo>
                    <a:pt x="227897" y="395768"/>
                  </a:lnTo>
                  <a:lnTo>
                    <a:pt x="206783" y="402906"/>
                  </a:lnTo>
                  <a:lnTo>
                    <a:pt x="267155" y="402906"/>
                  </a:lnTo>
                  <a:lnTo>
                    <a:pt x="267150" y="390733"/>
                  </a:lnTo>
                  <a:close/>
                </a:path>
                <a:path w="267970" h="532765">
                  <a:moveTo>
                    <a:pt x="267147" y="382490"/>
                  </a:moveTo>
                  <a:lnTo>
                    <a:pt x="249034" y="388609"/>
                  </a:lnTo>
                  <a:lnTo>
                    <a:pt x="267149" y="388609"/>
                  </a:lnTo>
                  <a:lnTo>
                    <a:pt x="267147" y="382490"/>
                  </a:lnTo>
                  <a:close/>
                </a:path>
                <a:path w="267970" h="532765">
                  <a:moveTo>
                    <a:pt x="177261" y="298005"/>
                  </a:moveTo>
                  <a:lnTo>
                    <a:pt x="177261" y="305992"/>
                  </a:lnTo>
                  <a:lnTo>
                    <a:pt x="174685" y="305992"/>
                  </a:lnTo>
                  <a:lnTo>
                    <a:pt x="174685" y="324878"/>
                  </a:lnTo>
                  <a:lnTo>
                    <a:pt x="177346" y="324878"/>
                  </a:lnTo>
                  <a:lnTo>
                    <a:pt x="177346" y="343743"/>
                  </a:lnTo>
                  <a:lnTo>
                    <a:pt x="174685" y="343743"/>
                  </a:lnTo>
                  <a:lnTo>
                    <a:pt x="174707" y="362607"/>
                  </a:lnTo>
                  <a:lnTo>
                    <a:pt x="177346" y="362607"/>
                  </a:lnTo>
                  <a:lnTo>
                    <a:pt x="177346" y="366770"/>
                  </a:lnTo>
                  <a:lnTo>
                    <a:pt x="184541" y="365220"/>
                  </a:lnTo>
                  <a:lnTo>
                    <a:pt x="206628" y="365220"/>
                  </a:lnTo>
                  <a:lnTo>
                    <a:pt x="205634" y="360631"/>
                  </a:lnTo>
                  <a:lnTo>
                    <a:pt x="226726" y="356064"/>
                  </a:lnTo>
                  <a:lnTo>
                    <a:pt x="248815" y="356064"/>
                  </a:lnTo>
                  <a:lnTo>
                    <a:pt x="247820" y="351475"/>
                  </a:lnTo>
                  <a:lnTo>
                    <a:pt x="267147" y="347290"/>
                  </a:lnTo>
                  <a:lnTo>
                    <a:pt x="267126" y="298514"/>
                  </a:lnTo>
                  <a:lnTo>
                    <a:pt x="185306" y="298154"/>
                  </a:lnTo>
                  <a:lnTo>
                    <a:pt x="177261" y="298005"/>
                  </a:lnTo>
                  <a:close/>
                </a:path>
                <a:path w="267970" h="532765">
                  <a:moveTo>
                    <a:pt x="248815" y="356064"/>
                  </a:moveTo>
                  <a:lnTo>
                    <a:pt x="226726" y="356064"/>
                  </a:lnTo>
                  <a:lnTo>
                    <a:pt x="227855" y="361247"/>
                  </a:lnTo>
                  <a:lnTo>
                    <a:pt x="206762" y="365836"/>
                  </a:lnTo>
                  <a:lnTo>
                    <a:pt x="267147" y="365836"/>
                  </a:lnTo>
                  <a:lnTo>
                    <a:pt x="267147" y="356680"/>
                  </a:lnTo>
                  <a:lnTo>
                    <a:pt x="248949" y="356680"/>
                  </a:lnTo>
                  <a:lnTo>
                    <a:pt x="248815" y="356064"/>
                  </a:lnTo>
                  <a:close/>
                </a:path>
                <a:path w="267970" h="532765">
                  <a:moveTo>
                    <a:pt x="267147" y="352728"/>
                  </a:moveTo>
                  <a:lnTo>
                    <a:pt x="248949" y="356680"/>
                  </a:lnTo>
                  <a:lnTo>
                    <a:pt x="267147" y="356680"/>
                  </a:lnTo>
                  <a:lnTo>
                    <a:pt x="267147" y="352728"/>
                  </a:lnTo>
                  <a:close/>
                </a:path>
                <a:path w="267970" h="532765">
                  <a:moveTo>
                    <a:pt x="267125" y="292418"/>
                  </a:moveTo>
                  <a:lnTo>
                    <a:pt x="177261" y="292418"/>
                  </a:lnTo>
                  <a:lnTo>
                    <a:pt x="177261" y="292801"/>
                  </a:lnTo>
                  <a:lnTo>
                    <a:pt x="227450" y="292991"/>
                  </a:lnTo>
                  <a:lnTo>
                    <a:pt x="227450" y="298345"/>
                  </a:lnTo>
                  <a:lnTo>
                    <a:pt x="248522" y="298345"/>
                  </a:lnTo>
                  <a:lnTo>
                    <a:pt x="248522" y="292991"/>
                  </a:lnTo>
                  <a:lnTo>
                    <a:pt x="267126" y="292991"/>
                  </a:lnTo>
                  <a:lnTo>
                    <a:pt x="267125" y="292418"/>
                  </a:lnTo>
                  <a:close/>
                </a:path>
                <a:path w="267970" h="532765">
                  <a:moveTo>
                    <a:pt x="206378" y="292801"/>
                  </a:moveTo>
                  <a:lnTo>
                    <a:pt x="185306" y="292801"/>
                  </a:lnTo>
                  <a:lnTo>
                    <a:pt x="185306" y="298154"/>
                  </a:lnTo>
                  <a:lnTo>
                    <a:pt x="206378" y="298154"/>
                  </a:lnTo>
                  <a:lnTo>
                    <a:pt x="206378" y="292801"/>
                  </a:lnTo>
                  <a:close/>
                </a:path>
                <a:path w="267970" h="532765">
                  <a:moveTo>
                    <a:pt x="267126" y="292991"/>
                  </a:moveTo>
                  <a:lnTo>
                    <a:pt x="248522" y="292991"/>
                  </a:lnTo>
                  <a:lnTo>
                    <a:pt x="267126" y="293161"/>
                  </a:lnTo>
                  <a:lnTo>
                    <a:pt x="267126" y="292991"/>
                  </a:lnTo>
                  <a:close/>
                </a:path>
                <a:path w="267970" h="532765">
                  <a:moveTo>
                    <a:pt x="267117" y="286873"/>
                  </a:moveTo>
                  <a:lnTo>
                    <a:pt x="167683" y="286873"/>
                  </a:lnTo>
                  <a:lnTo>
                    <a:pt x="175345" y="292630"/>
                  </a:lnTo>
                  <a:lnTo>
                    <a:pt x="177261" y="292418"/>
                  </a:lnTo>
                  <a:lnTo>
                    <a:pt x="267125" y="292418"/>
                  </a:lnTo>
                  <a:lnTo>
                    <a:pt x="267117" y="286873"/>
                  </a:lnTo>
                  <a:close/>
                </a:path>
                <a:path w="267970" h="532765">
                  <a:moveTo>
                    <a:pt x="267100" y="260680"/>
                  </a:moveTo>
                  <a:lnTo>
                    <a:pt x="135116" y="260680"/>
                  </a:lnTo>
                  <a:lnTo>
                    <a:pt x="135116" y="261296"/>
                  </a:lnTo>
                  <a:lnTo>
                    <a:pt x="135355" y="261296"/>
                  </a:lnTo>
                  <a:lnTo>
                    <a:pt x="143353" y="262018"/>
                  </a:lnTo>
                  <a:lnTo>
                    <a:pt x="143183" y="263547"/>
                  </a:lnTo>
                  <a:lnTo>
                    <a:pt x="143162" y="263739"/>
                  </a:lnTo>
                  <a:lnTo>
                    <a:pt x="143046" y="264779"/>
                  </a:lnTo>
                  <a:lnTo>
                    <a:pt x="142949" y="265650"/>
                  </a:lnTo>
                  <a:lnTo>
                    <a:pt x="142890" y="266181"/>
                  </a:lnTo>
                  <a:lnTo>
                    <a:pt x="142779" y="267181"/>
                  </a:lnTo>
                  <a:lnTo>
                    <a:pt x="141685" y="267181"/>
                  </a:lnTo>
                  <a:lnTo>
                    <a:pt x="150251" y="273681"/>
                  </a:lnTo>
                  <a:lnTo>
                    <a:pt x="148611" y="275784"/>
                  </a:lnTo>
                  <a:lnTo>
                    <a:pt x="166150" y="288977"/>
                  </a:lnTo>
                  <a:lnTo>
                    <a:pt x="167683" y="286873"/>
                  </a:lnTo>
                  <a:lnTo>
                    <a:pt x="267117" y="286873"/>
                  </a:lnTo>
                  <a:lnTo>
                    <a:pt x="267105" y="278099"/>
                  </a:lnTo>
                  <a:lnTo>
                    <a:pt x="248140" y="276548"/>
                  </a:lnTo>
                  <a:lnTo>
                    <a:pt x="248257" y="274913"/>
                  </a:lnTo>
                  <a:lnTo>
                    <a:pt x="248276" y="274637"/>
                  </a:lnTo>
                  <a:lnTo>
                    <a:pt x="227068" y="274637"/>
                  </a:lnTo>
                  <a:lnTo>
                    <a:pt x="205995" y="272724"/>
                  </a:lnTo>
                  <a:lnTo>
                    <a:pt x="206165" y="271195"/>
                  </a:lnTo>
                  <a:lnTo>
                    <a:pt x="206186" y="271005"/>
                  </a:lnTo>
                  <a:lnTo>
                    <a:pt x="184923" y="271005"/>
                  </a:lnTo>
                  <a:lnTo>
                    <a:pt x="163851" y="269092"/>
                  </a:lnTo>
                  <a:lnTo>
                    <a:pt x="163954" y="268136"/>
                  </a:lnTo>
                  <a:lnTo>
                    <a:pt x="164057" y="267181"/>
                  </a:lnTo>
                  <a:lnTo>
                    <a:pt x="164164" y="266181"/>
                  </a:lnTo>
                  <a:lnTo>
                    <a:pt x="164221" y="265650"/>
                  </a:lnTo>
                  <a:lnTo>
                    <a:pt x="164315" y="264779"/>
                  </a:lnTo>
                  <a:lnTo>
                    <a:pt x="164426" y="263739"/>
                  </a:lnTo>
                  <a:lnTo>
                    <a:pt x="267101" y="263739"/>
                  </a:lnTo>
                  <a:lnTo>
                    <a:pt x="267100" y="260680"/>
                  </a:lnTo>
                  <a:close/>
                </a:path>
                <a:path w="267970" h="532765">
                  <a:moveTo>
                    <a:pt x="35241" y="272916"/>
                  </a:moveTo>
                  <a:lnTo>
                    <a:pt x="20179" y="272916"/>
                  </a:lnTo>
                  <a:lnTo>
                    <a:pt x="20261" y="273681"/>
                  </a:lnTo>
                  <a:lnTo>
                    <a:pt x="20365" y="274637"/>
                  </a:lnTo>
                  <a:lnTo>
                    <a:pt x="20454" y="275465"/>
                  </a:lnTo>
                  <a:lnTo>
                    <a:pt x="35312" y="273914"/>
                  </a:lnTo>
                  <a:lnTo>
                    <a:pt x="35241" y="272916"/>
                  </a:lnTo>
                  <a:close/>
                </a:path>
                <a:path w="267970" h="532765">
                  <a:moveTo>
                    <a:pt x="266998" y="0"/>
                  </a:moveTo>
                  <a:lnTo>
                    <a:pt x="0" y="28190"/>
                  </a:lnTo>
                  <a:lnTo>
                    <a:pt x="85" y="274913"/>
                  </a:lnTo>
                  <a:lnTo>
                    <a:pt x="20179" y="272916"/>
                  </a:lnTo>
                  <a:lnTo>
                    <a:pt x="35241" y="272916"/>
                  </a:lnTo>
                  <a:lnTo>
                    <a:pt x="35120" y="271195"/>
                  </a:lnTo>
                  <a:lnTo>
                    <a:pt x="64237" y="268136"/>
                  </a:lnTo>
                  <a:lnTo>
                    <a:pt x="78367" y="268136"/>
                  </a:lnTo>
                  <a:lnTo>
                    <a:pt x="78263" y="267181"/>
                  </a:lnTo>
                  <a:lnTo>
                    <a:pt x="78221" y="266799"/>
                  </a:lnTo>
                  <a:lnTo>
                    <a:pt x="86268" y="265842"/>
                  </a:lnTo>
                  <a:lnTo>
                    <a:pt x="108297" y="263547"/>
                  </a:lnTo>
                  <a:lnTo>
                    <a:pt x="121807" y="263547"/>
                  </a:lnTo>
                  <a:lnTo>
                    <a:pt x="121707" y="262209"/>
                  </a:lnTo>
                  <a:lnTo>
                    <a:pt x="129753" y="261296"/>
                  </a:lnTo>
                  <a:lnTo>
                    <a:pt x="129753" y="258386"/>
                  </a:lnTo>
                  <a:lnTo>
                    <a:pt x="267099" y="258386"/>
                  </a:lnTo>
                  <a:lnTo>
                    <a:pt x="266998" y="0"/>
                  </a:lnTo>
                  <a:close/>
                </a:path>
                <a:path w="267970" h="532765">
                  <a:moveTo>
                    <a:pt x="267103" y="267563"/>
                  </a:moveTo>
                  <a:lnTo>
                    <a:pt x="206570" y="267563"/>
                  </a:lnTo>
                  <a:lnTo>
                    <a:pt x="228419" y="269347"/>
                  </a:lnTo>
                  <a:lnTo>
                    <a:pt x="227635" y="269347"/>
                  </a:lnTo>
                  <a:lnTo>
                    <a:pt x="227273" y="272724"/>
                  </a:lnTo>
                  <a:lnTo>
                    <a:pt x="227170" y="273681"/>
                  </a:lnTo>
                  <a:lnTo>
                    <a:pt x="227068" y="274637"/>
                  </a:lnTo>
                  <a:lnTo>
                    <a:pt x="248276" y="274637"/>
                  </a:lnTo>
                  <a:lnTo>
                    <a:pt x="248399" y="272916"/>
                  </a:lnTo>
                  <a:lnTo>
                    <a:pt x="248522" y="271195"/>
                  </a:lnTo>
                  <a:lnTo>
                    <a:pt x="267104" y="271195"/>
                  </a:lnTo>
                  <a:lnTo>
                    <a:pt x="267103" y="267563"/>
                  </a:lnTo>
                  <a:close/>
                </a:path>
                <a:path w="267970" h="532765">
                  <a:moveTo>
                    <a:pt x="267104" y="271195"/>
                  </a:moveTo>
                  <a:lnTo>
                    <a:pt x="248522" y="271195"/>
                  </a:lnTo>
                  <a:lnTo>
                    <a:pt x="267568" y="272916"/>
                  </a:lnTo>
                  <a:lnTo>
                    <a:pt x="267105" y="272916"/>
                  </a:lnTo>
                  <a:lnTo>
                    <a:pt x="267104" y="271195"/>
                  </a:lnTo>
                  <a:close/>
                </a:path>
                <a:path w="267970" h="532765">
                  <a:moveTo>
                    <a:pt x="267101" y="263739"/>
                  </a:moveTo>
                  <a:lnTo>
                    <a:pt x="164426" y="263739"/>
                  </a:lnTo>
                  <a:lnTo>
                    <a:pt x="185498" y="265650"/>
                  </a:lnTo>
                  <a:lnTo>
                    <a:pt x="185441" y="266181"/>
                  </a:lnTo>
                  <a:lnTo>
                    <a:pt x="185334" y="267181"/>
                  </a:lnTo>
                  <a:lnTo>
                    <a:pt x="185231" y="268136"/>
                  </a:lnTo>
                  <a:lnTo>
                    <a:pt x="185128" y="269092"/>
                  </a:lnTo>
                  <a:lnTo>
                    <a:pt x="185101" y="269347"/>
                  </a:lnTo>
                  <a:lnTo>
                    <a:pt x="184985" y="270431"/>
                  </a:lnTo>
                  <a:lnTo>
                    <a:pt x="184923" y="271005"/>
                  </a:lnTo>
                  <a:lnTo>
                    <a:pt x="206186" y="271005"/>
                  </a:lnTo>
                  <a:lnTo>
                    <a:pt x="206250" y="270431"/>
                  </a:lnTo>
                  <a:lnTo>
                    <a:pt x="206371" y="269347"/>
                  </a:lnTo>
                  <a:lnTo>
                    <a:pt x="206400" y="269092"/>
                  </a:lnTo>
                  <a:lnTo>
                    <a:pt x="206506" y="268136"/>
                  </a:lnTo>
                  <a:lnTo>
                    <a:pt x="206570" y="267563"/>
                  </a:lnTo>
                  <a:lnTo>
                    <a:pt x="267103" y="267563"/>
                  </a:lnTo>
                  <a:lnTo>
                    <a:pt x="267101" y="263739"/>
                  </a:lnTo>
                  <a:close/>
                </a:path>
                <a:path w="267970" h="532765">
                  <a:moveTo>
                    <a:pt x="78367" y="268136"/>
                  </a:moveTo>
                  <a:lnTo>
                    <a:pt x="64237" y="268136"/>
                  </a:lnTo>
                  <a:lnTo>
                    <a:pt x="64343" y="269092"/>
                  </a:lnTo>
                  <a:lnTo>
                    <a:pt x="64371" y="269347"/>
                  </a:lnTo>
                  <a:lnTo>
                    <a:pt x="64491" y="270431"/>
                  </a:lnTo>
                  <a:lnTo>
                    <a:pt x="64536" y="270835"/>
                  </a:lnTo>
                  <a:lnTo>
                    <a:pt x="78498" y="269347"/>
                  </a:lnTo>
                  <a:lnTo>
                    <a:pt x="78470" y="269092"/>
                  </a:lnTo>
                  <a:lnTo>
                    <a:pt x="78367" y="268136"/>
                  </a:lnTo>
                  <a:close/>
                </a:path>
                <a:path w="267970" h="532765">
                  <a:moveTo>
                    <a:pt x="121807" y="263547"/>
                  </a:moveTo>
                  <a:lnTo>
                    <a:pt x="108297" y="263547"/>
                  </a:lnTo>
                  <a:lnTo>
                    <a:pt x="108318" y="263739"/>
                  </a:lnTo>
                  <a:lnTo>
                    <a:pt x="108427" y="264779"/>
                  </a:lnTo>
                  <a:lnTo>
                    <a:pt x="108519" y="265650"/>
                  </a:lnTo>
                  <a:lnTo>
                    <a:pt x="108574" y="266181"/>
                  </a:lnTo>
                  <a:lnTo>
                    <a:pt x="121899" y="264779"/>
                  </a:lnTo>
                  <a:lnTo>
                    <a:pt x="121807" y="263547"/>
                  </a:lnTo>
                  <a:close/>
                </a:path>
                <a:path w="267970" h="532765">
                  <a:moveTo>
                    <a:pt x="267099" y="258386"/>
                  </a:moveTo>
                  <a:lnTo>
                    <a:pt x="129753" y="258386"/>
                  </a:lnTo>
                  <a:lnTo>
                    <a:pt x="133350" y="260871"/>
                  </a:lnTo>
                  <a:lnTo>
                    <a:pt x="135116" y="260680"/>
                  </a:lnTo>
                  <a:lnTo>
                    <a:pt x="267100" y="260680"/>
                  </a:lnTo>
                  <a:lnTo>
                    <a:pt x="267099" y="258386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99" name="object 1699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066697" y="6834741"/>
              <a:ext cx="272468" cy="391158"/>
            </a:xfrm>
            <a:prstGeom prst="rect">
              <a:avLst/>
            </a:prstGeom>
          </p:spPr>
        </p:pic>
        <p:sp>
          <p:nvSpPr>
            <p:cNvPr id="1700" name="object 1700"/>
            <p:cNvSpPr/>
            <p:nvPr/>
          </p:nvSpPr>
          <p:spPr>
            <a:xfrm>
              <a:off x="5866001" y="7224710"/>
              <a:ext cx="469265" cy="167640"/>
            </a:xfrm>
            <a:custGeom>
              <a:avLst/>
              <a:gdLst/>
              <a:ahLst/>
              <a:cxnLst/>
              <a:rect l="l" t="t" r="r" b="b"/>
              <a:pathLst>
                <a:path w="469264" h="167640">
                  <a:moveTo>
                    <a:pt x="312334" y="0"/>
                  </a:moveTo>
                  <a:lnTo>
                    <a:pt x="305311" y="744"/>
                  </a:lnTo>
                  <a:lnTo>
                    <a:pt x="305588" y="3399"/>
                  </a:lnTo>
                  <a:lnTo>
                    <a:pt x="282451" y="5821"/>
                  </a:lnTo>
                  <a:lnTo>
                    <a:pt x="282174" y="3186"/>
                  </a:lnTo>
                  <a:lnTo>
                    <a:pt x="262082" y="5311"/>
                  </a:lnTo>
                  <a:lnTo>
                    <a:pt x="262357" y="7945"/>
                  </a:lnTo>
                  <a:lnTo>
                    <a:pt x="238476" y="10473"/>
                  </a:lnTo>
                  <a:lnTo>
                    <a:pt x="238199" y="7839"/>
                  </a:lnTo>
                  <a:lnTo>
                    <a:pt x="218851" y="9879"/>
                  </a:lnTo>
                  <a:lnTo>
                    <a:pt x="219149" y="12513"/>
                  </a:lnTo>
                  <a:lnTo>
                    <a:pt x="194501" y="15104"/>
                  </a:lnTo>
                  <a:lnTo>
                    <a:pt x="194204" y="12470"/>
                  </a:lnTo>
                  <a:lnTo>
                    <a:pt x="175643" y="14424"/>
                  </a:lnTo>
                  <a:lnTo>
                    <a:pt x="175920" y="17080"/>
                  </a:lnTo>
                  <a:lnTo>
                    <a:pt x="150506" y="19757"/>
                  </a:lnTo>
                  <a:lnTo>
                    <a:pt x="150229" y="17101"/>
                  </a:lnTo>
                  <a:lnTo>
                    <a:pt x="132414" y="18992"/>
                  </a:lnTo>
                  <a:lnTo>
                    <a:pt x="132690" y="21626"/>
                  </a:lnTo>
                  <a:lnTo>
                    <a:pt x="106509" y="24387"/>
                  </a:lnTo>
                  <a:lnTo>
                    <a:pt x="106232" y="21753"/>
                  </a:lnTo>
                  <a:lnTo>
                    <a:pt x="89184" y="23538"/>
                  </a:lnTo>
                  <a:lnTo>
                    <a:pt x="89461" y="26193"/>
                  </a:lnTo>
                  <a:lnTo>
                    <a:pt x="62536" y="29019"/>
                  </a:lnTo>
                  <a:lnTo>
                    <a:pt x="62259" y="26385"/>
                  </a:lnTo>
                  <a:lnTo>
                    <a:pt x="45976" y="28106"/>
                  </a:lnTo>
                  <a:lnTo>
                    <a:pt x="46252" y="30740"/>
                  </a:lnTo>
                  <a:lnTo>
                    <a:pt x="18561" y="33671"/>
                  </a:lnTo>
                  <a:lnTo>
                    <a:pt x="18262" y="31037"/>
                  </a:lnTo>
                  <a:lnTo>
                    <a:pt x="2745" y="32673"/>
                  </a:lnTo>
                  <a:lnTo>
                    <a:pt x="3022" y="35307"/>
                  </a:lnTo>
                  <a:lnTo>
                    <a:pt x="0" y="35626"/>
                  </a:lnTo>
                  <a:lnTo>
                    <a:pt x="43" y="167209"/>
                  </a:lnTo>
                  <a:lnTo>
                    <a:pt x="468886" y="117754"/>
                  </a:lnTo>
                  <a:lnTo>
                    <a:pt x="312334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1" name="object 1701"/>
            <p:cNvSpPr/>
            <p:nvPr/>
          </p:nvSpPr>
          <p:spPr>
            <a:xfrm>
              <a:off x="5884264" y="7227747"/>
              <a:ext cx="266065" cy="31115"/>
            </a:xfrm>
            <a:custGeom>
              <a:avLst/>
              <a:gdLst/>
              <a:ahLst/>
              <a:cxnLst/>
              <a:rect l="l" t="t" r="r" b="b"/>
              <a:pathLst>
                <a:path w="266064" h="31115">
                  <a:moveTo>
                    <a:pt x="6088" y="27340"/>
                  </a:moveTo>
                  <a:lnTo>
                    <a:pt x="0" y="27999"/>
                  </a:lnTo>
                  <a:lnTo>
                    <a:pt x="226" y="29996"/>
                  </a:lnTo>
                  <a:lnTo>
                    <a:pt x="298" y="30633"/>
                  </a:lnTo>
                  <a:lnTo>
                    <a:pt x="6365" y="29996"/>
                  </a:lnTo>
                  <a:lnTo>
                    <a:pt x="6157" y="27999"/>
                  </a:lnTo>
                  <a:lnTo>
                    <a:pt x="6088" y="27340"/>
                  </a:lnTo>
                  <a:close/>
                </a:path>
                <a:path w="266064" h="31115">
                  <a:moveTo>
                    <a:pt x="49317" y="22795"/>
                  </a:moveTo>
                  <a:lnTo>
                    <a:pt x="43996" y="23347"/>
                  </a:lnTo>
                  <a:lnTo>
                    <a:pt x="44215" y="25429"/>
                  </a:lnTo>
                  <a:lnTo>
                    <a:pt x="44273" y="25981"/>
                  </a:lnTo>
                  <a:lnTo>
                    <a:pt x="49594" y="25429"/>
                  </a:lnTo>
                  <a:lnTo>
                    <a:pt x="49375" y="23347"/>
                  </a:lnTo>
                  <a:lnTo>
                    <a:pt x="49317" y="22795"/>
                  </a:lnTo>
                  <a:close/>
                </a:path>
                <a:path w="266064" h="31115">
                  <a:moveTo>
                    <a:pt x="92547" y="18227"/>
                  </a:moveTo>
                  <a:lnTo>
                    <a:pt x="87970" y="18715"/>
                  </a:lnTo>
                  <a:lnTo>
                    <a:pt x="88195" y="20862"/>
                  </a:lnTo>
                  <a:lnTo>
                    <a:pt x="88247" y="21349"/>
                  </a:lnTo>
                  <a:lnTo>
                    <a:pt x="92824" y="20862"/>
                  </a:lnTo>
                  <a:lnTo>
                    <a:pt x="92598" y="18715"/>
                  </a:lnTo>
                  <a:lnTo>
                    <a:pt x="92547" y="18227"/>
                  </a:lnTo>
                  <a:close/>
                </a:path>
                <a:path w="266064" h="31115">
                  <a:moveTo>
                    <a:pt x="135755" y="13681"/>
                  </a:moveTo>
                  <a:lnTo>
                    <a:pt x="131966" y="14063"/>
                  </a:lnTo>
                  <a:lnTo>
                    <a:pt x="132201" y="16315"/>
                  </a:lnTo>
                  <a:lnTo>
                    <a:pt x="132243" y="16719"/>
                  </a:lnTo>
                  <a:lnTo>
                    <a:pt x="136032" y="16315"/>
                  </a:lnTo>
                  <a:lnTo>
                    <a:pt x="135795" y="14063"/>
                  </a:lnTo>
                  <a:lnTo>
                    <a:pt x="135755" y="13681"/>
                  </a:lnTo>
                  <a:close/>
                </a:path>
                <a:path w="266064" h="31115">
                  <a:moveTo>
                    <a:pt x="179018" y="9432"/>
                  </a:moveTo>
                  <a:lnTo>
                    <a:pt x="175941" y="9432"/>
                  </a:lnTo>
                  <a:lnTo>
                    <a:pt x="176203" y="11748"/>
                  </a:lnTo>
                  <a:lnTo>
                    <a:pt x="179261" y="11748"/>
                  </a:lnTo>
                  <a:lnTo>
                    <a:pt x="179018" y="9432"/>
                  </a:lnTo>
                  <a:close/>
                </a:path>
                <a:path w="266064" h="31115">
                  <a:moveTo>
                    <a:pt x="179018" y="9432"/>
                  </a:moveTo>
                  <a:lnTo>
                    <a:pt x="178984" y="9113"/>
                  </a:lnTo>
                  <a:lnTo>
                    <a:pt x="179261" y="11748"/>
                  </a:lnTo>
                  <a:lnTo>
                    <a:pt x="179018" y="9432"/>
                  </a:lnTo>
                  <a:close/>
                </a:path>
                <a:path w="266064" h="31115">
                  <a:moveTo>
                    <a:pt x="222241" y="4801"/>
                  </a:moveTo>
                  <a:lnTo>
                    <a:pt x="219937" y="4801"/>
                  </a:lnTo>
                  <a:lnTo>
                    <a:pt x="220189" y="7202"/>
                  </a:lnTo>
                  <a:lnTo>
                    <a:pt x="222491" y="7202"/>
                  </a:lnTo>
                  <a:lnTo>
                    <a:pt x="222241" y="4801"/>
                  </a:lnTo>
                  <a:close/>
                </a:path>
                <a:path w="266064" h="31115">
                  <a:moveTo>
                    <a:pt x="222241" y="4801"/>
                  </a:moveTo>
                  <a:lnTo>
                    <a:pt x="222214" y="4546"/>
                  </a:lnTo>
                  <a:lnTo>
                    <a:pt x="222491" y="7202"/>
                  </a:lnTo>
                  <a:lnTo>
                    <a:pt x="222241" y="4801"/>
                  </a:lnTo>
                  <a:close/>
                </a:path>
                <a:path w="266064" h="31115">
                  <a:moveTo>
                    <a:pt x="265423" y="0"/>
                  </a:moveTo>
                  <a:lnTo>
                    <a:pt x="263912" y="148"/>
                  </a:lnTo>
                  <a:lnTo>
                    <a:pt x="264173" y="2635"/>
                  </a:lnTo>
                  <a:lnTo>
                    <a:pt x="264189" y="2783"/>
                  </a:lnTo>
                  <a:lnTo>
                    <a:pt x="265600" y="2635"/>
                  </a:lnTo>
                  <a:lnTo>
                    <a:pt x="265476" y="467"/>
                  </a:lnTo>
                  <a:lnTo>
                    <a:pt x="265423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2" name="object 1702"/>
            <p:cNvSpPr/>
            <p:nvPr/>
          </p:nvSpPr>
          <p:spPr>
            <a:xfrm>
              <a:off x="5865959" y="7142264"/>
              <a:ext cx="267335" cy="78740"/>
            </a:xfrm>
            <a:custGeom>
              <a:avLst/>
              <a:gdLst/>
              <a:ahLst/>
              <a:cxnLst/>
              <a:rect l="l" t="t" r="r" b="b"/>
              <a:pathLst>
                <a:path w="267335" h="78740">
                  <a:moveTo>
                    <a:pt x="202738" y="0"/>
                  </a:moveTo>
                  <a:lnTo>
                    <a:pt x="0" y="21391"/>
                  </a:lnTo>
                  <a:lnTo>
                    <a:pt x="21" y="76561"/>
                  </a:lnTo>
                  <a:lnTo>
                    <a:pt x="6449" y="75882"/>
                  </a:lnTo>
                  <a:lnTo>
                    <a:pt x="6725" y="78516"/>
                  </a:lnTo>
                  <a:lnTo>
                    <a:pt x="25435" y="76540"/>
                  </a:lnTo>
                  <a:lnTo>
                    <a:pt x="25158" y="73906"/>
                  </a:lnTo>
                  <a:lnTo>
                    <a:pt x="50424" y="71250"/>
                  </a:lnTo>
                  <a:lnTo>
                    <a:pt x="50700" y="73884"/>
                  </a:lnTo>
                  <a:lnTo>
                    <a:pt x="68665" y="71995"/>
                  </a:lnTo>
                  <a:lnTo>
                    <a:pt x="68388" y="69339"/>
                  </a:lnTo>
                  <a:lnTo>
                    <a:pt x="94419" y="66598"/>
                  </a:lnTo>
                  <a:lnTo>
                    <a:pt x="94696" y="69232"/>
                  </a:lnTo>
                  <a:lnTo>
                    <a:pt x="111873" y="67426"/>
                  </a:lnTo>
                  <a:lnTo>
                    <a:pt x="111596" y="64792"/>
                  </a:lnTo>
                  <a:lnTo>
                    <a:pt x="138394" y="61967"/>
                  </a:lnTo>
                  <a:lnTo>
                    <a:pt x="138671" y="64601"/>
                  </a:lnTo>
                  <a:lnTo>
                    <a:pt x="155102" y="62859"/>
                  </a:lnTo>
                  <a:lnTo>
                    <a:pt x="154826" y="60225"/>
                  </a:lnTo>
                  <a:lnTo>
                    <a:pt x="182389" y="57315"/>
                  </a:lnTo>
                  <a:lnTo>
                    <a:pt x="182666" y="59949"/>
                  </a:lnTo>
                  <a:lnTo>
                    <a:pt x="198333" y="58313"/>
                  </a:lnTo>
                  <a:lnTo>
                    <a:pt x="198056" y="55657"/>
                  </a:lnTo>
                  <a:lnTo>
                    <a:pt x="226364" y="52683"/>
                  </a:lnTo>
                  <a:lnTo>
                    <a:pt x="226641" y="55318"/>
                  </a:lnTo>
                  <a:lnTo>
                    <a:pt x="241562" y="53746"/>
                  </a:lnTo>
                  <a:lnTo>
                    <a:pt x="241264" y="51112"/>
                  </a:lnTo>
                  <a:lnTo>
                    <a:pt x="267083" y="48393"/>
                  </a:lnTo>
                  <a:lnTo>
                    <a:pt x="202738" y="0"/>
                  </a:lnTo>
                  <a:close/>
                </a:path>
              </a:pathLst>
            </a:custGeom>
            <a:solidFill>
              <a:srgbClr val="7375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3" name="object 1703"/>
            <p:cNvSpPr/>
            <p:nvPr/>
          </p:nvSpPr>
          <p:spPr>
            <a:xfrm>
              <a:off x="5891118" y="7192632"/>
              <a:ext cx="223520" cy="26670"/>
            </a:xfrm>
            <a:custGeom>
              <a:avLst/>
              <a:gdLst/>
              <a:ahLst/>
              <a:cxnLst/>
              <a:rect l="l" t="t" r="r" b="b"/>
              <a:pathLst>
                <a:path w="223520" h="26670">
                  <a:moveTo>
                    <a:pt x="3277" y="23197"/>
                  </a:moveTo>
                  <a:lnTo>
                    <a:pt x="0" y="23538"/>
                  </a:lnTo>
                  <a:lnTo>
                    <a:pt x="241" y="25833"/>
                  </a:lnTo>
                  <a:lnTo>
                    <a:pt x="276" y="26172"/>
                  </a:lnTo>
                  <a:lnTo>
                    <a:pt x="3554" y="25833"/>
                  </a:lnTo>
                  <a:lnTo>
                    <a:pt x="3313" y="23538"/>
                  </a:lnTo>
                  <a:lnTo>
                    <a:pt x="3277" y="23197"/>
                  </a:lnTo>
                  <a:close/>
                </a:path>
                <a:path w="223520" h="26670">
                  <a:moveTo>
                    <a:pt x="47273" y="18545"/>
                  </a:moveTo>
                  <a:lnTo>
                    <a:pt x="43229" y="18971"/>
                  </a:lnTo>
                  <a:lnTo>
                    <a:pt x="43462" y="21201"/>
                  </a:lnTo>
                  <a:lnTo>
                    <a:pt x="43506" y="21626"/>
                  </a:lnTo>
                  <a:lnTo>
                    <a:pt x="47550" y="21201"/>
                  </a:lnTo>
                  <a:lnTo>
                    <a:pt x="47317" y="18971"/>
                  </a:lnTo>
                  <a:lnTo>
                    <a:pt x="47273" y="18545"/>
                  </a:lnTo>
                  <a:close/>
                </a:path>
                <a:path w="223520" h="26670">
                  <a:moveTo>
                    <a:pt x="91248" y="13915"/>
                  </a:moveTo>
                  <a:lnTo>
                    <a:pt x="86437" y="14424"/>
                  </a:lnTo>
                  <a:lnTo>
                    <a:pt x="86660" y="16549"/>
                  </a:lnTo>
                  <a:lnTo>
                    <a:pt x="86714" y="17058"/>
                  </a:lnTo>
                  <a:lnTo>
                    <a:pt x="91525" y="16549"/>
                  </a:lnTo>
                  <a:lnTo>
                    <a:pt x="91301" y="14424"/>
                  </a:lnTo>
                  <a:lnTo>
                    <a:pt x="91248" y="13915"/>
                  </a:lnTo>
                  <a:close/>
                </a:path>
                <a:path w="223520" h="26670">
                  <a:moveTo>
                    <a:pt x="135244" y="9283"/>
                  </a:moveTo>
                  <a:lnTo>
                    <a:pt x="129668" y="9857"/>
                  </a:lnTo>
                  <a:lnTo>
                    <a:pt x="129883" y="11917"/>
                  </a:lnTo>
                  <a:lnTo>
                    <a:pt x="129943" y="12491"/>
                  </a:lnTo>
                  <a:lnTo>
                    <a:pt x="135520" y="11917"/>
                  </a:lnTo>
                  <a:lnTo>
                    <a:pt x="135304" y="9857"/>
                  </a:lnTo>
                  <a:lnTo>
                    <a:pt x="135244" y="9283"/>
                  </a:lnTo>
                  <a:close/>
                </a:path>
                <a:path w="223520" h="26670">
                  <a:moveTo>
                    <a:pt x="179218" y="4631"/>
                  </a:moveTo>
                  <a:lnTo>
                    <a:pt x="172897" y="5289"/>
                  </a:lnTo>
                  <a:lnTo>
                    <a:pt x="173103" y="7265"/>
                  </a:lnTo>
                  <a:lnTo>
                    <a:pt x="173174" y="7945"/>
                  </a:lnTo>
                  <a:lnTo>
                    <a:pt x="179495" y="7265"/>
                  </a:lnTo>
                  <a:lnTo>
                    <a:pt x="179287" y="5289"/>
                  </a:lnTo>
                  <a:lnTo>
                    <a:pt x="179218" y="4631"/>
                  </a:lnTo>
                  <a:close/>
                </a:path>
                <a:path w="223520" h="26670">
                  <a:moveTo>
                    <a:pt x="223215" y="0"/>
                  </a:moveTo>
                  <a:lnTo>
                    <a:pt x="216105" y="744"/>
                  </a:lnTo>
                  <a:lnTo>
                    <a:pt x="216319" y="2633"/>
                  </a:lnTo>
                  <a:lnTo>
                    <a:pt x="216404" y="3378"/>
                  </a:lnTo>
                  <a:lnTo>
                    <a:pt x="223492" y="2633"/>
                  </a:lnTo>
                  <a:lnTo>
                    <a:pt x="223293" y="744"/>
                  </a:lnTo>
                  <a:lnTo>
                    <a:pt x="223215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4" name="object 1704"/>
            <p:cNvSpPr/>
            <p:nvPr/>
          </p:nvSpPr>
          <p:spPr>
            <a:xfrm>
              <a:off x="5865981" y="7193355"/>
              <a:ext cx="312420" cy="64135"/>
            </a:xfrm>
            <a:custGeom>
              <a:avLst/>
              <a:gdLst/>
              <a:ahLst/>
              <a:cxnLst/>
              <a:rect l="l" t="t" r="r" b="b"/>
              <a:pathLst>
                <a:path w="312420" h="64134">
                  <a:moveTo>
                    <a:pt x="270658" y="0"/>
                  </a:moveTo>
                  <a:lnTo>
                    <a:pt x="270892" y="2230"/>
                  </a:lnTo>
                  <a:lnTo>
                    <a:pt x="241818" y="5311"/>
                  </a:lnTo>
                  <a:lnTo>
                    <a:pt x="241541" y="2655"/>
                  </a:lnTo>
                  <a:lnTo>
                    <a:pt x="226620" y="4227"/>
                  </a:lnTo>
                  <a:lnTo>
                    <a:pt x="226918" y="6883"/>
                  </a:lnTo>
                  <a:lnTo>
                    <a:pt x="198587" y="9856"/>
                  </a:lnTo>
                  <a:lnTo>
                    <a:pt x="198311" y="7222"/>
                  </a:lnTo>
                  <a:lnTo>
                    <a:pt x="182645" y="8879"/>
                  </a:lnTo>
                  <a:lnTo>
                    <a:pt x="182921" y="11513"/>
                  </a:lnTo>
                  <a:lnTo>
                    <a:pt x="155357" y="14424"/>
                  </a:lnTo>
                  <a:lnTo>
                    <a:pt x="155080" y="11769"/>
                  </a:lnTo>
                  <a:lnTo>
                    <a:pt x="138649" y="13510"/>
                  </a:lnTo>
                  <a:lnTo>
                    <a:pt x="138948" y="16145"/>
                  </a:lnTo>
                  <a:lnTo>
                    <a:pt x="112149" y="18969"/>
                  </a:lnTo>
                  <a:lnTo>
                    <a:pt x="111851" y="16336"/>
                  </a:lnTo>
                  <a:lnTo>
                    <a:pt x="94674" y="18141"/>
                  </a:lnTo>
                  <a:lnTo>
                    <a:pt x="94951" y="20797"/>
                  </a:lnTo>
                  <a:lnTo>
                    <a:pt x="68920" y="23538"/>
                  </a:lnTo>
                  <a:lnTo>
                    <a:pt x="68643" y="20904"/>
                  </a:lnTo>
                  <a:lnTo>
                    <a:pt x="50699" y="22793"/>
                  </a:lnTo>
                  <a:lnTo>
                    <a:pt x="50976" y="25427"/>
                  </a:lnTo>
                  <a:lnTo>
                    <a:pt x="25690" y="28105"/>
                  </a:lnTo>
                  <a:lnTo>
                    <a:pt x="25413" y="25449"/>
                  </a:lnTo>
                  <a:lnTo>
                    <a:pt x="6704" y="27425"/>
                  </a:lnTo>
                  <a:lnTo>
                    <a:pt x="6981" y="30081"/>
                  </a:lnTo>
                  <a:lnTo>
                    <a:pt x="0" y="30802"/>
                  </a:lnTo>
                  <a:lnTo>
                    <a:pt x="20" y="61648"/>
                  </a:lnTo>
                  <a:lnTo>
                    <a:pt x="2490" y="61372"/>
                  </a:lnTo>
                  <a:lnTo>
                    <a:pt x="2766" y="64006"/>
                  </a:lnTo>
                  <a:lnTo>
                    <a:pt x="18282" y="62370"/>
                  </a:lnTo>
                  <a:lnTo>
                    <a:pt x="18006" y="59736"/>
                  </a:lnTo>
                  <a:lnTo>
                    <a:pt x="45698" y="56826"/>
                  </a:lnTo>
                  <a:lnTo>
                    <a:pt x="45996" y="59461"/>
                  </a:lnTo>
                  <a:lnTo>
                    <a:pt x="62279" y="57740"/>
                  </a:lnTo>
                  <a:lnTo>
                    <a:pt x="62002" y="55105"/>
                  </a:lnTo>
                  <a:lnTo>
                    <a:pt x="88927" y="52259"/>
                  </a:lnTo>
                  <a:lnTo>
                    <a:pt x="89204" y="54893"/>
                  </a:lnTo>
                  <a:lnTo>
                    <a:pt x="106253" y="53087"/>
                  </a:lnTo>
                  <a:lnTo>
                    <a:pt x="105977" y="50453"/>
                  </a:lnTo>
                  <a:lnTo>
                    <a:pt x="132157" y="47712"/>
                  </a:lnTo>
                  <a:lnTo>
                    <a:pt x="132434" y="50326"/>
                  </a:lnTo>
                  <a:lnTo>
                    <a:pt x="150249" y="48456"/>
                  </a:lnTo>
                  <a:lnTo>
                    <a:pt x="149973" y="45822"/>
                  </a:lnTo>
                  <a:lnTo>
                    <a:pt x="175387" y="43145"/>
                  </a:lnTo>
                  <a:lnTo>
                    <a:pt x="175663" y="45779"/>
                  </a:lnTo>
                  <a:lnTo>
                    <a:pt x="194224" y="43825"/>
                  </a:lnTo>
                  <a:lnTo>
                    <a:pt x="193948" y="41191"/>
                  </a:lnTo>
                  <a:lnTo>
                    <a:pt x="218596" y="38578"/>
                  </a:lnTo>
                  <a:lnTo>
                    <a:pt x="218871" y="41212"/>
                  </a:lnTo>
                  <a:lnTo>
                    <a:pt x="238220" y="39173"/>
                  </a:lnTo>
                  <a:lnTo>
                    <a:pt x="237943" y="36539"/>
                  </a:lnTo>
                  <a:lnTo>
                    <a:pt x="261825" y="34032"/>
                  </a:lnTo>
                  <a:lnTo>
                    <a:pt x="262102" y="36666"/>
                  </a:lnTo>
                  <a:lnTo>
                    <a:pt x="282195" y="34541"/>
                  </a:lnTo>
                  <a:lnTo>
                    <a:pt x="281918" y="31907"/>
                  </a:lnTo>
                  <a:lnTo>
                    <a:pt x="305055" y="29465"/>
                  </a:lnTo>
                  <a:lnTo>
                    <a:pt x="305332" y="32099"/>
                  </a:lnTo>
                  <a:lnTo>
                    <a:pt x="312334" y="31355"/>
                  </a:lnTo>
                  <a:lnTo>
                    <a:pt x="270658" y="0"/>
                  </a:lnTo>
                  <a:close/>
                </a:path>
              </a:pathLst>
            </a:custGeom>
            <a:solidFill>
              <a:srgbClr val="7577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5" name="object 1705"/>
            <p:cNvSpPr/>
            <p:nvPr/>
          </p:nvSpPr>
          <p:spPr>
            <a:xfrm>
              <a:off x="5891395" y="7195266"/>
              <a:ext cx="223520" cy="26670"/>
            </a:xfrm>
            <a:custGeom>
              <a:avLst/>
              <a:gdLst/>
              <a:ahLst/>
              <a:cxnLst/>
              <a:rect l="l" t="t" r="r" b="b"/>
              <a:pathLst>
                <a:path w="223520" h="26670">
                  <a:moveTo>
                    <a:pt x="3277" y="23199"/>
                  </a:moveTo>
                  <a:lnTo>
                    <a:pt x="0" y="23538"/>
                  </a:lnTo>
                  <a:lnTo>
                    <a:pt x="240" y="25845"/>
                  </a:lnTo>
                  <a:lnTo>
                    <a:pt x="276" y="26193"/>
                  </a:lnTo>
                  <a:lnTo>
                    <a:pt x="3556" y="25845"/>
                  </a:lnTo>
                  <a:lnTo>
                    <a:pt x="3351" y="23900"/>
                  </a:lnTo>
                  <a:lnTo>
                    <a:pt x="3277" y="23199"/>
                  </a:lnTo>
                  <a:close/>
                </a:path>
                <a:path w="223520" h="26670">
                  <a:moveTo>
                    <a:pt x="47273" y="18567"/>
                  </a:moveTo>
                  <a:lnTo>
                    <a:pt x="43229" y="18992"/>
                  </a:lnTo>
                  <a:lnTo>
                    <a:pt x="43461" y="21201"/>
                  </a:lnTo>
                  <a:lnTo>
                    <a:pt x="43506" y="21626"/>
                  </a:lnTo>
                  <a:lnTo>
                    <a:pt x="47550" y="21201"/>
                  </a:lnTo>
                  <a:lnTo>
                    <a:pt x="47317" y="18992"/>
                  </a:lnTo>
                  <a:lnTo>
                    <a:pt x="47273" y="18567"/>
                  </a:lnTo>
                  <a:close/>
                </a:path>
                <a:path w="223520" h="26670">
                  <a:moveTo>
                    <a:pt x="91248" y="13915"/>
                  </a:moveTo>
                  <a:lnTo>
                    <a:pt x="86437" y="14424"/>
                  </a:lnTo>
                  <a:lnTo>
                    <a:pt x="86634" y="16167"/>
                  </a:lnTo>
                  <a:lnTo>
                    <a:pt x="86735" y="17058"/>
                  </a:lnTo>
                  <a:lnTo>
                    <a:pt x="91346" y="16570"/>
                  </a:lnTo>
                  <a:lnTo>
                    <a:pt x="91525" y="16570"/>
                  </a:lnTo>
                  <a:lnTo>
                    <a:pt x="91301" y="14424"/>
                  </a:lnTo>
                  <a:lnTo>
                    <a:pt x="91248" y="13915"/>
                  </a:lnTo>
                  <a:close/>
                </a:path>
                <a:path w="223520" h="26670">
                  <a:moveTo>
                    <a:pt x="95164" y="16167"/>
                  </a:moveTo>
                  <a:lnTo>
                    <a:pt x="91346" y="16570"/>
                  </a:lnTo>
                  <a:lnTo>
                    <a:pt x="91525" y="16570"/>
                  </a:lnTo>
                  <a:lnTo>
                    <a:pt x="95164" y="16167"/>
                  </a:lnTo>
                  <a:close/>
                </a:path>
                <a:path w="223520" h="26670">
                  <a:moveTo>
                    <a:pt x="135243" y="9283"/>
                  </a:moveTo>
                  <a:lnTo>
                    <a:pt x="129666" y="9857"/>
                  </a:lnTo>
                  <a:lnTo>
                    <a:pt x="129881" y="11917"/>
                  </a:lnTo>
                  <a:lnTo>
                    <a:pt x="129943" y="12513"/>
                  </a:lnTo>
                  <a:lnTo>
                    <a:pt x="135520" y="11917"/>
                  </a:lnTo>
                  <a:lnTo>
                    <a:pt x="135303" y="9857"/>
                  </a:lnTo>
                  <a:lnTo>
                    <a:pt x="135243" y="9283"/>
                  </a:lnTo>
                  <a:close/>
                </a:path>
                <a:path w="223520" h="26670">
                  <a:moveTo>
                    <a:pt x="179218" y="4631"/>
                  </a:moveTo>
                  <a:lnTo>
                    <a:pt x="172897" y="5311"/>
                  </a:lnTo>
                  <a:lnTo>
                    <a:pt x="173104" y="7287"/>
                  </a:lnTo>
                  <a:lnTo>
                    <a:pt x="173173" y="7945"/>
                  </a:lnTo>
                  <a:lnTo>
                    <a:pt x="179495" y="7287"/>
                  </a:lnTo>
                  <a:lnTo>
                    <a:pt x="179289" y="5311"/>
                  </a:lnTo>
                  <a:lnTo>
                    <a:pt x="179218" y="4631"/>
                  </a:lnTo>
                  <a:close/>
                </a:path>
                <a:path w="223520" h="26670">
                  <a:moveTo>
                    <a:pt x="223215" y="0"/>
                  </a:moveTo>
                  <a:lnTo>
                    <a:pt x="216127" y="744"/>
                  </a:lnTo>
                  <a:lnTo>
                    <a:pt x="216324" y="2635"/>
                  </a:lnTo>
                  <a:lnTo>
                    <a:pt x="216404" y="3399"/>
                  </a:lnTo>
                  <a:lnTo>
                    <a:pt x="223492" y="2635"/>
                  </a:lnTo>
                  <a:lnTo>
                    <a:pt x="223293" y="744"/>
                  </a:lnTo>
                  <a:lnTo>
                    <a:pt x="223215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6" name="object 1706"/>
            <p:cNvSpPr/>
            <p:nvPr/>
          </p:nvSpPr>
          <p:spPr>
            <a:xfrm>
              <a:off x="5883987" y="7225102"/>
              <a:ext cx="266065" cy="31115"/>
            </a:xfrm>
            <a:custGeom>
              <a:avLst/>
              <a:gdLst/>
              <a:ahLst/>
              <a:cxnLst/>
              <a:rect l="l" t="t" r="r" b="b"/>
              <a:pathLst>
                <a:path w="266064" h="31115">
                  <a:moveTo>
                    <a:pt x="6088" y="27351"/>
                  </a:moveTo>
                  <a:lnTo>
                    <a:pt x="0" y="27989"/>
                  </a:lnTo>
                  <a:lnTo>
                    <a:pt x="208" y="29985"/>
                  </a:lnTo>
                  <a:lnTo>
                    <a:pt x="276" y="30644"/>
                  </a:lnTo>
                  <a:lnTo>
                    <a:pt x="6365" y="29985"/>
                  </a:lnTo>
                  <a:lnTo>
                    <a:pt x="6155" y="27989"/>
                  </a:lnTo>
                  <a:lnTo>
                    <a:pt x="6088" y="27351"/>
                  </a:lnTo>
                  <a:close/>
                </a:path>
                <a:path w="266064" h="31115">
                  <a:moveTo>
                    <a:pt x="49317" y="22806"/>
                  </a:moveTo>
                  <a:lnTo>
                    <a:pt x="43996" y="23357"/>
                  </a:lnTo>
                  <a:lnTo>
                    <a:pt x="44215" y="25440"/>
                  </a:lnTo>
                  <a:lnTo>
                    <a:pt x="44273" y="25992"/>
                  </a:lnTo>
                  <a:lnTo>
                    <a:pt x="49594" y="25440"/>
                  </a:lnTo>
                  <a:lnTo>
                    <a:pt x="49375" y="23357"/>
                  </a:lnTo>
                  <a:lnTo>
                    <a:pt x="49317" y="22806"/>
                  </a:lnTo>
                  <a:close/>
                </a:path>
                <a:path w="266064" h="31115">
                  <a:moveTo>
                    <a:pt x="109957" y="16390"/>
                  </a:moveTo>
                  <a:lnTo>
                    <a:pt x="87971" y="18705"/>
                  </a:lnTo>
                  <a:lnTo>
                    <a:pt x="88196" y="20871"/>
                  </a:lnTo>
                  <a:lnTo>
                    <a:pt x="88247" y="21360"/>
                  </a:lnTo>
                  <a:lnTo>
                    <a:pt x="92824" y="20871"/>
                  </a:lnTo>
                  <a:lnTo>
                    <a:pt x="92596" y="18705"/>
                  </a:lnTo>
                  <a:lnTo>
                    <a:pt x="92547" y="18238"/>
                  </a:lnTo>
                  <a:lnTo>
                    <a:pt x="109957" y="16390"/>
                  </a:lnTo>
                  <a:close/>
                </a:path>
                <a:path w="266064" h="31115">
                  <a:moveTo>
                    <a:pt x="135755" y="13675"/>
                  </a:moveTo>
                  <a:lnTo>
                    <a:pt x="131966" y="14074"/>
                  </a:lnTo>
                  <a:lnTo>
                    <a:pt x="132203" y="16326"/>
                  </a:lnTo>
                  <a:lnTo>
                    <a:pt x="132243" y="16708"/>
                  </a:lnTo>
                  <a:lnTo>
                    <a:pt x="136032" y="16326"/>
                  </a:lnTo>
                  <a:lnTo>
                    <a:pt x="135797" y="14074"/>
                  </a:lnTo>
                  <a:lnTo>
                    <a:pt x="135755" y="13675"/>
                  </a:lnTo>
                  <a:close/>
                </a:path>
                <a:path w="266064" h="31115">
                  <a:moveTo>
                    <a:pt x="178984" y="9124"/>
                  </a:moveTo>
                  <a:lnTo>
                    <a:pt x="175941" y="9443"/>
                  </a:lnTo>
                  <a:lnTo>
                    <a:pt x="176185" y="11758"/>
                  </a:lnTo>
                  <a:lnTo>
                    <a:pt x="176218" y="12077"/>
                  </a:lnTo>
                  <a:lnTo>
                    <a:pt x="179261" y="11758"/>
                  </a:lnTo>
                  <a:lnTo>
                    <a:pt x="179018" y="9443"/>
                  </a:lnTo>
                  <a:lnTo>
                    <a:pt x="178984" y="9124"/>
                  </a:lnTo>
                  <a:close/>
                </a:path>
                <a:path w="266064" h="31115">
                  <a:moveTo>
                    <a:pt x="222215" y="4557"/>
                  </a:moveTo>
                  <a:lnTo>
                    <a:pt x="219937" y="4791"/>
                  </a:lnTo>
                  <a:lnTo>
                    <a:pt x="220187" y="7191"/>
                  </a:lnTo>
                  <a:lnTo>
                    <a:pt x="220214" y="7446"/>
                  </a:lnTo>
                  <a:lnTo>
                    <a:pt x="222491" y="7191"/>
                  </a:lnTo>
                  <a:lnTo>
                    <a:pt x="222240" y="4791"/>
                  </a:lnTo>
                  <a:lnTo>
                    <a:pt x="222215" y="4557"/>
                  </a:lnTo>
                  <a:close/>
                </a:path>
                <a:path w="266064" h="31115">
                  <a:moveTo>
                    <a:pt x="265441" y="159"/>
                  </a:moveTo>
                  <a:lnTo>
                    <a:pt x="263912" y="159"/>
                  </a:lnTo>
                  <a:lnTo>
                    <a:pt x="264173" y="2644"/>
                  </a:lnTo>
                  <a:lnTo>
                    <a:pt x="265700" y="2644"/>
                  </a:lnTo>
                  <a:lnTo>
                    <a:pt x="265441" y="159"/>
                  </a:lnTo>
                  <a:close/>
                </a:path>
                <a:path w="266064" h="31115">
                  <a:moveTo>
                    <a:pt x="265441" y="159"/>
                  </a:moveTo>
                  <a:lnTo>
                    <a:pt x="265424" y="0"/>
                  </a:lnTo>
                  <a:lnTo>
                    <a:pt x="265700" y="2644"/>
                  </a:lnTo>
                  <a:lnTo>
                    <a:pt x="265441" y="159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7" name="object 1707"/>
            <p:cNvSpPr/>
            <p:nvPr/>
          </p:nvSpPr>
          <p:spPr>
            <a:xfrm>
              <a:off x="5869515" y="721814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2893" y="0"/>
                  </a:moveTo>
                  <a:lnTo>
                    <a:pt x="0" y="305"/>
                  </a:lnTo>
                  <a:lnTo>
                    <a:pt x="244" y="2633"/>
                  </a:lnTo>
                  <a:lnTo>
                    <a:pt x="275" y="2931"/>
                  </a:lnTo>
                  <a:lnTo>
                    <a:pt x="3170" y="2633"/>
                  </a:lnTo>
                  <a:lnTo>
                    <a:pt x="2964" y="679"/>
                  </a:lnTo>
                  <a:lnTo>
                    <a:pt x="2893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8" name="object 1708"/>
            <p:cNvSpPr/>
            <p:nvPr/>
          </p:nvSpPr>
          <p:spPr>
            <a:xfrm>
              <a:off x="5865981" y="7220780"/>
              <a:ext cx="6985" cy="3810"/>
            </a:xfrm>
            <a:custGeom>
              <a:avLst/>
              <a:gdLst/>
              <a:ahLst/>
              <a:cxnLst/>
              <a:rect l="l" t="t" r="r" b="b"/>
              <a:pathLst>
                <a:path w="6985" h="3809">
                  <a:moveTo>
                    <a:pt x="6704" y="0"/>
                  </a:moveTo>
                  <a:lnTo>
                    <a:pt x="3810" y="297"/>
                  </a:lnTo>
                  <a:lnTo>
                    <a:pt x="4086" y="2952"/>
                  </a:lnTo>
                  <a:lnTo>
                    <a:pt x="0" y="3376"/>
                  </a:lnTo>
                  <a:lnTo>
                    <a:pt x="6981" y="2655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9" name="object 1709"/>
            <p:cNvSpPr/>
            <p:nvPr/>
          </p:nvSpPr>
          <p:spPr>
            <a:xfrm>
              <a:off x="5865981" y="7218443"/>
              <a:ext cx="4445" cy="5715"/>
            </a:xfrm>
            <a:custGeom>
              <a:avLst/>
              <a:gdLst/>
              <a:ahLst/>
              <a:cxnLst/>
              <a:rect l="l" t="t" r="r" b="b"/>
              <a:pathLst>
                <a:path w="4445" h="5715">
                  <a:moveTo>
                    <a:pt x="3533" y="0"/>
                  </a:moveTo>
                  <a:lnTo>
                    <a:pt x="0" y="382"/>
                  </a:lnTo>
                  <a:lnTo>
                    <a:pt x="0" y="5713"/>
                  </a:lnTo>
                  <a:lnTo>
                    <a:pt x="4086" y="5289"/>
                  </a:lnTo>
                  <a:lnTo>
                    <a:pt x="3533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0" name="object 1710"/>
            <p:cNvSpPr/>
            <p:nvPr/>
          </p:nvSpPr>
          <p:spPr>
            <a:xfrm>
              <a:off x="5912722" y="7213515"/>
              <a:ext cx="4445" cy="3175"/>
            </a:xfrm>
            <a:custGeom>
              <a:avLst/>
              <a:gdLst/>
              <a:ahLst/>
              <a:cxnLst/>
              <a:rect l="l" t="t" r="r" b="b"/>
              <a:pathLst>
                <a:path w="4445" h="3175">
                  <a:moveTo>
                    <a:pt x="3661" y="0"/>
                  </a:moveTo>
                  <a:lnTo>
                    <a:pt x="0" y="382"/>
                  </a:lnTo>
                  <a:lnTo>
                    <a:pt x="276" y="3016"/>
                  </a:lnTo>
                  <a:lnTo>
                    <a:pt x="3938" y="2633"/>
                  </a:lnTo>
                  <a:lnTo>
                    <a:pt x="3661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1" name="object 1711"/>
            <p:cNvSpPr/>
            <p:nvPr/>
          </p:nvSpPr>
          <p:spPr>
            <a:xfrm>
              <a:off x="5912999" y="7216149"/>
              <a:ext cx="4445" cy="3175"/>
            </a:xfrm>
            <a:custGeom>
              <a:avLst/>
              <a:gdLst/>
              <a:ahLst/>
              <a:cxnLst/>
              <a:rect l="l" t="t" r="r" b="b"/>
              <a:pathLst>
                <a:path w="4445" h="3175">
                  <a:moveTo>
                    <a:pt x="3681" y="0"/>
                  </a:moveTo>
                  <a:lnTo>
                    <a:pt x="0" y="382"/>
                  </a:lnTo>
                  <a:lnTo>
                    <a:pt x="298" y="3017"/>
                  </a:lnTo>
                  <a:lnTo>
                    <a:pt x="3958" y="2633"/>
                  </a:lnTo>
                  <a:lnTo>
                    <a:pt x="3681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2" name="object 1712"/>
            <p:cNvSpPr/>
            <p:nvPr/>
          </p:nvSpPr>
          <p:spPr>
            <a:xfrm>
              <a:off x="5894396" y="7213897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8326" y="0"/>
                  </a:moveTo>
                  <a:lnTo>
                    <a:pt x="0" y="1932"/>
                  </a:lnTo>
                  <a:lnTo>
                    <a:pt x="553" y="7202"/>
                  </a:lnTo>
                  <a:lnTo>
                    <a:pt x="18901" y="5269"/>
                  </a:lnTo>
                  <a:lnTo>
                    <a:pt x="18326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3" name="object 1713"/>
            <p:cNvSpPr/>
            <p:nvPr/>
          </p:nvSpPr>
          <p:spPr>
            <a:xfrm>
              <a:off x="5938391" y="7208863"/>
              <a:ext cx="22860" cy="3175"/>
            </a:xfrm>
            <a:custGeom>
              <a:avLst/>
              <a:gdLst/>
              <a:ahLst/>
              <a:cxnLst/>
              <a:rect l="l" t="t" r="r" b="b"/>
              <a:pathLst>
                <a:path w="22860" h="3175">
                  <a:moveTo>
                    <a:pt x="21987" y="0"/>
                  </a:moveTo>
                  <a:lnTo>
                    <a:pt x="0" y="2315"/>
                  </a:lnTo>
                  <a:lnTo>
                    <a:pt x="17560" y="467"/>
                  </a:lnTo>
                  <a:lnTo>
                    <a:pt x="17837" y="3101"/>
                  </a:lnTo>
                  <a:lnTo>
                    <a:pt x="22264" y="2633"/>
                  </a:lnTo>
                  <a:lnTo>
                    <a:pt x="21987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4" name="object 1714"/>
            <p:cNvSpPr/>
            <p:nvPr/>
          </p:nvSpPr>
          <p:spPr>
            <a:xfrm>
              <a:off x="5956228" y="7211497"/>
              <a:ext cx="5080" cy="3175"/>
            </a:xfrm>
            <a:custGeom>
              <a:avLst/>
              <a:gdLst/>
              <a:ahLst/>
              <a:cxnLst/>
              <a:rect l="l" t="t" r="r" b="b"/>
              <a:pathLst>
                <a:path w="5079" h="3175">
                  <a:moveTo>
                    <a:pt x="4427" y="0"/>
                  </a:moveTo>
                  <a:lnTo>
                    <a:pt x="0" y="467"/>
                  </a:lnTo>
                  <a:lnTo>
                    <a:pt x="228" y="2655"/>
                  </a:lnTo>
                  <a:lnTo>
                    <a:pt x="276" y="3122"/>
                  </a:lnTo>
                  <a:lnTo>
                    <a:pt x="4704" y="2655"/>
                  </a:lnTo>
                  <a:lnTo>
                    <a:pt x="4475" y="467"/>
                  </a:lnTo>
                  <a:lnTo>
                    <a:pt x="4427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5" name="object 1715"/>
            <p:cNvSpPr/>
            <p:nvPr/>
          </p:nvSpPr>
          <p:spPr>
            <a:xfrm>
              <a:off x="5938391" y="7209330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7560" y="0"/>
                  </a:moveTo>
                  <a:lnTo>
                    <a:pt x="0" y="1847"/>
                  </a:lnTo>
                  <a:lnTo>
                    <a:pt x="553" y="7137"/>
                  </a:lnTo>
                  <a:lnTo>
                    <a:pt x="18114" y="5289"/>
                  </a:lnTo>
                  <a:lnTo>
                    <a:pt x="17560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6" name="object 1716"/>
            <p:cNvSpPr/>
            <p:nvPr/>
          </p:nvSpPr>
          <p:spPr>
            <a:xfrm>
              <a:off x="5999181" y="7204231"/>
              <a:ext cx="5715" cy="3810"/>
            </a:xfrm>
            <a:custGeom>
              <a:avLst/>
              <a:gdLst/>
              <a:ahLst/>
              <a:cxnLst/>
              <a:rect l="l" t="t" r="r" b="b"/>
              <a:pathLst>
                <a:path w="5714" h="3809">
                  <a:moveTo>
                    <a:pt x="5172" y="0"/>
                  </a:moveTo>
                  <a:lnTo>
                    <a:pt x="0" y="552"/>
                  </a:lnTo>
                  <a:lnTo>
                    <a:pt x="276" y="3186"/>
                  </a:lnTo>
                  <a:lnTo>
                    <a:pt x="5449" y="2633"/>
                  </a:lnTo>
                  <a:lnTo>
                    <a:pt x="5172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7" name="object 1717"/>
            <p:cNvSpPr/>
            <p:nvPr/>
          </p:nvSpPr>
          <p:spPr>
            <a:xfrm>
              <a:off x="5986560" y="7206865"/>
              <a:ext cx="18415" cy="5080"/>
            </a:xfrm>
            <a:custGeom>
              <a:avLst/>
              <a:gdLst/>
              <a:ahLst/>
              <a:cxnLst/>
              <a:rect l="l" t="t" r="r" b="b"/>
              <a:pathLst>
                <a:path w="18414" h="5079">
                  <a:moveTo>
                    <a:pt x="18070" y="0"/>
                  </a:moveTo>
                  <a:lnTo>
                    <a:pt x="12898" y="552"/>
                  </a:lnTo>
                  <a:lnTo>
                    <a:pt x="13174" y="3187"/>
                  </a:lnTo>
                  <a:lnTo>
                    <a:pt x="0" y="4568"/>
                  </a:lnTo>
                  <a:lnTo>
                    <a:pt x="18369" y="2635"/>
                  </a:lnTo>
                  <a:lnTo>
                    <a:pt x="18070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8" name="object 1718"/>
            <p:cNvSpPr/>
            <p:nvPr/>
          </p:nvSpPr>
          <p:spPr>
            <a:xfrm>
              <a:off x="5982366" y="7204783"/>
              <a:ext cx="17780" cy="7620"/>
            </a:xfrm>
            <a:custGeom>
              <a:avLst/>
              <a:gdLst/>
              <a:ahLst/>
              <a:cxnLst/>
              <a:rect l="l" t="t" r="r" b="b"/>
              <a:pathLst>
                <a:path w="17779" h="7620">
                  <a:moveTo>
                    <a:pt x="16814" y="0"/>
                  </a:moveTo>
                  <a:lnTo>
                    <a:pt x="0" y="1764"/>
                  </a:lnTo>
                  <a:lnTo>
                    <a:pt x="553" y="7053"/>
                  </a:lnTo>
                  <a:lnTo>
                    <a:pt x="4193" y="6649"/>
                  </a:lnTo>
                  <a:lnTo>
                    <a:pt x="17368" y="5269"/>
                  </a:lnTo>
                  <a:lnTo>
                    <a:pt x="16814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9" name="object 1719"/>
            <p:cNvSpPr/>
            <p:nvPr/>
          </p:nvSpPr>
          <p:spPr>
            <a:xfrm>
              <a:off x="6042390" y="7199579"/>
              <a:ext cx="6350" cy="3810"/>
            </a:xfrm>
            <a:custGeom>
              <a:avLst/>
              <a:gdLst/>
              <a:ahLst/>
              <a:cxnLst/>
              <a:rect l="l" t="t" r="r" b="b"/>
              <a:pathLst>
                <a:path w="6350" h="3809">
                  <a:moveTo>
                    <a:pt x="5958" y="0"/>
                  </a:moveTo>
                  <a:lnTo>
                    <a:pt x="0" y="637"/>
                  </a:lnTo>
                  <a:lnTo>
                    <a:pt x="297" y="3271"/>
                  </a:lnTo>
                  <a:lnTo>
                    <a:pt x="6235" y="2633"/>
                  </a:lnTo>
                  <a:lnTo>
                    <a:pt x="5958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0" name="object 1720"/>
            <p:cNvSpPr/>
            <p:nvPr/>
          </p:nvSpPr>
          <p:spPr>
            <a:xfrm>
              <a:off x="6026915" y="7202234"/>
              <a:ext cx="22225" cy="5080"/>
            </a:xfrm>
            <a:custGeom>
              <a:avLst/>
              <a:gdLst/>
              <a:ahLst/>
              <a:cxnLst/>
              <a:rect l="l" t="t" r="r" b="b"/>
              <a:pathLst>
                <a:path w="22225" h="5079">
                  <a:moveTo>
                    <a:pt x="21710" y="0"/>
                  </a:moveTo>
                  <a:lnTo>
                    <a:pt x="15772" y="615"/>
                  </a:lnTo>
                  <a:lnTo>
                    <a:pt x="16048" y="3249"/>
                  </a:lnTo>
                  <a:lnTo>
                    <a:pt x="0" y="4949"/>
                  </a:lnTo>
                  <a:lnTo>
                    <a:pt x="21987" y="2633"/>
                  </a:lnTo>
                  <a:lnTo>
                    <a:pt x="21710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1" name="object 1721"/>
            <p:cNvSpPr/>
            <p:nvPr/>
          </p:nvSpPr>
          <p:spPr>
            <a:xfrm>
              <a:off x="6026363" y="7200216"/>
              <a:ext cx="17145" cy="6985"/>
            </a:xfrm>
            <a:custGeom>
              <a:avLst/>
              <a:gdLst/>
              <a:ahLst/>
              <a:cxnLst/>
              <a:rect l="l" t="t" r="r" b="b"/>
              <a:pathLst>
                <a:path w="17145" h="6984">
                  <a:moveTo>
                    <a:pt x="16027" y="0"/>
                  </a:moveTo>
                  <a:lnTo>
                    <a:pt x="0" y="1699"/>
                  </a:lnTo>
                  <a:lnTo>
                    <a:pt x="552" y="6967"/>
                  </a:lnTo>
                  <a:lnTo>
                    <a:pt x="16601" y="5267"/>
                  </a:lnTo>
                  <a:lnTo>
                    <a:pt x="16027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2" name="object 1722"/>
            <p:cNvSpPr/>
            <p:nvPr/>
          </p:nvSpPr>
          <p:spPr>
            <a:xfrm>
              <a:off x="6085620" y="7194947"/>
              <a:ext cx="6985" cy="3810"/>
            </a:xfrm>
            <a:custGeom>
              <a:avLst/>
              <a:gdLst/>
              <a:ahLst/>
              <a:cxnLst/>
              <a:rect l="l" t="t" r="r" b="b"/>
              <a:pathLst>
                <a:path w="6985" h="3809">
                  <a:moveTo>
                    <a:pt x="6704" y="0"/>
                  </a:moveTo>
                  <a:lnTo>
                    <a:pt x="0" y="701"/>
                  </a:lnTo>
                  <a:lnTo>
                    <a:pt x="276" y="3336"/>
                  </a:lnTo>
                  <a:lnTo>
                    <a:pt x="6981" y="2635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3" name="object 1723"/>
            <p:cNvSpPr/>
            <p:nvPr/>
          </p:nvSpPr>
          <p:spPr>
            <a:xfrm>
              <a:off x="6070890" y="7197582"/>
              <a:ext cx="22225" cy="5080"/>
            </a:xfrm>
            <a:custGeom>
              <a:avLst/>
              <a:gdLst/>
              <a:ahLst/>
              <a:cxnLst/>
              <a:rect l="l" t="t" r="r" b="b"/>
              <a:pathLst>
                <a:path w="22225" h="5079">
                  <a:moveTo>
                    <a:pt x="21710" y="0"/>
                  </a:moveTo>
                  <a:lnTo>
                    <a:pt x="15006" y="701"/>
                  </a:lnTo>
                  <a:lnTo>
                    <a:pt x="15283" y="3356"/>
                  </a:lnTo>
                  <a:lnTo>
                    <a:pt x="0" y="4970"/>
                  </a:lnTo>
                  <a:lnTo>
                    <a:pt x="22009" y="2655"/>
                  </a:lnTo>
                  <a:lnTo>
                    <a:pt x="21710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4" name="object 1724"/>
            <p:cNvSpPr/>
            <p:nvPr/>
          </p:nvSpPr>
          <p:spPr>
            <a:xfrm>
              <a:off x="6070337" y="7195648"/>
              <a:ext cx="15875" cy="6985"/>
            </a:xfrm>
            <a:custGeom>
              <a:avLst/>
              <a:gdLst/>
              <a:ahLst/>
              <a:cxnLst/>
              <a:rect l="l" t="t" r="r" b="b"/>
              <a:pathLst>
                <a:path w="15875" h="6984">
                  <a:moveTo>
                    <a:pt x="15283" y="0"/>
                  </a:moveTo>
                  <a:lnTo>
                    <a:pt x="0" y="1615"/>
                  </a:lnTo>
                  <a:lnTo>
                    <a:pt x="553" y="6904"/>
                  </a:lnTo>
                  <a:lnTo>
                    <a:pt x="15836" y="5290"/>
                  </a:lnTo>
                  <a:lnTo>
                    <a:pt x="15283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5" name="object 1725"/>
            <p:cNvSpPr/>
            <p:nvPr/>
          </p:nvSpPr>
          <p:spPr>
            <a:xfrm>
              <a:off x="6128850" y="7190657"/>
              <a:ext cx="7620" cy="3175"/>
            </a:xfrm>
            <a:custGeom>
              <a:avLst/>
              <a:gdLst/>
              <a:ahLst/>
              <a:cxnLst/>
              <a:rect l="l" t="t" r="r" b="b"/>
              <a:pathLst>
                <a:path w="7620" h="3175">
                  <a:moveTo>
                    <a:pt x="4193" y="0"/>
                  </a:moveTo>
                  <a:lnTo>
                    <a:pt x="0" y="445"/>
                  </a:lnTo>
                  <a:lnTo>
                    <a:pt x="276" y="3079"/>
                  </a:lnTo>
                  <a:lnTo>
                    <a:pt x="7301" y="2336"/>
                  </a:lnTo>
                  <a:lnTo>
                    <a:pt x="4193" y="0"/>
                  </a:lnTo>
                  <a:close/>
                </a:path>
              </a:pathLst>
            </a:custGeom>
            <a:solidFill>
              <a:srgbClr val="746D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6" name="object 1726"/>
            <p:cNvSpPr/>
            <p:nvPr/>
          </p:nvSpPr>
          <p:spPr>
            <a:xfrm>
              <a:off x="6114887" y="7192994"/>
              <a:ext cx="22225" cy="5080"/>
            </a:xfrm>
            <a:custGeom>
              <a:avLst/>
              <a:gdLst/>
              <a:ahLst/>
              <a:cxnLst/>
              <a:rect l="l" t="t" r="r" b="b"/>
              <a:pathLst>
                <a:path w="22225" h="5079">
                  <a:moveTo>
                    <a:pt x="21263" y="0"/>
                  </a:moveTo>
                  <a:lnTo>
                    <a:pt x="14239" y="742"/>
                  </a:lnTo>
                  <a:lnTo>
                    <a:pt x="14516" y="3376"/>
                  </a:lnTo>
                  <a:lnTo>
                    <a:pt x="0" y="4907"/>
                  </a:lnTo>
                  <a:lnTo>
                    <a:pt x="21986" y="2590"/>
                  </a:lnTo>
                  <a:lnTo>
                    <a:pt x="21752" y="360"/>
                  </a:lnTo>
                  <a:lnTo>
                    <a:pt x="21263" y="0"/>
                  </a:lnTo>
                  <a:close/>
                </a:path>
              </a:pathLst>
            </a:custGeom>
            <a:solidFill>
              <a:srgbClr val="79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7" name="object 1727"/>
            <p:cNvSpPr/>
            <p:nvPr/>
          </p:nvSpPr>
          <p:spPr>
            <a:xfrm>
              <a:off x="6114333" y="7191103"/>
              <a:ext cx="15240" cy="6985"/>
            </a:xfrm>
            <a:custGeom>
              <a:avLst/>
              <a:gdLst/>
              <a:ahLst/>
              <a:cxnLst/>
              <a:rect l="l" t="t" r="r" b="b"/>
              <a:pathLst>
                <a:path w="15239" h="6984">
                  <a:moveTo>
                    <a:pt x="14516" y="0"/>
                  </a:moveTo>
                  <a:lnTo>
                    <a:pt x="0" y="1529"/>
                  </a:lnTo>
                  <a:lnTo>
                    <a:pt x="553" y="6798"/>
                  </a:lnTo>
                  <a:lnTo>
                    <a:pt x="15069" y="5267"/>
                  </a:lnTo>
                  <a:lnTo>
                    <a:pt x="14516" y="0"/>
                  </a:lnTo>
                  <a:close/>
                </a:path>
              </a:pathLst>
            </a:custGeom>
            <a:solidFill>
              <a:srgbClr val="7770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8" name="object 1728"/>
            <p:cNvSpPr/>
            <p:nvPr/>
          </p:nvSpPr>
          <p:spPr>
            <a:xfrm>
              <a:off x="5866001" y="725736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2745" y="0"/>
                  </a:moveTo>
                  <a:lnTo>
                    <a:pt x="0" y="297"/>
                  </a:lnTo>
                  <a:lnTo>
                    <a:pt x="0" y="2974"/>
                  </a:lnTo>
                  <a:lnTo>
                    <a:pt x="3022" y="2655"/>
                  </a:lnTo>
                  <a:lnTo>
                    <a:pt x="2745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9" name="object 1729"/>
            <p:cNvSpPr/>
            <p:nvPr/>
          </p:nvSpPr>
          <p:spPr>
            <a:xfrm>
              <a:off x="5866001" y="725472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2470" y="0"/>
                  </a:moveTo>
                  <a:lnTo>
                    <a:pt x="0" y="275"/>
                  </a:lnTo>
                  <a:lnTo>
                    <a:pt x="0" y="2931"/>
                  </a:lnTo>
                  <a:lnTo>
                    <a:pt x="2745" y="2633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0" name="object 1730"/>
            <p:cNvSpPr/>
            <p:nvPr/>
          </p:nvSpPr>
          <p:spPr>
            <a:xfrm>
              <a:off x="5890629" y="7252816"/>
              <a:ext cx="22225" cy="5080"/>
            </a:xfrm>
            <a:custGeom>
              <a:avLst/>
              <a:gdLst/>
              <a:ahLst/>
              <a:cxnLst/>
              <a:rect l="l" t="t" r="r" b="b"/>
              <a:pathLst>
                <a:path w="22225" h="5079">
                  <a:moveTo>
                    <a:pt x="21348" y="0"/>
                  </a:moveTo>
                  <a:lnTo>
                    <a:pt x="15643" y="594"/>
                  </a:lnTo>
                  <a:lnTo>
                    <a:pt x="15920" y="3249"/>
                  </a:lnTo>
                  <a:lnTo>
                    <a:pt x="0" y="4927"/>
                  </a:lnTo>
                  <a:lnTo>
                    <a:pt x="21624" y="2633"/>
                  </a:lnTo>
                  <a:lnTo>
                    <a:pt x="21348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1" name="object 1731"/>
            <p:cNvSpPr/>
            <p:nvPr/>
          </p:nvSpPr>
          <p:spPr>
            <a:xfrm>
              <a:off x="5905996" y="7250181"/>
              <a:ext cx="6350" cy="3810"/>
            </a:xfrm>
            <a:custGeom>
              <a:avLst/>
              <a:gdLst/>
              <a:ahLst/>
              <a:cxnLst/>
              <a:rect l="l" t="t" r="r" b="b"/>
              <a:pathLst>
                <a:path w="6350" h="3809">
                  <a:moveTo>
                    <a:pt x="5683" y="0"/>
                  </a:moveTo>
                  <a:lnTo>
                    <a:pt x="0" y="595"/>
                  </a:lnTo>
                  <a:lnTo>
                    <a:pt x="276" y="3229"/>
                  </a:lnTo>
                  <a:lnTo>
                    <a:pt x="5981" y="2635"/>
                  </a:lnTo>
                  <a:lnTo>
                    <a:pt x="5683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2" name="object 1732"/>
            <p:cNvSpPr/>
            <p:nvPr/>
          </p:nvSpPr>
          <p:spPr>
            <a:xfrm>
              <a:off x="5890075" y="7250776"/>
              <a:ext cx="16510" cy="6985"/>
            </a:xfrm>
            <a:custGeom>
              <a:avLst/>
              <a:gdLst/>
              <a:ahLst/>
              <a:cxnLst/>
              <a:rect l="l" t="t" r="r" b="b"/>
              <a:pathLst>
                <a:path w="16510" h="6984">
                  <a:moveTo>
                    <a:pt x="15920" y="0"/>
                  </a:moveTo>
                  <a:lnTo>
                    <a:pt x="0" y="1677"/>
                  </a:lnTo>
                  <a:lnTo>
                    <a:pt x="553" y="6967"/>
                  </a:lnTo>
                  <a:lnTo>
                    <a:pt x="16474" y="5289"/>
                  </a:lnTo>
                  <a:lnTo>
                    <a:pt x="15920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3" name="object 1733"/>
            <p:cNvSpPr/>
            <p:nvPr/>
          </p:nvSpPr>
          <p:spPr>
            <a:xfrm>
              <a:off x="5933859" y="7248248"/>
              <a:ext cx="22225" cy="5080"/>
            </a:xfrm>
            <a:custGeom>
              <a:avLst/>
              <a:gdLst/>
              <a:ahLst/>
              <a:cxnLst/>
              <a:rect l="l" t="t" r="r" b="b"/>
              <a:pathLst>
                <a:path w="22225" h="5079">
                  <a:moveTo>
                    <a:pt x="21327" y="0"/>
                  </a:moveTo>
                  <a:lnTo>
                    <a:pt x="16389" y="530"/>
                  </a:lnTo>
                  <a:lnTo>
                    <a:pt x="16666" y="3166"/>
                  </a:lnTo>
                  <a:lnTo>
                    <a:pt x="0" y="4928"/>
                  </a:lnTo>
                  <a:lnTo>
                    <a:pt x="21603" y="2655"/>
                  </a:lnTo>
                  <a:lnTo>
                    <a:pt x="21327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4" name="object 1734"/>
            <p:cNvSpPr/>
            <p:nvPr/>
          </p:nvSpPr>
          <p:spPr>
            <a:xfrm>
              <a:off x="5949971" y="7245614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4" h="3175">
                  <a:moveTo>
                    <a:pt x="4937" y="0"/>
                  </a:moveTo>
                  <a:lnTo>
                    <a:pt x="0" y="530"/>
                  </a:lnTo>
                  <a:lnTo>
                    <a:pt x="276" y="3164"/>
                  </a:lnTo>
                  <a:lnTo>
                    <a:pt x="5214" y="2633"/>
                  </a:lnTo>
                  <a:lnTo>
                    <a:pt x="4937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5" name="object 1735"/>
            <p:cNvSpPr/>
            <p:nvPr/>
          </p:nvSpPr>
          <p:spPr>
            <a:xfrm>
              <a:off x="5933305" y="7246145"/>
              <a:ext cx="17780" cy="7620"/>
            </a:xfrm>
            <a:custGeom>
              <a:avLst/>
              <a:gdLst/>
              <a:ahLst/>
              <a:cxnLst/>
              <a:rect l="l" t="t" r="r" b="b"/>
              <a:pathLst>
                <a:path w="17779" h="7620">
                  <a:moveTo>
                    <a:pt x="16666" y="0"/>
                  </a:moveTo>
                  <a:lnTo>
                    <a:pt x="0" y="1764"/>
                  </a:lnTo>
                  <a:lnTo>
                    <a:pt x="553" y="7031"/>
                  </a:lnTo>
                  <a:lnTo>
                    <a:pt x="17219" y="5269"/>
                  </a:lnTo>
                  <a:lnTo>
                    <a:pt x="16666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6" name="object 1736"/>
            <p:cNvSpPr/>
            <p:nvPr/>
          </p:nvSpPr>
          <p:spPr>
            <a:xfrm>
              <a:off x="5977088" y="7243703"/>
              <a:ext cx="22225" cy="5080"/>
            </a:xfrm>
            <a:custGeom>
              <a:avLst/>
              <a:gdLst/>
              <a:ahLst/>
              <a:cxnLst/>
              <a:rect l="l" t="t" r="r" b="b"/>
              <a:pathLst>
                <a:path w="22225" h="5079">
                  <a:moveTo>
                    <a:pt x="21327" y="0"/>
                  </a:moveTo>
                  <a:lnTo>
                    <a:pt x="17155" y="424"/>
                  </a:lnTo>
                  <a:lnTo>
                    <a:pt x="17432" y="3079"/>
                  </a:lnTo>
                  <a:lnTo>
                    <a:pt x="0" y="4927"/>
                  </a:lnTo>
                  <a:lnTo>
                    <a:pt x="21603" y="2633"/>
                  </a:lnTo>
                  <a:lnTo>
                    <a:pt x="21327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7" name="object 1737"/>
            <p:cNvSpPr/>
            <p:nvPr/>
          </p:nvSpPr>
          <p:spPr>
            <a:xfrm>
              <a:off x="5993945" y="7241067"/>
              <a:ext cx="5080" cy="3175"/>
            </a:xfrm>
            <a:custGeom>
              <a:avLst/>
              <a:gdLst/>
              <a:ahLst/>
              <a:cxnLst/>
              <a:rect l="l" t="t" r="r" b="b"/>
              <a:pathLst>
                <a:path w="5079" h="3175">
                  <a:moveTo>
                    <a:pt x="4193" y="0"/>
                  </a:moveTo>
                  <a:lnTo>
                    <a:pt x="0" y="425"/>
                  </a:lnTo>
                  <a:lnTo>
                    <a:pt x="298" y="3059"/>
                  </a:lnTo>
                  <a:lnTo>
                    <a:pt x="4470" y="2613"/>
                  </a:lnTo>
                  <a:lnTo>
                    <a:pt x="4193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8" name="object 1738"/>
            <p:cNvSpPr/>
            <p:nvPr/>
          </p:nvSpPr>
          <p:spPr>
            <a:xfrm>
              <a:off x="5976534" y="7241493"/>
              <a:ext cx="18415" cy="7620"/>
            </a:xfrm>
            <a:custGeom>
              <a:avLst/>
              <a:gdLst/>
              <a:ahLst/>
              <a:cxnLst/>
              <a:rect l="l" t="t" r="r" b="b"/>
              <a:pathLst>
                <a:path w="18414" h="7620">
                  <a:moveTo>
                    <a:pt x="17410" y="0"/>
                  </a:moveTo>
                  <a:lnTo>
                    <a:pt x="0" y="1847"/>
                  </a:lnTo>
                  <a:lnTo>
                    <a:pt x="553" y="7117"/>
                  </a:lnTo>
                  <a:lnTo>
                    <a:pt x="17985" y="5289"/>
                  </a:lnTo>
                  <a:lnTo>
                    <a:pt x="17410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9" name="object 1739"/>
            <p:cNvSpPr/>
            <p:nvPr/>
          </p:nvSpPr>
          <p:spPr>
            <a:xfrm>
              <a:off x="6020296" y="7239134"/>
              <a:ext cx="22225" cy="5080"/>
            </a:xfrm>
            <a:custGeom>
              <a:avLst/>
              <a:gdLst/>
              <a:ahLst/>
              <a:cxnLst/>
              <a:rect l="l" t="t" r="r" b="b"/>
              <a:pathLst>
                <a:path w="22225" h="5079">
                  <a:moveTo>
                    <a:pt x="21348" y="0"/>
                  </a:moveTo>
                  <a:lnTo>
                    <a:pt x="17922" y="361"/>
                  </a:lnTo>
                  <a:lnTo>
                    <a:pt x="18199" y="2995"/>
                  </a:lnTo>
                  <a:lnTo>
                    <a:pt x="0" y="4928"/>
                  </a:lnTo>
                  <a:lnTo>
                    <a:pt x="21625" y="2655"/>
                  </a:lnTo>
                  <a:lnTo>
                    <a:pt x="21348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0" name="object 1740"/>
            <p:cNvSpPr/>
            <p:nvPr/>
          </p:nvSpPr>
          <p:spPr>
            <a:xfrm>
              <a:off x="6037942" y="7236500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426" y="0"/>
                  </a:moveTo>
                  <a:lnTo>
                    <a:pt x="0" y="360"/>
                  </a:lnTo>
                  <a:lnTo>
                    <a:pt x="276" y="2995"/>
                  </a:lnTo>
                  <a:lnTo>
                    <a:pt x="3703" y="263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1" name="object 1741"/>
            <p:cNvSpPr/>
            <p:nvPr/>
          </p:nvSpPr>
          <p:spPr>
            <a:xfrm>
              <a:off x="6019742" y="7236861"/>
              <a:ext cx="19050" cy="7620"/>
            </a:xfrm>
            <a:custGeom>
              <a:avLst/>
              <a:gdLst/>
              <a:ahLst/>
              <a:cxnLst/>
              <a:rect l="l" t="t" r="r" b="b"/>
              <a:pathLst>
                <a:path w="19050" h="7620">
                  <a:moveTo>
                    <a:pt x="18199" y="0"/>
                  </a:moveTo>
                  <a:lnTo>
                    <a:pt x="0" y="1912"/>
                  </a:lnTo>
                  <a:lnTo>
                    <a:pt x="553" y="7202"/>
                  </a:lnTo>
                  <a:lnTo>
                    <a:pt x="18752" y="5269"/>
                  </a:lnTo>
                  <a:lnTo>
                    <a:pt x="18199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2" name="object 1742"/>
            <p:cNvSpPr/>
            <p:nvPr/>
          </p:nvSpPr>
          <p:spPr>
            <a:xfrm>
              <a:off x="6063526" y="7234589"/>
              <a:ext cx="22225" cy="5080"/>
            </a:xfrm>
            <a:custGeom>
              <a:avLst/>
              <a:gdLst/>
              <a:ahLst/>
              <a:cxnLst/>
              <a:rect l="l" t="t" r="r" b="b"/>
              <a:pathLst>
                <a:path w="22225" h="5079">
                  <a:moveTo>
                    <a:pt x="21327" y="0"/>
                  </a:moveTo>
                  <a:lnTo>
                    <a:pt x="18688" y="254"/>
                  </a:lnTo>
                  <a:lnTo>
                    <a:pt x="18964" y="2909"/>
                  </a:lnTo>
                  <a:lnTo>
                    <a:pt x="0" y="4907"/>
                  </a:lnTo>
                  <a:lnTo>
                    <a:pt x="21625" y="2633"/>
                  </a:lnTo>
                  <a:lnTo>
                    <a:pt x="21327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3" name="object 1743"/>
            <p:cNvSpPr/>
            <p:nvPr/>
          </p:nvSpPr>
          <p:spPr>
            <a:xfrm>
              <a:off x="6081937" y="723193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2640" y="0"/>
                  </a:moveTo>
                  <a:lnTo>
                    <a:pt x="0" y="297"/>
                  </a:lnTo>
                  <a:lnTo>
                    <a:pt x="276" y="2909"/>
                  </a:lnTo>
                  <a:lnTo>
                    <a:pt x="2915" y="2633"/>
                  </a:lnTo>
                  <a:lnTo>
                    <a:pt x="2640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4" name="object 1744"/>
            <p:cNvSpPr/>
            <p:nvPr/>
          </p:nvSpPr>
          <p:spPr>
            <a:xfrm>
              <a:off x="6062972" y="7232231"/>
              <a:ext cx="19685" cy="7620"/>
            </a:xfrm>
            <a:custGeom>
              <a:avLst/>
              <a:gdLst/>
              <a:ahLst/>
              <a:cxnLst/>
              <a:rect l="l" t="t" r="r" b="b"/>
              <a:pathLst>
                <a:path w="19685" h="7620">
                  <a:moveTo>
                    <a:pt x="18964" y="0"/>
                  </a:moveTo>
                  <a:lnTo>
                    <a:pt x="0" y="1996"/>
                  </a:lnTo>
                  <a:lnTo>
                    <a:pt x="553" y="7265"/>
                  </a:lnTo>
                  <a:lnTo>
                    <a:pt x="19518" y="5267"/>
                  </a:lnTo>
                  <a:lnTo>
                    <a:pt x="18964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5" name="object 1745"/>
            <p:cNvSpPr/>
            <p:nvPr/>
          </p:nvSpPr>
          <p:spPr>
            <a:xfrm>
              <a:off x="6106755" y="7230021"/>
              <a:ext cx="22225" cy="5080"/>
            </a:xfrm>
            <a:custGeom>
              <a:avLst/>
              <a:gdLst/>
              <a:ahLst/>
              <a:cxnLst/>
              <a:rect l="l" t="t" r="r" b="b"/>
              <a:pathLst>
                <a:path w="22225" h="5079">
                  <a:moveTo>
                    <a:pt x="21328" y="0"/>
                  </a:moveTo>
                  <a:lnTo>
                    <a:pt x="19433" y="191"/>
                  </a:lnTo>
                  <a:lnTo>
                    <a:pt x="19710" y="2847"/>
                  </a:lnTo>
                  <a:lnTo>
                    <a:pt x="0" y="4928"/>
                  </a:lnTo>
                  <a:lnTo>
                    <a:pt x="21603" y="2633"/>
                  </a:lnTo>
                  <a:lnTo>
                    <a:pt x="21328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6" name="object 1746"/>
            <p:cNvSpPr/>
            <p:nvPr/>
          </p:nvSpPr>
          <p:spPr>
            <a:xfrm>
              <a:off x="6125912" y="7227387"/>
              <a:ext cx="2540" cy="3175"/>
            </a:xfrm>
            <a:custGeom>
              <a:avLst/>
              <a:gdLst/>
              <a:ahLst/>
              <a:cxnLst/>
              <a:rect l="l" t="t" r="r" b="b"/>
              <a:pathLst>
                <a:path w="2539" h="3175">
                  <a:moveTo>
                    <a:pt x="1894" y="0"/>
                  </a:moveTo>
                  <a:lnTo>
                    <a:pt x="0" y="191"/>
                  </a:lnTo>
                  <a:lnTo>
                    <a:pt x="276" y="2825"/>
                  </a:lnTo>
                  <a:lnTo>
                    <a:pt x="2171" y="2633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7" name="object 1747"/>
            <p:cNvSpPr/>
            <p:nvPr/>
          </p:nvSpPr>
          <p:spPr>
            <a:xfrm>
              <a:off x="6106203" y="7227578"/>
              <a:ext cx="20320" cy="7620"/>
            </a:xfrm>
            <a:custGeom>
              <a:avLst/>
              <a:gdLst/>
              <a:ahLst/>
              <a:cxnLst/>
              <a:rect l="l" t="t" r="r" b="b"/>
              <a:pathLst>
                <a:path w="20320" h="7620">
                  <a:moveTo>
                    <a:pt x="19709" y="0"/>
                  </a:moveTo>
                  <a:lnTo>
                    <a:pt x="0" y="2081"/>
                  </a:lnTo>
                  <a:lnTo>
                    <a:pt x="552" y="7371"/>
                  </a:lnTo>
                  <a:lnTo>
                    <a:pt x="20262" y="5289"/>
                  </a:lnTo>
                  <a:lnTo>
                    <a:pt x="19709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8" name="object 1748"/>
            <p:cNvSpPr/>
            <p:nvPr/>
          </p:nvSpPr>
          <p:spPr>
            <a:xfrm>
              <a:off x="6170184" y="7225454"/>
              <a:ext cx="1905" cy="3175"/>
            </a:xfrm>
            <a:custGeom>
              <a:avLst/>
              <a:gdLst/>
              <a:ahLst/>
              <a:cxnLst/>
              <a:rect l="l" t="t" r="r" b="b"/>
              <a:pathLst>
                <a:path w="1904" h="3175">
                  <a:moveTo>
                    <a:pt x="1129" y="0"/>
                  </a:moveTo>
                  <a:lnTo>
                    <a:pt x="0" y="126"/>
                  </a:lnTo>
                  <a:lnTo>
                    <a:pt x="276" y="2760"/>
                  </a:lnTo>
                  <a:lnTo>
                    <a:pt x="1405" y="2655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rgbClr val="82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9" name="object 1749"/>
            <p:cNvSpPr/>
            <p:nvPr/>
          </p:nvSpPr>
          <p:spPr>
            <a:xfrm>
              <a:off x="6153136" y="7222820"/>
              <a:ext cx="18415" cy="3175"/>
            </a:xfrm>
            <a:custGeom>
              <a:avLst/>
              <a:gdLst/>
              <a:ahLst/>
              <a:cxnLst/>
              <a:rect l="l" t="t" r="r" b="b"/>
              <a:pathLst>
                <a:path w="18414" h="3175">
                  <a:moveTo>
                    <a:pt x="17900" y="0"/>
                  </a:moveTo>
                  <a:lnTo>
                    <a:pt x="0" y="1889"/>
                  </a:lnTo>
                  <a:lnTo>
                    <a:pt x="16751" y="126"/>
                  </a:lnTo>
                  <a:lnTo>
                    <a:pt x="17048" y="2760"/>
                  </a:lnTo>
                  <a:lnTo>
                    <a:pt x="18177" y="2633"/>
                  </a:lnTo>
                  <a:lnTo>
                    <a:pt x="17900" y="0"/>
                  </a:lnTo>
                  <a:close/>
                </a:path>
              </a:pathLst>
            </a:custGeom>
            <a:solidFill>
              <a:srgbClr val="7D7F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0" name="object 1750"/>
            <p:cNvSpPr/>
            <p:nvPr/>
          </p:nvSpPr>
          <p:spPr>
            <a:xfrm>
              <a:off x="6149411" y="7222947"/>
              <a:ext cx="21590" cy="7620"/>
            </a:xfrm>
            <a:custGeom>
              <a:avLst/>
              <a:gdLst/>
              <a:ahLst/>
              <a:cxnLst/>
              <a:rect l="l" t="t" r="r" b="b"/>
              <a:pathLst>
                <a:path w="21589" h="7620">
                  <a:moveTo>
                    <a:pt x="20476" y="0"/>
                  </a:moveTo>
                  <a:lnTo>
                    <a:pt x="0" y="2145"/>
                  </a:lnTo>
                  <a:lnTo>
                    <a:pt x="574" y="7435"/>
                  </a:lnTo>
                  <a:lnTo>
                    <a:pt x="21050" y="5267"/>
                  </a:lnTo>
                  <a:lnTo>
                    <a:pt x="20476" y="0"/>
                  </a:lnTo>
                  <a:close/>
                </a:path>
              </a:pathLst>
            </a:custGeom>
            <a:solidFill>
              <a:srgbClr val="8182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1" name="object 1751"/>
            <p:cNvSpPr/>
            <p:nvPr/>
          </p:nvSpPr>
          <p:spPr>
            <a:xfrm>
              <a:off x="5865959" y="7142264"/>
              <a:ext cx="203200" cy="21590"/>
            </a:xfrm>
            <a:custGeom>
              <a:avLst/>
              <a:gdLst/>
              <a:ahLst/>
              <a:cxnLst/>
              <a:rect l="l" t="t" r="r" b="b"/>
              <a:pathLst>
                <a:path w="203200" h="21590">
                  <a:moveTo>
                    <a:pt x="202738" y="0"/>
                  </a:moveTo>
                  <a:lnTo>
                    <a:pt x="0" y="21391"/>
                  </a:lnTo>
                  <a:lnTo>
                    <a:pt x="202738" y="0"/>
                  </a:lnTo>
                  <a:close/>
                </a:path>
              </a:pathLst>
            </a:custGeom>
            <a:solidFill>
              <a:srgbClr val="656F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2" name="object 1752"/>
            <p:cNvSpPr/>
            <p:nvPr/>
          </p:nvSpPr>
          <p:spPr>
            <a:xfrm>
              <a:off x="6178336" y="7224710"/>
              <a:ext cx="156845" cy="118110"/>
            </a:xfrm>
            <a:custGeom>
              <a:avLst/>
              <a:gdLst/>
              <a:ahLst/>
              <a:cxnLst/>
              <a:rect l="l" t="t" r="r" b="b"/>
              <a:pathLst>
                <a:path w="156845" h="118109">
                  <a:moveTo>
                    <a:pt x="0" y="0"/>
                  </a:moveTo>
                  <a:lnTo>
                    <a:pt x="156551" y="117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92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3" name="object 1753"/>
            <p:cNvSpPr/>
            <p:nvPr/>
          </p:nvSpPr>
          <p:spPr>
            <a:xfrm>
              <a:off x="6178316" y="7224710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0" y="0"/>
                  </a:lnTo>
                </a:path>
              </a:pathLst>
            </a:custGeom>
            <a:solidFill>
              <a:srgbClr val="697D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4" name="object 1754"/>
            <p:cNvSpPr/>
            <p:nvPr/>
          </p:nvSpPr>
          <p:spPr>
            <a:xfrm>
              <a:off x="6068720" y="7142264"/>
              <a:ext cx="64769" cy="48895"/>
            </a:xfrm>
            <a:custGeom>
              <a:avLst/>
              <a:gdLst/>
              <a:ahLst/>
              <a:cxnLst/>
              <a:rect l="l" t="t" r="r" b="b"/>
              <a:pathLst>
                <a:path w="64770" h="48895">
                  <a:moveTo>
                    <a:pt x="0" y="0"/>
                  </a:moveTo>
                  <a:lnTo>
                    <a:pt x="64322" y="48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6F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5" name="object 1755"/>
            <p:cNvSpPr/>
            <p:nvPr/>
          </p:nvSpPr>
          <p:spPr>
            <a:xfrm>
              <a:off x="6136639" y="7193355"/>
              <a:ext cx="41910" cy="31750"/>
            </a:xfrm>
            <a:custGeom>
              <a:avLst/>
              <a:gdLst/>
              <a:ahLst/>
              <a:cxnLst/>
              <a:rect l="l" t="t" r="r" b="b"/>
              <a:pathLst>
                <a:path w="41910" h="31750">
                  <a:moveTo>
                    <a:pt x="0" y="0"/>
                  </a:moveTo>
                  <a:lnTo>
                    <a:pt x="41676" y="313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71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6" name="object 1756"/>
            <p:cNvSpPr/>
            <p:nvPr/>
          </p:nvSpPr>
          <p:spPr>
            <a:xfrm>
              <a:off x="6133043" y="7190657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3107" y="2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A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7" name="object 1757"/>
            <p:cNvSpPr/>
            <p:nvPr/>
          </p:nvSpPr>
          <p:spPr>
            <a:xfrm>
              <a:off x="6136151" y="719299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0" y="0"/>
                  </a:moveTo>
                  <a:lnTo>
                    <a:pt x="488" y="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73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8" name="object 1758"/>
            <p:cNvSpPr/>
            <p:nvPr/>
          </p:nvSpPr>
          <p:spPr>
            <a:xfrm>
              <a:off x="6068698" y="7142264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B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9" name="object 1759"/>
            <p:cNvSpPr/>
            <p:nvPr/>
          </p:nvSpPr>
          <p:spPr>
            <a:xfrm>
              <a:off x="5865959" y="7137123"/>
              <a:ext cx="201295" cy="21590"/>
            </a:xfrm>
            <a:custGeom>
              <a:avLst/>
              <a:gdLst/>
              <a:ahLst/>
              <a:cxnLst/>
              <a:rect l="l" t="t" r="r" b="b"/>
              <a:pathLst>
                <a:path w="201295" h="21590">
                  <a:moveTo>
                    <a:pt x="200844" y="0"/>
                  </a:moveTo>
                  <a:lnTo>
                    <a:pt x="0" y="21201"/>
                  </a:lnTo>
                  <a:lnTo>
                    <a:pt x="200844" y="0"/>
                  </a:lnTo>
                  <a:close/>
                </a:path>
              </a:pathLst>
            </a:custGeom>
            <a:solidFill>
              <a:srgbClr val="6167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0" name="object 1760"/>
            <p:cNvSpPr/>
            <p:nvPr/>
          </p:nvSpPr>
          <p:spPr>
            <a:xfrm>
              <a:off x="5865959" y="7137123"/>
              <a:ext cx="203200" cy="26670"/>
            </a:xfrm>
            <a:custGeom>
              <a:avLst/>
              <a:gdLst/>
              <a:ahLst/>
              <a:cxnLst/>
              <a:rect l="l" t="t" r="r" b="b"/>
              <a:pathLst>
                <a:path w="203200" h="26670">
                  <a:moveTo>
                    <a:pt x="200844" y="0"/>
                  </a:moveTo>
                  <a:lnTo>
                    <a:pt x="0" y="21201"/>
                  </a:lnTo>
                  <a:lnTo>
                    <a:pt x="0" y="26532"/>
                  </a:lnTo>
                  <a:lnTo>
                    <a:pt x="202738" y="5140"/>
                  </a:lnTo>
                  <a:lnTo>
                    <a:pt x="200844" y="3717"/>
                  </a:lnTo>
                  <a:lnTo>
                    <a:pt x="200844" y="0"/>
                  </a:lnTo>
                  <a:close/>
                </a:path>
              </a:pathLst>
            </a:custGeom>
            <a:solidFill>
              <a:srgbClr val="6462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1" name="object 1761"/>
            <p:cNvSpPr/>
            <p:nvPr/>
          </p:nvSpPr>
          <p:spPr>
            <a:xfrm>
              <a:off x="6186084" y="7223903"/>
              <a:ext cx="153670" cy="115570"/>
            </a:xfrm>
            <a:custGeom>
              <a:avLst/>
              <a:gdLst/>
              <a:ahLst/>
              <a:cxnLst/>
              <a:rect l="l" t="t" r="r" b="b"/>
              <a:pathLst>
                <a:path w="153670" h="115570">
                  <a:moveTo>
                    <a:pt x="0" y="0"/>
                  </a:moveTo>
                  <a:lnTo>
                    <a:pt x="153145" y="1151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0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2" name="object 1762"/>
            <p:cNvSpPr/>
            <p:nvPr/>
          </p:nvSpPr>
          <p:spPr>
            <a:xfrm>
              <a:off x="6072125" y="7138185"/>
              <a:ext cx="72390" cy="53975"/>
            </a:xfrm>
            <a:custGeom>
              <a:avLst/>
              <a:gdLst/>
              <a:ahLst/>
              <a:cxnLst/>
              <a:rect l="l" t="t" r="r" b="b"/>
              <a:pathLst>
                <a:path w="72389" h="53975">
                  <a:moveTo>
                    <a:pt x="0" y="0"/>
                  </a:moveTo>
                  <a:lnTo>
                    <a:pt x="71772" y="53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6E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3" name="object 1763"/>
            <p:cNvSpPr/>
            <p:nvPr/>
          </p:nvSpPr>
          <p:spPr>
            <a:xfrm>
              <a:off x="6143897" y="7192186"/>
              <a:ext cx="42545" cy="31750"/>
            </a:xfrm>
            <a:custGeom>
              <a:avLst/>
              <a:gdLst/>
              <a:ahLst/>
              <a:cxnLst/>
              <a:rect l="l" t="t" r="r" b="b"/>
              <a:pathLst>
                <a:path w="42545" h="31750">
                  <a:moveTo>
                    <a:pt x="0" y="0"/>
                  </a:moveTo>
                  <a:lnTo>
                    <a:pt x="42165" y="317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6F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4" name="object 1764"/>
            <p:cNvSpPr/>
            <p:nvPr/>
          </p:nvSpPr>
          <p:spPr>
            <a:xfrm>
              <a:off x="6178336" y="7223903"/>
              <a:ext cx="161290" cy="118745"/>
            </a:xfrm>
            <a:custGeom>
              <a:avLst/>
              <a:gdLst/>
              <a:ahLst/>
              <a:cxnLst/>
              <a:rect l="l" t="t" r="r" b="b"/>
              <a:pathLst>
                <a:path w="161289" h="118745">
                  <a:moveTo>
                    <a:pt x="7748" y="0"/>
                  </a:moveTo>
                  <a:lnTo>
                    <a:pt x="0" y="806"/>
                  </a:lnTo>
                  <a:lnTo>
                    <a:pt x="156551" y="118560"/>
                  </a:lnTo>
                  <a:lnTo>
                    <a:pt x="160893" y="118113"/>
                  </a:lnTo>
                  <a:lnTo>
                    <a:pt x="160893" y="115182"/>
                  </a:lnTo>
                  <a:lnTo>
                    <a:pt x="7748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5" name="object 1765"/>
            <p:cNvSpPr/>
            <p:nvPr/>
          </p:nvSpPr>
          <p:spPr>
            <a:xfrm>
              <a:off x="6068720" y="7138185"/>
              <a:ext cx="75565" cy="55244"/>
            </a:xfrm>
            <a:custGeom>
              <a:avLst/>
              <a:gdLst/>
              <a:ahLst/>
              <a:cxnLst/>
              <a:rect l="l" t="t" r="r" b="b"/>
              <a:pathLst>
                <a:path w="75564" h="55245">
                  <a:moveTo>
                    <a:pt x="3404" y="0"/>
                  </a:moveTo>
                  <a:lnTo>
                    <a:pt x="3404" y="3717"/>
                  </a:lnTo>
                  <a:lnTo>
                    <a:pt x="0" y="4079"/>
                  </a:lnTo>
                  <a:lnTo>
                    <a:pt x="64322" y="52472"/>
                  </a:lnTo>
                  <a:lnTo>
                    <a:pt x="67600" y="52132"/>
                  </a:lnTo>
                  <a:lnTo>
                    <a:pt x="67876" y="54766"/>
                  </a:lnTo>
                  <a:lnTo>
                    <a:pt x="75177" y="53980"/>
                  </a:lnTo>
                  <a:lnTo>
                    <a:pt x="3404" y="0"/>
                  </a:lnTo>
                  <a:close/>
                </a:path>
              </a:pathLst>
            </a:custGeom>
            <a:solidFill>
              <a:srgbClr val="6462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6" name="object 1766"/>
            <p:cNvSpPr/>
            <p:nvPr/>
          </p:nvSpPr>
          <p:spPr>
            <a:xfrm>
              <a:off x="6136596" y="7192186"/>
              <a:ext cx="49530" cy="33020"/>
            </a:xfrm>
            <a:custGeom>
              <a:avLst/>
              <a:gdLst/>
              <a:ahLst/>
              <a:cxnLst/>
              <a:rect l="l" t="t" r="r" b="b"/>
              <a:pathLst>
                <a:path w="49529" h="33020">
                  <a:moveTo>
                    <a:pt x="7301" y="0"/>
                  </a:moveTo>
                  <a:lnTo>
                    <a:pt x="0" y="764"/>
                  </a:lnTo>
                  <a:lnTo>
                    <a:pt x="43" y="1168"/>
                  </a:lnTo>
                  <a:lnTo>
                    <a:pt x="41719" y="32523"/>
                  </a:lnTo>
                  <a:lnTo>
                    <a:pt x="49466" y="31716"/>
                  </a:lnTo>
                  <a:lnTo>
                    <a:pt x="7301" y="0"/>
                  </a:lnTo>
                  <a:close/>
                </a:path>
              </a:pathLst>
            </a:custGeom>
            <a:solidFill>
              <a:srgbClr val="6564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7" name="object 1767"/>
            <p:cNvSpPr/>
            <p:nvPr/>
          </p:nvSpPr>
          <p:spPr>
            <a:xfrm>
              <a:off x="6133043" y="7190317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277" y="0"/>
                  </a:moveTo>
                  <a:lnTo>
                    <a:pt x="0" y="340"/>
                  </a:lnTo>
                  <a:lnTo>
                    <a:pt x="3107" y="2677"/>
                  </a:lnTo>
                  <a:lnTo>
                    <a:pt x="3553" y="2633"/>
                  </a:lnTo>
                  <a:lnTo>
                    <a:pt x="3277" y="0"/>
                  </a:lnTo>
                  <a:close/>
                </a:path>
              </a:pathLst>
            </a:custGeom>
            <a:solidFill>
              <a:srgbClr val="645E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8" name="object 1768"/>
            <p:cNvSpPr/>
            <p:nvPr/>
          </p:nvSpPr>
          <p:spPr>
            <a:xfrm>
              <a:off x="6136151" y="7192951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445" y="0"/>
                  </a:moveTo>
                  <a:lnTo>
                    <a:pt x="0" y="43"/>
                  </a:lnTo>
                  <a:lnTo>
                    <a:pt x="488" y="403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rgbClr val="6866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9" name="object 1769"/>
            <p:cNvSpPr/>
            <p:nvPr/>
          </p:nvSpPr>
          <p:spPr>
            <a:xfrm>
              <a:off x="6066803" y="7136761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5">
                  <a:moveTo>
                    <a:pt x="3426" y="0"/>
                  </a:moveTo>
                  <a:lnTo>
                    <a:pt x="0" y="361"/>
                  </a:lnTo>
                  <a:lnTo>
                    <a:pt x="0" y="4079"/>
                  </a:lnTo>
                  <a:lnTo>
                    <a:pt x="1894" y="5502"/>
                  </a:lnTo>
                  <a:lnTo>
                    <a:pt x="5321" y="5140"/>
                  </a:lnTo>
                  <a:lnTo>
                    <a:pt x="5321" y="1423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585B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0" name="object 1770"/>
            <p:cNvSpPr/>
            <p:nvPr/>
          </p:nvSpPr>
          <p:spPr>
            <a:xfrm>
              <a:off x="5860723" y="6800665"/>
              <a:ext cx="483870" cy="597535"/>
            </a:xfrm>
            <a:custGeom>
              <a:avLst/>
              <a:gdLst/>
              <a:ahLst/>
              <a:cxnLst/>
              <a:rect l="l" t="t" r="r" b="b"/>
              <a:pathLst>
                <a:path w="483870" h="597534">
                  <a:moveTo>
                    <a:pt x="0" y="595544"/>
                  </a:moveTo>
                  <a:lnTo>
                    <a:pt x="38" y="596967"/>
                  </a:lnTo>
                  <a:lnTo>
                    <a:pt x="1894" y="596967"/>
                  </a:lnTo>
                  <a:lnTo>
                    <a:pt x="0" y="595544"/>
                  </a:lnTo>
                  <a:close/>
                </a:path>
                <a:path w="483870" h="597534">
                  <a:moveTo>
                    <a:pt x="483595" y="170"/>
                  </a:moveTo>
                  <a:lnTo>
                    <a:pt x="481784" y="170"/>
                  </a:lnTo>
                  <a:lnTo>
                    <a:pt x="483614" y="1550"/>
                  </a:lnTo>
                  <a:lnTo>
                    <a:pt x="483595" y="170"/>
                  </a:lnTo>
                  <a:close/>
                </a:path>
                <a:path w="483870" h="597534">
                  <a:moveTo>
                    <a:pt x="483595" y="170"/>
                  </a:moveTo>
                  <a:lnTo>
                    <a:pt x="483593" y="0"/>
                  </a:lnTo>
                  <a:lnTo>
                    <a:pt x="483614" y="1550"/>
                  </a:lnTo>
                  <a:lnTo>
                    <a:pt x="483595" y="17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1" name="object 1771"/>
            <p:cNvSpPr/>
            <p:nvPr/>
          </p:nvSpPr>
          <p:spPr>
            <a:xfrm>
              <a:off x="5865831" y="6856558"/>
              <a:ext cx="635" cy="247015"/>
            </a:xfrm>
            <a:custGeom>
              <a:avLst/>
              <a:gdLst/>
              <a:ahLst/>
              <a:cxnLst/>
              <a:rect l="l" t="t" r="r" b="b"/>
              <a:pathLst>
                <a:path w="635" h="247015">
                  <a:moveTo>
                    <a:pt x="0" y="0"/>
                  </a:moveTo>
                  <a:lnTo>
                    <a:pt x="106" y="2467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2" name="object 1772"/>
            <p:cNvSpPr/>
            <p:nvPr/>
          </p:nvSpPr>
          <p:spPr>
            <a:xfrm>
              <a:off x="5865938" y="7144771"/>
              <a:ext cx="635" cy="13970"/>
            </a:xfrm>
            <a:custGeom>
              <a:avLst/>
              <a:gdLst/>
              <a:ahLst/>
              <a:cxnLst/>
              <a:rect l="l" t="t" r="r" b="b"/>
              <a:pathLst>
                <a:path w="635" h="13970">
                  <a:moveTo>
                    <a:pt x="21" y="0"/>
                  </a:moveTo>
                  <a:lnTo>
                    <a:pt x="21" y="1355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7567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3" name="object 1773"/>
            <p:cNvSpPr/>
            <p:nvPr/>
          </p:nvSpPr>
          <p:spPr>
            <a:xfrm>
              <a:off x="6165736" y="6806507"/>
              <a:ext cx="173990" cy="247650"/>
            </a:xfrm>
            <a:custGeom>
              <a:avLst/>
              <a:gdLst/>
              <a:ahLst/>
              <a:cxnLst/>
              <a:rect l="l" t="t" r="r" b="b"/>
              <a:pathLst>
                <a:path w="173989" h="247650">
                  <a:moveTo>
                    <a:pt x="173280" y="0"/>
                  </a:moveTo>
                  <a:lnTo>
                    <a:pt x="0" y="18333"/>
                  </a:lnTo>
                  <a:lnTo>
                    <a:pt x="173280" y="43"/>
                  </a:lnTo>
                  <a:lnTo>
                    <a:pt x="173386" y="247361"/>
                  </a:lnTo>
                  <a:lnTo>
                    <a:pt x="173280" y="0"/>
                  </a:lnTo>
                  <a:close/>
                </a:path>
              </a:pathLst>
            </a:custGeom>
            <a:solidFill>
              <a:srgbClr val="98A6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4" name="object 1774"/>
            <p:cNvSpPr/>
            <p:nvPr/>
          </p:nvSpPr>
          <p:spPr>
            <a:xfrm>
              <a:off x="6339017" y="6805955"/>
              <a:ext cx="5715" cy="537210"/>
            </a:xfrm>
            <a:custGeom>
              <a:avLst/>
              <a:gdLst/>
              <a:ahLst/>
              <a:cxnLst/>
              <a:rect l="l" t="t" r="r" b="b"/>
              <a:pathLst>
                <a:path w="5714" h="537209">
                  <a:moveTo>
                    <a:pt x="5472" y="377032"/>
                  </a:moveTo>
                  <a:lnTo>
                    <a:pt x="1447" y="377032"/>
                  </a:lnTo>
                  <a:lnTo>
                    <a:pt x="3149" y="382066"/>
                  </a:lnTo>
                  <a:lnTo>
                    <a:pt x="148" y="383086"/>
                  </a:lnTo>
                  <a:lnTo>
                    <a:pt x="213" y="533130"/>
                  </a:lnTo>
                  <a:lnTo>
                    <a:pt x="5533" y="537124"/>
                  </a:lnTo>
                  <a:lnTo>
                    <a:pt x="5472" y="377032"/>
                  </a:lnTo>
                  <a:close/>
                </a:path>
                <a:path w="5714" h="537209">
                  <a:moveTo>
                    <a:pt x="5460" y="347503"/>
                  </a:moveTo>
                  <a:lnTo>
                    <a:pt x="1894" y="347503"/>
                  </a:lnTo>
                  <a:lnTo>
                    <a:pt x="3044" y="352687"/>
                  </a:lnTo>
                  <a:lnTo>
                    <a:pt x="148" y="353324"/>
                  </a:lnTo>
                  <a:lnTo>
                    <a:pt x="148" y="377478"/>
                  </a:lnTo>
                  <a:lnTo>
                    <a:pt x="1447" y="377032"/>
                  </a:lnTo>
                  <a:lnTo>
                    <a:pt x="5472" y="377032"/>
                  </a:lnTo>
                  <a:lnTo>
                    <a:pt x="5460" y="347503"/>
                  </a:lnTo>
                  <a:close/>
                </a:path>
                <a:path w="5714" h="537209">
                  <a:moveTo>
                    <a:pt x="5430" y="273704"/>
                  </a:moveTo>
                  <a:lnTo>
                    <a:pt x="2597" y="273704"/>
                  </a:lnTo>
                  <a:lnTo>
                    <a:pt x="2226" y="278695"/>
                  </a:lnTo>
                  <a:lnTo>
                    <a:pt x="2213" y="278865"/>
                  </a:lnTo>
                  <a:lnTo>
                    <a:pt x="106" y="278865"/>
                  </a:lnTo>
                  <a:lnTo>
                    <a:pt x="128" y="293778"/>
                  </a:lnTo>
                  <a:lnTo>
                    <a:pt x="2597" y="293778"/>
                  </a:lnTo>
                  <a:lnTo>
                    <a:pt x="2597" y="299131"/>
                  </a:lnTo>
                  <a:lnTo>
                    <a:pt x="128" y="299131"/>
                  </a:lnTo>
                  <a:lnTo>
                    <a:pt x="148" y="347886"/>
                  </a:lnTo>
                  <a:lnTo>
                    <a:pt x="1894" y="347503"/>
                  </a:lnTo>
                  <a:lnTo>
                    <a:pt x="5460" y="347503"/>
                  </a:lnTo>
                  <a:lnTo>
                    <a:pt x="5430" y="273704"/>
                  </a:lnTo>
                  <a:close/>
                </a:path>
                <a:path w="5714" h="537209">
                  <a:moveTo>
                    <a:pt x="5430" y="273704"/>
                  </a:moveTo>
                  <a:lnTo>
                    <a:pt x="5430" y="273470"/>
                  </a:lnTo>
                  <a:lnTo>
                    <a:pt x="5432" y="278695"/>
                  </a:lnTo>
                  <a:lnTo>
                    <a:pt x="5430" y="273704"/>
                  </a:lnTo>
                  <a:close/>
                </a:path>
                <a:path w="5714" h="537209">
                  <a:moveTo>
                    <a:pt x="5321" y="0"/>
                  </a:moveTo>
                  <a:lnTo>
                    <a:pt x="0" y="552"/>
                  </a:lnTo>
                  <a:lnTo>
                    <a:pt x="106" y="273470"/>
                  </a:lnTo>
                  <a:lnTo>
                    <a:pt x="5430" y="273470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5" name="object 1775"/>
            <p:cNvSpPr/>
            <p:nvPr/>
          </p:nvSpPr>
          <p:spPr>
            <a:xfrm>
              <a:off x="6339154" y="7153465"/>
              <a:ext cx="3175" cy="36195"/>
            </a:xfrm>
            <a:custGeom>
              <a:avLst/>
              <a:gdLst/>
              <a:ahLst/>
              <a:cxnLst/>
              <a:rect l="l" t="t" r="r" b="b"/>
              <a:pathLst>
                <a:path w="3175" h="36195">
                  <a:moveTo>
                    <a:pt x="2895" y="5181"/>
                  </a:moveTo>
                  <a:lnTo>
                    <a:pt x="1752" y="0"/>
                  </a:lnTo>
                  <a:lnTo>
                    <a:pt x="0" y="381"/>
                  </a:lnTo>
                  <a:lnTo>
                    <a:pt x="0" y="5816"/>
                  </a:lnTo>
                  <a:lnTo>
                    <a:pt x="2895" y="5181"/>
                  </a:lnTo>
                  <a:close/>
                </a:path>
                <a:path w="3175" h="36195">
                  <a:moveTo>
                    <a:pt x="3009" y="34556"/>
                  </a:moveTo>
                  <a:lnTo>
                    <a:pt x="1308" y="29527"/>
                  </a:lnTo>
                  <a:lnTo>
                    <a:pt x="0" y="29972"/>
                  </a:lnTo>
                  <a:lnTo>
                    <a:pt x="0" y="35585"/>
                  </a:lnTo>
                  <a:lnTo>
                    <a:pt x="3009" y="34556"/>
                  </a:lnTo>
                  <a:close/>
                </a:path>
              </a:pathLst>
            </a:custGeom>
            <a:solidFill>
              <a:srgbClr val="7C4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6" name="object 1776"/>
            <p:cNvSpPr/>
            <p:nvPr/>
          </p:nvSpPr>
          <p:spPr>
            <a:xfrm>
              <a:off x="5865852" y="7342464"/>
              <a:ext cx="469265" cy="49530"/>
            </a:xfrm>
            <a:custGeom>
              <a:avLst/>
              <a:gdLst/>
              <a:ahLst/>
              <a:cxnLst/>
              <a:rect l="l" t="t" r="r" b="b"/>
              <a:pathLst>
                <a:path w="469264" h="49529">
                  <a:moveTo>
                    <a:pt x="469035" y="0"/>
                  </a:moveTo>
                  <a:lnTo>
                    <a:pt x="0" y="49475"/>
                  </a:lnTo>
                  <a:lnTo>
                    <a:pt x="192" y="49475"/>
                  </a:lnTo>
                  <a:lnTo>
                    <a:pt x="469035" y="0"/>
                  </a:lnTo>
                  <a:close/>
                </a:path>
              </a:pathLst>
            </a:custGeom>
            <a:solidFill>
              <a:srgbClr val="94A1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7" name="object 1777"/>
            <p:cNvSpPr/>
            <p:nvPr/>
          </p:nvSpPr>
          <p:spPr>
            <a:xfrm>
              <a:off x="5865959" y="7163656"/>
              <a:ext cx="635" cy="55244"/>
            </a:xfrm>
            <a:custGeom>
              <a:avLst/>
              <a:gdLst/>
              <a:ahLst/>
              <a:cxnLst/>
              <a:rect l="l" t="t" r="r" b="b"/>
              <a:pathLst>
                <a:path w="635" h="55245">
                  <a:moveTo>
                    <a:pt x="0" y="0"/>
                  </a:moveTo>
                  <a:lnTo>
                    <a:pt x="21" y="551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8" name="object 1778"/>
            <p:cNvSpPr/>
            <p:nvPr/>
          </p:nvSpPr>
          <p:spPr>
            <a:xfrm>
              <a:off x="5865981" y="7224157"/>
              <a:ext cx="635" cy="31115"/>
            </a:xfrm>
            <a:custGeom>
              <a:avLst/>
              <a:gdLst/>
              <a:ahLst/>
              <a:cxnLst/>
              <a:rect l="l" t="t" r="r" b="b"/>
              <a:pathLst>
                <a:path w="635" h="31115">
                  <a:moveTo>
                    <a:pt x="0" y="0"/>
                  </a:moveTo>
                  <a:lnTo>
                    <a:pt x="20" y="30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6F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9" name="object 1779"/>
            <p:cNvSpPr/>
            <p:nvPr/>
          </p:nvSpPr>
          <p:spPr>
            <a:xfrm>
              <a:off x="5865981" y="721882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B65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0" name="object 1780"/>
            <p:cNvSpPr/>
            <p:nvPr/>
          </p:nvSpPr>
          <p:spPr>
            <a:xfrm>
              <a:off x="5865981" y="722415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8272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1" name="object 1781"/>
            <p:cNvSpPr/>
            <p:nvPr/>
          </p:nvSpPr>
          <p:spPr>
            <a:xfrm>
              <a:off x="5865981" y="7218826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69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2" name="object 1782"/>
            <p:cNvSpPr/>
            <p:nvPr/>
          </p:nvSpPr>
          <p:spPr>
            <a:xfrm>
              <a:off x="5866001" y="7257658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0"/>
                  </a:moveTo>
                  <a:lnTo>
                    <a:pt x="0" y="2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8B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3" name="object 1783"/>
            <p:cNvSpPr/>
            <p:nvPr/>
          </p:nvSpPr>
          <p:spPr>
            <a:xfrm>
              <a:off x="5866001" y="7255003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0"/>
                  </a:moveTo>
                  <a:lnTo>
                    <a:pt x="0" y="2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78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4" name="object 1784"/>
            <p:cNvSpPr/>
            <p:nvPr/>
          </p:nvSpPr>
          <p:spPr>
            <a:xfrm>
              <a:off x="5865959" y="716365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B6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5" name="object 1785"/>
            <p:cNvSpPr/>
            <p:nvPr/>
          </p:nvSpPr>
          <p:spPr>
            <a:xfrm>
              <a:off x="6334888" y="734246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0" y="0"/>
                  </a:moveTo>
                  <a:lnTo>
                    <a:pt x="0" y="20"/>
                  </a:lnTo>
                  <a:lnTo>
                    <a:pt x="20" y="20"/>
                  </a:lnTo>
                  <a:close/>
                </a:path>
              </a:pathLst>
            </a:custGeom>
            <a:solidFill>
              <a:srgbClr val="7B87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6" name="object 1786"/>
            <p:cNvSpPr/>
            <p:nvPr/>
          </p:nvSpPr>
          <p:spPr>
            <a:xfrm>
              <a:off x="5866045" y="7342484"/>
              <a:ext cx="475615" cy="55244"/>
            </a:xfrm>
            <a:custGeom>
              <a:avLst/>
              <a:gdLst/>
              <a:ahLst/>
              <a:cxnLst/>
              <a:rect l="l" t="t" r="r" b="b"/>
              <a:pathLst>
                <a:path w="475614" h="55245">
                  <a:moveTo>
                    <a:pt x="468863" y="0"/>
                  </a:moveTo>
                  <a:lnTo>
                    <a:pt x="0" y="49455"/>
                  </a:lnTo>
                  <a:lnTo>
                    <a:pt x="0" y="54787"/>
                  </a:lnTo>
                  <a:lnTo>
                    <a:pt x="475079" y="4673"/>
                  </a:lnTo>
                  <a:lnTo>
                    <a:pt x="468863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7" name="object 1787"/>
            <p:cNvSpPr/>
            <p:nvPr/>
          </p:nvSpPr>
          <p:spPr>
            <a:xfrm>
              <a:off x="5865959" y="715832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35B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8" name="object 1788"/>
            <p:cNvSpPr/>
            <p:nvPr/>
          </p:nvSpPr>
          <p:spPr>
            <a:xfrm>
              <a:off x="5865959" y="715832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3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9" name="object 1789"/>
            <p:cNvSpPr/>
            <p:nvPr/>
          </p:nvSpPr>
          <p:spPr>
            <a:xfrm>
              <a:off x="6334888" y="7339086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4342" y="0"/>
                  </a:moveTo>
                  <a:lnTo>
                    <a:pt x="4342" y="2931"/>
                  </a:lnTo>
                  <a:lnTo>
                    <a:pt x="0" y="3398"/>
                  </a:lnTo>
                  <a:lnTo>
                    <a:pt x="6235" y="8072"/>
                  </a:lnTo>
                  <a:lnTo>
                    <a:pt x="9662" y="7711"/>
                  </a:lnTo>
                  <a:lnTo>
                    <a:pt x="9662" y="3994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0" name="object 1790"/>
            <p:cNvSpPr/>
            <p:nvPr/>
          </p:nvSpPr>
          <p:spPr>
            <a:xfrm>
              <a:off x="5860694" y="7260589"/>
              <a:ext cx="5715" cy="132080"/>
            </a:xfrm>
            <a:custGeom>
              <a:avLst/>
              <a:gdLst/>
              <a:ahLst/>
              <a:cxnLst/>
              <a:rect l="l" t="t" r="r" b="b"/>
              <a:pathLst>
                <a:path w="5714" h="132079">
                  <a:moveTo>
                    <a:pt x="5346" y="129540"/>
                  </a:moveTo>
                  <a:lnTo>
                    <a:pt x="5321" y="0"/>
                  </a:lnTo>
                  <a:lnTo>
                    <a:pt x="0" y="0"/>
                  </a:lnTo>
                  <a:lnTo>
                    <a:pt x="0" y="129540"/>
                  </a:lnTo>
                  <a:lnTo>
                    <a:pt x="1625" y="129540"/>
                  </a:lnTo>
                  <a:lnTo>
                    <a:pt x="1625" y="130810"/>
                  </a:lnTo>
                  <a:lnTo>
                    <a:pt x="3314" y="130810"/>
                  </a:lnTo>
                  <a:lnTo>
                    <a:pt x="3314" y="132080"/>
                  </a:lnTo>
                  <a:lnTo>
                    <a:pt x="4406" y="132080"/>
                  </a:lnTo>
                  <a:lnTo>
                    <a:pt x="4406" y="130810"/>
                  </a:lnTo>
                  <a:lnTo>
                    <a:pt x="5346" y="130810"/>
                  </a:lnTo>
                  <a:lnTo>
                    <a:pt x="5346" y="12954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1" name="object 1791"/>
            <p:cNvSpPr/>
            <p:nvPr/>
          </p:nvSpPr>
          <p:spPr>
            <a:xfrm>
              <a:off x="5860638" y="7163656"/>
              <a:ext cx="5715" cy="55880"/>
            </a:xfrm>
            <a:custGeom>
              <a:avLst/>
              <a:gdLst/>
              <a:ahLst/>
              <a:cxnLst/>
              <a:rect l="l" t="t" r="r" b="b"/>
              <a:pathLst>
                <a:path w="5714" h="55879">
                  <a:moveTo>
                    <a:pt x="5321" y="0"/>
                  </a:moveTo>
                  <a:lnTo>
                    <a:pt x="0" y="574"/>
                  </a:lnTo>
                  <a:lnTo>
                    <a:pt x="21" y="55722"/>
                  </a:lnTo>
                  <a:lnTo>
                    <a:pt x="5342" y="55170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6860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2" name="object 1792"/>
            <p:cNvSpPr/>
            <p:nvPr/>
          </p:nvSpPr>
          <p:spPr>
            <a:xfrm>
              <a:off x="5860660" y="7224157"/>
              <a:ext cx="5715" cy="31750"/>
            </a:xfrm>
            <a:custGeom>
              <a:avLst/>
              <a:gdLst/>
              <a:ahLst/>
              <a:cxnLst/>
              <a:rect l="l" t="t" r="r" b="b"/>
              <a:pathLst>
                <a:path w="5714" h="31750">
                  <a:moveTo>
                    <a:pt x="5321" y="0"/>
                  </a:moveTo>
                  <a:lnTo>
                    <a:pt x="0" y="574"/>
                  </a:lnTo>
                  <a:lnTo>
                    <a:pt x="20" y="31398"/>
                  </a:lnTo>
                  <a:lnTo>
                    <a:pt x="5341" y="30845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6A62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3" name="object 1793"/>
            <p:cNvSpPr/>
            <p:nvPr/>
          </p:nvSpPr>
          <p:spPr>
            <a:xfrm>
              <a:off x="5860680" y="7255407"/>
              <a:ext cx="1905" cy="635"/>
            </a:xfrm>
            <a:custGeom>
              <a:avLst/>
              <a:gdLst/>
              <a:ahLst/>
              <a:cxnLst/>
              <a:rect l="l" t="t" r="r" b="b"/>
              <a:pathLst>
                <a:path w="1904" h="634">
                  <a:moveTo>
                    <a:pt x="1320" y="0"/>
                  </a:moveTo>
                  <a:lnTo>
                    <a:pt x="0" y="148"/>
                  </a:lnTo>
                  <a:lnTo>
                    <a:pt x="1320" y="21"/>
                  </a:lnTo>
                  <a:close/>
                </a:path>
              </a:pathLst>
            </a:custGeom>
            <a:solidFill>
              <a:srgbClr val="6D64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4" name="object 1794"/>
            <p:cNvSpPr/>
            <p:nvPr/>
          </p:nvSpPr>
          <p:spPr>
            <a:xfrm>
              <a:off x="5860660" y="7218826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4" h="634">
                  <a:moveTo>
                    <a:pt x="5321" y="0"/>
                  </a:moveTo>
                  <a:lnTo>
                    <a:pt x="0" y="55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695C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5" name="object 1795"/>
            <p:cNvSpPr/>
            <p:nvPr/>
          </p:nvSpPr>
          <p:spPr>
            <a:xfrm>
              <a:off x="5860660" y="7224157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4" h="634">
                  <a:moveTo>
                    <a:pt x="5321" y="0"/>
                  </a:moveTo>
                  <a:lnTo>
                    <a:pt x="0" y="574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6D64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6" name="object 1796"/>
            <p:cNvSpPr/>
            <p:nvPr/>
          </p:nvSpPr>
          <p:spPr>
            <a:xfrm>
              <a:off x="5860660" y="7218826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5321" y="0"/>
                  </a:moveTo>
                  <a:lnTo>
                    <a:pt x="0" y="552"/>
                  </a:lnTo>
                  <a:lnTo>
                    <a:pt x="0" y="5905"/>
                  </a:lnTo>
                  <a:lnTo>
                    <a:pt x="5321" y="5331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6C5F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7" name="object 1797"/>
            <p:cNvSpPr/>
            <p:nvPr/>
          </p:nvSpPr>
          <p:spPr>
            <a:xfrm>
              <a:off x="5860680" y="7257658"/>
              <a:ext cx="5715" cy="3810"/>
            </a:xfrm>
            <a:custGeom>
              <a:avLst/>
              <a:gdLst/>
              <a:ahLst/>
              <a:cxnLst/>
              <a:rect l="l" t="t" r="r" b="b"/>
              <a:pathLst>
                <a:path w="5714" h="3809">
                  <a:moveTo>
                    <a:pt x="5321" y="0"/>
                  </a:moveTo>
                  <a:lnTo>
                    <a:pt x="1596" y="382"/>
                  </a:lnTo>
                  <a:lnTo>
                    <a:pt x="1873" y="3037"/>
                  </a:lnTo>
                  <a:lnTo>
                    <a:pt x="0" y="3229"/>
                  </a:lnTo>
                  <a:lnTo>
                    <a:pt x="5321" y="2677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7674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8" name="object 1798"/>
            <p:cNvSpPr/>
            <p:nvPr/>
          </p:nvSpPr>
          <p:spPr>
            <a:xfrm>
              <a:off x="5862001" y="7255003"/>
              <a:ext cx="4445" cy="3175"/>
            </a:xfrm>
            <a:custGeom>
              <a:avLst/>
              <a:gdLst/>
              <a:ahLst/>
              <a:cxnLst/>
              <a:rect l="l" t="t" r="r" b="b"/>
              <a:pathLst>
                <a:path w="4445" h="3175">
                  <a:moveTo>
                    <a:pt x="4000" y="0"/>
                  </a:moveTo>
                  <a:lnTo>
                    <a:pt x="0" y="425"/>
                  </a:lnTo>
                  <a:lnTo>
                    <a:pt x="275" y="3037"/>
                  </a:lnTo>
                  <a:lnTo>
                    <a:pt x="4000" y="2655"/>
                  </a:lnTo>
                  <a:lnTo>
                    <a:pt x="4000" y="0"/>
                  </a:lnTo>
                  <a:close/>
                </a:path>
              </a:pathLst>
            </a:custGeom>
            <a:solidFill>
              <a:srgbClr val="7168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9" name="object 1799"/>
            <p:cNvSpPr/>
            <p:nvPr/>
          </p:nvSpPr>
          <p:spPr>
            <a:xfrm>
              <a:off x="5860680" y="7255428"/>
              <a:ext cx="1905" cy="5715"/>
            </a:xfrm>
            <a:custGeom>
              <a:avLst/>
              <a:gdLst/>
              <a:ahLst/>
              <a:cxnLst/>
              <a:rect l="l" t="t" r="r" b="b"/>
              <a:pathLst>
                <a:path w="1904" h="5715">
                  <a:moveTo>
                    <a:pt x="1320" y="0"/>
                  </a:moveTo>
                  <a:lnTo>
                    <a:pt x="0" y="127"/>
                  </a:lnTo>
                  <a:lnTo>
                    <a:pt x="0" y="5459"/>
                  </a:lnTo>
                  <a:lnTo>
                    <a:pt x="1873" y="5267"/>
                  </a:lnTo>
                  <a:lnTo>
                    <a:pt x="1320" y="0"/>
                  </a:lnTo>
                  <a:close/>
                </a:path>
              </a:pathLst>
            </a:custGeom>
            <a:solidFill>
              <a:srgbClr val="746B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0" name="object 1800"/>
            <p:cNvSpPr/>
            <p:nvPr/>
          </p:nvSpPr>
          <p:spPr>
            <a:xfrm>
              <a:off x="5860638" y="7163656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4" h="634">
                  <a:moveTo>
                    <a:pt x="5321" y="0"/>
                  </a:moveTo>
                  <a:lnTo>
                    <a:pt x="0" y="55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5C58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1" name="object 1801"/>
            <p:cNvSpPr/>
            <p:nvPr/>
          </p:nvSpPr>
          <p:spPr>
            <a:xfrm>
              <a:off x="5860723" y="7389561"/>
              <a:ext cx="5715" cy="8255"/>
            </a:xfrm>
            <a:custGeom>
              <a:avLst/>
              <a:gdLst/>
              <a:ahLst/>
              <a:cxnLst/>
              <a:rect l="l" t="t" r="r" b="b"/>
              <a:pathLst>
                <a:path w="5714" h="8254">
                  <a:moveTo>
                    <a:pt x="0" y="0"/>
                  </a:moveTo>
                  <a:lnTo>
                    <a:pt x="0" y="6649"/>
                  </a:lnTo>
                  <a:lnTo>
                    <a:pt x="1894" y="8072"/>
                  </a:lnTo>
                  <a:lnTo>
                    <a:pt x="5321" y="7711"/>
                  </a:lnTo>
                  <a:lnTo>
                    <a:pt x="5321" y="2378"/>
                  </a:lnTo>
                  <a:lnTo>
                    <a:pt x="3426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2" name="object 1802"/>
            <p:cNvSpPr/>
            <p:nvPr/>
          </p:nvSpPr>
          <p:spPr>
            <a:xfrm>
              <a:off x="5860504" y="6855460"/>
              <a:ext cx="5715" cy="248920"/>
            </a:xfrm>
            <a:custGeom>
              <a:avLst/>
              <a:gdLst/>
              <a:ahLst/>
              <a:cxnLst/>
              <a:rect l="l" t="t" r="r" b="b"/>
              <a:pathLst>
                <a:path w="5714" h="248920">
                  <a:moveTo>
                    <a:pt x="5372" y="1270"/>
                  </a:moveTo>
                  <a:lnTo>
                    <a:pt x="711" y="1270"/>
                  </a:lnTo>
                  <a:lnTo>
                    <a:pt x="711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50" y="247650"/>
                  </a:lnTo>
                  <a:lnTo>
                    <a:pt x="101" y="248920"/>
                  </a:lnTo>
                  <a:lnTo>
                    <a:pt x="927" y="248920"/>
                  </a:lnTo>
                  <a:lnTo>
                    <a:pt x="927" y="247650"/>
                  </a:lnTo>
                  <a:lnTo>
                    <a:pt x="5372" y="247650"/>
                  </a:lnTo>
                  <a:lnTo>
                    <a:pt x="5372" y="127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3" name="object 1803"/>
            <p:cNvSpPr/>
            <p:nvPr/>
          </p:nvSpPr>
          <p:spPr>
            <a:xfrm>
              <a:off x="5860638" y="7144771"/>
              <a:ext cx="5715" cy="14604"/>
            </a:xfrm>
            <a:custGeom>
              <a:avLst/>
              <a:gdLst/>
              <a:ahLst/>
              <a:cxnLst/>
              <a:rect l="l" t="t" r="r" b="b"/>
              <a:pathLst>
                <a:path w="5714" h="14604">
                  <a:moveTo>
                    <a:pt x="5299" y="0"/>
                  </a:moveTo>
                  <a:lnTo>
                    <a:pt x="0" y="572"/>
                  </a:lnTo>
                  <a:lnTo>
                    <a:pt x="0" y="14105"/>
                  </a:lnTo>
                  <a:lnTo>
                    <a:pt x="5321" y="13553"/>
                  </a:lnTo>
                  <a:lnTo>
                    <a:pt x="5299" y="0"/>
                  </a:lnTo>
                  <a:close/>
                </a:path>
              </a:pathLst>
            </a:custGeom>
            <a:solidFill>
              <a:srgbClr val="635B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4" name="object 1804"/>
            <p:cNvSpPr/>
            <p:nvPr/>
          </p:nvSpPr>
          <p:spPr>
            <a:xfrm>
              <a:off x="5860638" y="7158324"/>
              <a:ext cx="5715" cy="635"/>
            </a:xfrm>
            <a:custGeom>
              <a:avLst/>
              <a:gdLst/>
              <a:ahLst/>
              <a:cxnLst/>
              <a:rect l="l" t="t" r="r" b="b"/>
              <a:pathLst>
                <a:path w="5714" h="634">
                  <a:moveTo>
                    <a:pt x="5321" y="0"/>
                  </a:moveTo>
                  <a:lnTo>
                    <a:pt x="0" y="55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5550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5" name="object 1805"/>
            <p:cNvSpPr/>
            <p:nvPr/>
          </p:nvSpPr>
          <p:spPr>
            <a:xfrm>
              <a:off x="5860638" y="7158324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5321" y="0"/>
                  </a:moveTo>
                  <a:lnTo>
                    <a:pt x="0" y="552"/>
                  </a:lnTo>
                  <a:lnTo>
                    <a:pt x="0" y="5883"/>
                  </a:lnTo>
                  <a:lnTo>
                    <a:pt x="5321" y="5331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5148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6" name="object 1806"/>
            <p:cNvSpPr/>
            <p:nvPr/>
          </p:nvSpPr>
          <p:spPr>
            <a:xfrm>
              <a:off x="5686144" y="7173236"/>
              <a:ext cx="0" cy="4445"/>
            </a:xfrm>
            <a:custGeom>
              <a:avLst/>
              <a:gdLst/>
              <a:ahLst/>
              <a:cxnLst/>
              <a:rect l="l" t="t" r="r" b="b"/>
              <a:pathLst>
                <a:path h="4445">
                  <a:moveTo>
                    <a:pt x="0" y="0"/>
                  </a:moveTo>
                  <a:lnTo>
                    <a:pt x="0" y="40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8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7" name="object 1807"/>
            <p:cNvSpPr/>
            <p:nvPr/>
          </p:nvSpPr>
          <p:spPr>
            <a:xfrm>
              <a:off x="5686123" y="7130176"/>
              <a:ext cx="42545" cy="47625"/>
            </a:xfrm>
            <a:custGeom>
              <a:avLst/>
              <a:gdLst/>
              <a:ahLst/>
              <a:cxnLst/>
              <a:rect l="l" t="t" r="r" b="b"/>
              <a:pathLst>
                <a:path w="42545" h="47625">
                  <a:moveTo>
                    <a:pt x="2639" y="0"/>
                  </a:moveTo>
                  <a:lnTo>
                    <a:pt x="2639" y="5311"/>
                  </a:lnTo>
                  <a:lnTo>
                    <a:pt x="0" y="5311"/>
                  </a:lnTo>
                  <a:lnTo>
                    <a:pt x="0" y="24196"/>
                  </a:lnTo>
                  <a:lnTo>
                    <a:pt x="2660" y="24196"/>
                  </a:lnTo>
                  <a:lnTo>
                    <a:pt x="2680" y="43060"/>
                  </a:lnTo>
                  <a:lnTo>
                    <a:pt x="20" y="43060"/>
                  </a:lnTo>
                  <a:lnTo>
                    <a:pt x="20" y="47096"/>
                  </a:lnTo>
                  <a:lnTo>
                    <a:pt x="42185" y="42656"/>
                  </a:lnTo>
                  <a:lnTo>
                    <a:pt x="42185" y="37048"/>
                  </a:lnTo>
                  <a:lnTo>
                    <a:pt x="39611" y="37048"/>
                  </a:lnTo>
                  <a:lnTo>
                    <a:pt x="39611" y="27914"/>
                  </a:lnTo>
                  <a:lnTo>
                    <a:pt x="24476" y="16399"/>
                  </a:lnTo>
                  <a:lnTo>
                    <a:pt x="26009" y="14424"/>
                  </a:lnTo>
                  <a:lnTo>
                    <a:pt x="8427" y="1168"/>
                  </a:lnTo>
                  <a:lnTo>
                    <a:pt x="6852" y="3208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9174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8" name="object 1808"/>
            <p:cNvSpPr/>
            <p:nvPr/>
          </p:nvSpPr>
          <p:spPr>
            <a:xfrm>
              <a:off x="5728309" y="716722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A65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9" name="object 1809"/>
            <p:cNvSpPr/>
            <p:nvPr/>
          </p:nvSpPr>
          <p:spPr>
            <a:xfrm>
              <a:off x="5686144" y="7178187"/>
              <a:ext cx="42545" cy="61594"/>
            </a:xfrm>
            <a:custGeom>
              <a:avLst/>
              <a:gdLst/>
              <a:ahLst/>
              <a:cxnLst/>
              <a:rect l="l" t="t" r="r" b="b"/>
              <a:pathLst>
                <a:path w="42545" h="61595">
                  <a:moveTo>
                    <a:pt x="42165" y="0"/>
                  </a:moveTo>
                  <a:lnTo>
                    <a:pt x="0" y="4439"/>
                  </a:lnTo>
                  <a:lnTo>
                    <a:pt x="0" y="13914"/>
                  </a:lnTo>
                  <a:lnTo>
                    <a:pt x="2660" y="13914"/>
                  </a:lnTo>
                  <a:lnTo>
                    <a:pt x="2660" y="32778"/>
                  </a:lnTo>
                  <a:lnTo>
                    <a:pt x="21" y="32778"/>
                  </a:lnTo>
                  <a:lnTo>
                    <a:pt x="21" y="51643"/>
                  </a:lnTo>
                  <a:lnTo>
                    <a:pt x="2660" y="51643"/>
                  </a:lnTo>
                  <a:lnTo>
                    <a:pt x="2682" y="59311"/>
                  </a:lnTo>
                  <a:lnTo>
                    <a:pt x="10323" y="58505"/>
                  </a:lnTo>
                  <a:lnTo>
                    <a:pt x="10600" y="61159"/>
                  </a:lnTo>
                  <a:lnTo>
                    <a:pt x="32353" y="58865"/>
                  </a:lnTo>
                  <a:lnTo>
                    <a:pt x="32076" y="56231"/>
                  </a:lnTo>
                  <a:lnTo>
                    <a:pt x="39526" y="55424"/>
                  </a:lnTo>
                  <a:lnTo>
                    <a:pt x="39526" y="45652"/>
                  </a:lnTo>
                  <a:lnTo>
                    <a:pt x="42186" y="45652"/>
                  </a:lnTo>
                  <a:lnTo>
                    <a:pt x="42165" y="26788"/>
                  </a:lnTo>
                  <a:lnTo>
                    <a:pt x="39526" y="26788"/>
                  </a:lnTo>
                  <a:lnTo>
                    <a:pt x="39504" y="7923"/>
                  </a:lnTo>
                  <a:lnTo>
                    <a:pt x="42165" y="7923"/>
                  </a:lnTo>
                  <a:lnTo>
                    <a:pt x="42165" y="0"/>
                  </a:lnTo>
                  <a:close/>
                </a:path>
              </a:pathLst>
            </a:custGeom>
            <a:solidFill>
              <a:srgbClr val="9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0" name="object 1810"/>
            <p:cNvSpPr/>
            <p:nvPr/>
          </p:nvSpPr>
          <p:spPr>
            <a:xfrm>
              <a:off x="5718220" y="7234376"/>
              <a:ext cx="635" cy="3175"/>
            </a:xfrm>
            <a:custGeom>
              <a:avLst/>
              <a:gdLst/>
              <a:ahLst/>
              <a:cxnLst/>
              <a:rect l="l" t="t" r="r" b="b"/>
              <a:pathLst>
                <a:path w="635" h="3175">
                  <a:moveTo>
                    <a:pt x="234" y="0"/>
                  </a:moveTo>
                  <a:lnTo>
                    <a:pt x="0" y="43"/>
                  </a:lnTo>
                  <a:lnTo>
                    <a:pt x="276" y="2677"/>
                  </a:lnTo>
                  <a:lnTo>
                    <a:pt x="511" y="2655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9B7C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1" name="object 1811"/>
            <p:cNvSpPr/>
            <p:nvPr/>
          </p:nvSpPr>
          <p:spPr>
            <a:xfrm>
              <a:off x="5693168" y="7237053"/>
              <a:ext cx="35560" cy="29845"/>
            </a:xfrm>
            <a:custGeom>
              <a:avLst/>
              <a:gdLst/>
              <a:ahLst/>
              <a:cxnLst/>
              <a:rect l="l" t="t" r="r" b="b"/>
              <a:pathLst>
                <a:path w="35560" h="29845">
                  <a:moveTo>
                    <a:pt x="25328" y="0"/>
                  </a:moveTo>
                  <a:lnTo>
                    <a:pt x="3576" y="2293"/>
                  </a:lnTo>
                  <a:lnTo>
                    <a:pt x="3853" y="4928"/>
                  </a:lnTo>
                  <a:lnTo>
                    <a:pt x="0" y="5331"/>
                  </a:lnTo>
                  <a:lnTo>
                    <a:pt x="3107" y="7668"/>
                  </a:lnTo>
                  <a:lnTo>
                    <a:pt x="1489" y="9792"/>
                  </a:lnTo>
                  <a:lnTo>
                    <a:pt x="19093" y="23049"/>
                  </a:lnTo>
                  <a:lnTo>
                    <a:pt x="20709" y="20924"/>
                  </a:lnTo>
                  <a:lnTo>
                    <a:pt x="32523" y="29804"/>
                  </a:lnTo>
                  <a:lnTo>
                    <a:pt x="32523" y="24514"/>
                  </a:lnTo>
                  <a:lnTo>
                    <a:pt x="35162" y="24514"/>
                  </a:lnTo>
                  <a:lnTo>
                    <a:pt x="35162" y="5650"/>
                  </a:lnTo>
                  <a:lnTo>
                    <a:pt x="32501" y="5650"/>
                  </a:lnTo>
                  <a:lnTo>
                    <a:pt x="32501" y="1911"/>
                  </a:lnTo>
                  <a:lnTo>
                    <a:pt x="25605" y="2633"/>
                  </a:lnTo>
                  <a:lnTo>
                    <a:pt x="25328" y="0"/>
                  </a:lnTo>
                  <a:close/>
                </a:path>
              </a:pathLst>
            </a:custGeom>
            <a:solidFill>
              <a:srgbClr val="9879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2" name="object 1812"/>
            <p:cNvSpPr/>
            <p:nvPr/>
          </p:nvSpPr>
          <p:spPr>
            <a:xfrm>
              <a:off x="5718492" y="7237031"/>
              <a:ext cx="7620" cy="3175"/>
            </a:xfrm>
            <a:custGeom>
              <a:avLst/>
              <a:gdLst/>
              <a:ahLst/>
              <a:cxnLst/>
              <a:rect l="l" t="t" r="r" b="b"/>
              <a:pathLst>
                <a:path w="7620" h="3175">
                  <a:moveTo>
                    <a:pt x="7175" y="1943"/>
                  </a:moveTo>
                  <a:lnTo>
                    <a:pt x="508" y="2641"/>
                  </a:lnTo>
                  <a:lnTo>
                    <a:pt x="228" y="0"/>
                  </a:lnTo>
                  <a:lnTo>
                    <a:pt x="0" y="25"/>
                  </a:lnTo>
                  <a:lnTo>
                    <a:pt x="279" y="2667"/>
                  </a:lnTo>
                  <a:lnTo>
                    <a:pt x="7175" y="1943"/>
                  </a:lnTo>
                  <a:close/>
                </a:path>
              </a:pathLst>
            </a:custGeom>
            <a:solidFill>
              <a:srgbClr val="95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3" name="object 1813"/>
            <p:cNvSpPr/>
            <p:nvPr/>
          </p:nvSpPr>
          <p:spPr>
            <a:xfrm>
              <a:off x="5693168" y="7241984"/>
              <a:ext cx="28575" cy="24130"/>
            </a:xfrm>
            <a:custGeom>
              <a:avLst/>
              <a:gdLst/>
              <a:ahLst/>
              <a:cxnLst/>
              <a:rect l="l" t="t" r="r" b="b"/>
              <a:pathLst>
                <a:path w="28575" h="24129">
                  <a:moveTo>
                    <a:pt x="3848" y="0"/>
                  </a:moveTo>
                  <a:lnTo>
                    <a:pt x="0" y="406"/>
                  </a:lnTo>
                  <a:lnTo>
                    <a:pt x="3848" y="25"/>
                  </a:lnTo>
                  <a:close/>
                </a:path>
                <a:path w="28575" h="24129">
                  <a:moveTo>
                    <a:pt x="28270" y="21704"/>
                  </a:moveTo>
                  <a:lnTo>
                    <a:pt x="20701" y="16002"/>
                  </a:lnTo>
                  <a:lnTo>
                    <a:pt x="19088" y="18122"/>
                  </a:lnTo>
                  <a:lnTo>
                    <a:pt x="26670" y="23812"/>
                  </a:lnTo>
                  <a:lnTo>
                    <a:pt x="28270" y="21704"/>
                  </a:lnTo>
                  <a:close/>
                </a:path>
              </a:pathLst>
            </a:custGeom>
            <a:solidFill>
              <a:srgbClr val="9B7C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4" name="object 1814"/>
            <p:cNvSpPr/>
            <p:nvPr/>
          </p:nvSpPr>
          <p:spPr>
            <a:xfrm>
              <a:off x="5688826" y="7236712"/>
              <a:ext cx="8255" cy="5715"/>
            </a:xfrm>
            <a:custGeom>
              <a:avLst/>
              <a:gdLst/>
              <a:ahLst/>
              <a:cxnLst/>
              <a:rect l="l" t="t" r="r" b="b"/>
              <a:pathLst>
                <a:path w="8254" h="5715">
                  <a:moveTo>
                    <a:pt x="7641" y="0"/>
                  </a:moveTo>
                  <a:lnTo>
                    <a:pt x="0" y="786"/>
                  </a:lnTo>
                  <a:lnTo>
                    <a:pt x="0" y="2421"/>
                  </a:lnTo>
                  <a:lnTo>
                    <a:pt x="4342" y="5671"/>
                  </a:lnTo>
                  <a:lnTo>
                    <a:pt x="8195" y="5269"/>
                  </a:lnTo>
                  <a:lnTo>
                    <a:pt x="7724" y="786"/>
                  </a:lnTo>
                  <a:lnTo>
                    <a:pt x="7641" y="0"/>
                  </a:lnTo>
                  <a:close/>
                </a:path>
              </a:pathLst>
            </a:custGeom>
            <a:solidFill>
              <a:srgbClr val="99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5" name="object 1815"/>
            <p:cNvSpPr/>
            <p:nvPr/>
          </p:nvSpPr>
          <p:spPr>
            <a:xfrm>
              <a:off x="5696745" y="723934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0" y="0"/>
                  </a:moveTo>
                  <a:lnTo>
                    <a:pt x="20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7C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6" name="object 1816"/>
            <p:cNvSpPr/>
            <p:nvPr/>
          </p:nvSpPr>
          <p:spPr>
            <a:xfrm>
              <a:off x="5718455" y="7233611"/>
              <a:ext cx="7620" cy="1270"/>
            </a:xfrm>
            <a:custGeom>
              <a:avLst/>
              <a:gdLst/>
              <a:ahLst/>
              <a:cxnLst/>
              <a:rect l="l" t="t" r="r" b="b"/>
              <a:pathLst>
                <a:path w="7620" h="1270">
                  <a:moveTo>
                    <a:pt x="7214" y="0"/>
                  </a:moveTo>
                  <a:lnTo>
                    <a:pt x="0" y="764"/>
                  </a:lnTo>
                  <a:lnTo>
                    <a:pt x="7214" y="21"/>
                  </a:lnTo>
                  <a:close/>
                </a:path>
              </a:pathLst>
            </a:custGeom>
            <a:solidFill>
              <a:srgbClr val="95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7" name="object 1817"/>
            <p:cNvSpPr/>
            <p:nvPr/>
          </p:nvSpPr>
          <p:spPr>
            <a:xfrm>
              <a:off x="5718455" y="7233633"/>
              <a:ext cx="7620" cy="6350"/>
            </a:xfrm>
            <a:custGeom>
              <a:avLst/>
              <a:gdLst/>
              <a:ahLst/>
              <a:cxnLst/>
              <a:rect l="l" t="t" r="r" b="b"/>
              <a:pathLst>
                <a:path w="7620" h="6350">
                  <a:moveTo>
                    <a:pt x="7214" y="0"/>
                  </a:moveTo>
                  <a:lnTo>
                    <a:pt x="0" y="742"/>
                  </a:lnTo>
                  <a:lnTo>
                    <a:pt x="552" y="6032"/>
                  </a:lnTo>
                  <a:lnTo>
                    <a:pt x="7214" y="5331"/>
                  </a:lnTo>
                  <a:lnTo>
                    <a:pt x="7214" y="0"/>
                  </a:lnTo>
                  <a:close/>
                </a:path>
              </a:pathLst>
            </a:custGeom>
            <a:solidFill>
              <a:srgbClr val="99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8" name="object 1818"/>
            <p:cNvSpPr/>
            <p:nvPr/>
          </p:nvSpPr>
          <p:spPr>
            <a:xfrm>
              <a:off x="5728331" y="7242703"/>
              <a:ext cx="635" cy="19050"/>
            </a:xfrm>
            <a:custGeom>
              <a:avLst/>
              <a:gdLst/>
              <a:ahLst/>
              <a:cxnLst/>
              <a:rect l="l" t="t" r="r" b="b"/>
              <a:pathLst>
                <a:path w="635" h="19050">
                  <a:moveTo>
                    <a:pt x="0" y="0"/>
                  </a:moveTo>
                  <a:lnTo>
                    <a:pt x="0" y="1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6A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9" name="object 1819"/>
            <p:cNvSpPr/>
            <p:nvPr/>
          </p:nvSpPr>
          <p:spPr>
            <a:xfrm>
              <a:off x="5725670" y="7242703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2660" y="0"/>
                  </a:moveTo>
                  <a:lnTo>
                    <a:pt x="0" y="0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966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0" name="object 1820"/>
            <p:cNvSpPr/>
            <p:nvPr/>
          </p:nvSpPr>
          <p:spPr>
            <a:xfrm>
              <a:off x="5725670" y="7204975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2660" y="0"/>
                  </a:moveTo>
                  <a:lnTo>
                    <a:pt x="0" y="0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95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1" name="object 1821"/>
            <p:cNvSpPr/>
            <p:nvPr/>
          </p:nvSpPr>
          <p:spPr>
            <a:xfrm>
              <a:off x="5686144" y="718262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9080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2" name="object 1822"/>
            <p:cNvSpPr/>
            <p:nvPr/>
          </p:nvSpPr>
          <p:spPr>
            <a:xfrm>
              <a:off x="5686144" y="7178187"/>
              <a:ext cx="42545" cy="4445"/>
            </a:xfrm>
            <a:custGeom>
              <a:avLst/>
              <a:gdLst/>
              <a:ahLst/>
              <a:cxnLst/>
              <a:rect l="l" t="t" r="r" b="b"/>
              <a:pathLst>
                <a:path w="42545" h="4445">
                  <a:moveTo>
                    <a:pt x="42165" y="0"/>
                  </a:moveTo>
                  <a:lnTo>
                    <a:pt x="0" y="4439"/>
                  </a:lnTo>
                  <a:lnTo>
                    <a:pt x="42165" y="0"/>
                  </a:lnTo>
                  <a:close/>
                </a:path>
              </a:pathLst>
            </a:custGeom>
            <a:solidFill>
              <a:srgbClr val="8A71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3" name="object 1823"/>
            <p:cNvSpPr/>
            <p:nvPr/>
          </p:nvSpPr>
          <p:spPr>
            <a:xfrm>
              <a:off x="5728309" y="717816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6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4" name="object 1824"/>
            <p:cNvSpPr/>
            <p:nvPr/>
          </p:nvSpPr>
          <p:spPr>
            <a:xfrm>
              <a:off x="5686144" y="717727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7B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5" name="object 1825"/>
            <p:cNvSpPr/>
            <p:nvPr/>
          </p:nvSpPr>
          <p:spPr>
            <a:xfrm>
              <a:off x="5686144" y="7172833"/>
              <a:ext cx="42545" cy="5080"/>
            </a:xfrm>
            <a:custGeom>
              <a:avLst/>
              <a:gdLst/>
              <a:ahLst/>
              <a:cxnLst/>
              <a:rect l="l" t="t" r="r" b="b"/>
              <a:pathLst>
                <a:path w="42545" h="5079">
                  <a:moveTo>
                    <a:pt x="42165" y="0"/>
                  </a:moveTo>
                  <a:lnTo>
                    <a:pt x="0" y="4461"/>
                  </a:lnTo>
                  <a:lnTo>
                    <a:pt x="42165" y="0"/>
                  </a:lnTo>
                  <a:close/>
                </a:path>
              </a:pathLst>
            </a:custGeom>
            <a:solidFill>
              <a:srgbClr val="86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6" name="object 1826"/>
            <p:cNvSpPr/>
            <p:nvPr/>
          </p:nvSpPr>
          <p:spPr>
            <a:xfrm>
              <a:off x="5728309" y="717283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8163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7" name="object 1827"/>
            <p:cNvSpPr/>
            <p:nvPr/>
          </p:nvSpPr>
          <p:spPr>
            <a:xfrm>
              <a:off x="5686144" y="717729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78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8" name="object 1828"/>
            <p:cNvSpPr/>
            <p:nvPr/>
          </p:nvSpPr>
          <p:spPr>
            <a:xfrm>
              <a:off x="5686144" y="7172833"/>
              <a:ext cx="42545" cy="10160"/>
            </a:xfrm>
            <a:custGeom>
              <a:avLst/>
              <a:gdLst/>
              <a:ahLst/>
              <a:cxnLst/>
              <a:rect l="l" t="t" r="r" b="b"/>
              <a:pathLst>
                <a:path w="42545" h="10159">
                  <a:moveTo>
                    <a:pt x="42165" y="0"/>
                  </a:moveTo>
                  <a:lnTo>
                    <a:pt x="0" y="4461"/>
                  </a:lnTo>
                  <a:lnTo>
                    <a:pt x="0" y="9794"/>
                  </a:lnTo>
                  <a:lnTo>
                    <a:pt x="42165" y="5332"/>
                  </a:lnTo>
                  <a:lnTo>
                    <a:pt x="42165" y="0"/>
                  </a:lnTo>
                  <a:close/>
                </a:path>
              </a:pathLst>
            </a:custGeom>
            <a:solidFill>
              <a:srgbClr val="886A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9" name="object 1829"/>
            <p:cNvSpPr/>
            <p:nvPr/>
          </p:nvSpPr>
          <p:spPr>
            <a:xfrm>
              <a:off x="5728309" y="7172833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60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0" name="object 1830"/>
            <p:cNvSpPr/>
            <p:nvPr/>
          </p:nvSpPr>
          <p:spPr>
            <a:xfrm>
              <a:off x="5725670" y="7223840"/>
              <a:ext cx="3175" cy="10160"/>
            </a:xfrm>
            <a:custGeom>
              <a:avLst/>
              <a:gdLst/>
              <a:ahLst/>
              <a:cxnLst/>
              <a:rect l="l" t="t" r="r" b="b"/>
              <a:pathLst>
                <a:path w="3175" h="10159">
                  <a:moveTo>
                    <a:pt x="0" y="9771"/>
                  </a:moveTo>
                  <a:lnTo>
                    <a:pt x="0" y="0"/>
                  </a:lnTo>
                  <a:lnTo>
                    <a:pt x="2660" y="0"/>
                  </a:lnTo>
                  <a:lnTo>
                    <a:pt x="0" y="0"/>
                  </a:lnTo>
                  <a:lnTo>
                    <a:pt x="0" y="9771"/>
                  </a:lnTo>
                  <a:close/>
                </a:path>
              </a:pathLst>
            </a:custGeom>
            <a:solidFill>
              <a:srgbClr val="9C7C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1" name="object 1831"/>
            <p:cNvSpPr/>
            <p:nvPr/>
          </p:nvSpPr>
          <p:spPr>
            <a:xfrm>
              <a:off x="5725670" y="7238964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7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7E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2" name="object 1832"/>
            <p:cNvSpPr/>
            <p:nvPr/>
          </p:nvSpPr>
          <p:spPr>
            <a:xfrm>
              <a:off x="5725670" y="723896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9C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3" name="object 1833"/>
            <p:cNvSpPr/>
            <p:nvPr/>
          </p:nvSpPr>
          <p:spPr>
            <a:xfrm>
              <a:off x="5725670" y="7233611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72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4" name="object 1834"/>
            <p:cNvSpPr/>
            <p:nvPr/>
          </p:nvSpPr>
          <p:spPr>
            <a:xfrm>
              <a:off x="5725670" y="7233633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75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5" name="object 1835"/>
            <p:cNvSpPr/>
            <p:nvPr/>
          </p:nvSpPr>
          <p:spPr>
            <a:xfrm>
              <a:off x="5728331" y="7223818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2660" y="0"/>
                  </a:moveTo>
                  <a:lnTo>
                    <a:pt x="0" y="21"/>
                  </a:lnTo>
                  <a:lnTo>
                    <a:pt x="2660" y="21"/>
                  </a:lnTo>
                  <a:close/>
                </a:path>
              </a:pathLst>
            </a:custGeom>
            <a:solidFill>
              <a:srgbClr val="95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6" name="object 1836"/>
            <p:cNvSpPr/>
            <p:nvPr/>
          </p:nvSpPr>
          <p:spPr>
            <a:xfrm>
              <a:off x="5725670" y="7223840"/>
              <a:ext cx="5715" cy="10160"/>
            </a:xfrm>
            <a:custGeom>
              <a:avLst/>
              <a:gdLst/>
              <a:ahLst/>
              <a:cxnLst/>
              <a:rect l="l" t="t" r="r" b="b"/>
              <a:pathLst>
                <a:path w="5714" h="10159">
                  <a:moveTo>
                    <a:pt x="5321" y="0"/>
                  </a:moveTo>
                  <a:lnTo>
                    <a:pt x="0" y="0"/>
                  </a:lnTo>
                  <a:lnTo>
                    <a:pt x="0" y="9771"/>
                  </a:lnTo>
                  <a:lnTo>
                    <a:pt x="5321" y="9218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B72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7" name="object 1837"/>
            <p:cNvSpPr/>
            <p:nvPr/>
          </p:nvSpPr>
          <p:spPr>
            <a:xfrm>
              <a:off x="5725670" y="7238412"/>
              <a:ext cx="5715" cy="4445"/>
            </a:xfrm>
            <a:custGeom>
              <a:avLst/>
              <a:gdLst/>
              <a:ahLst/>
              <a:cxnLst/>
              <a:rect l="l" t="t" r="r" b="b"/>
              <a:pathLst>
                <a:path w="5714" h="4445">
                  <a:moveTo>
                    <a:pt x="5321" y="0"/>
                  </a:moveTo>
                  <a:lnTo>
                    <a:pt x="0" y="552"/>
                  </a:lnTo>
                  <a:lnTo>
                    <a:pt x="0" y="4291"/>
                  </a:lnTo>
                  <a:lnTo>
                    <a:pt x="5321" y="4291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D73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8" name="object 1838"/>
            <p:cNvSpPr/>
            <p:nvPr/>
          </p:nvSpPr>
          <p:spPr>
            <a:xfrm>
              <a:off x="5725668" y="7233069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5321" y="5334"/>
                  </a:moveTo>
                  <a:lnTo>
                    <a:pt x="0" y="5905"/>
                  </a:lnTo>
                  <a:lnTo>
                    <a:pt x="5321" y="5346"/>
                  </a:lnTo>
                  <a:close/>
                </a:path>
                <a:path w="5714" h="6350">
                  <a:moveTo>
                    <a:pt x="5321" y="0"/>
                  </a:moveTo>
                  <a:lnTo>
                    <a:pt x="0" y="546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A6B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9" name="object 1839"/>
            <p:cNvSpPr/>
            <p:nvPr/>
          </p:nvSpPr>
          <p:spPr>
            <a:xfrm>
              <a:off x="5725670" y="7233059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5321" y="0"/>
                  </a:moveTo>
                  <a:lnTo>
                    <a:pt x="0" y="574"/>
                  </a:lnTo>
                  <a:lnTo>
                    <a:pt x="0" y="5905"/>
                  </a:lnTo>
                  <a:lnTo>
                    <a:pt x="5321" y="5332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D6D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0" name="object 1840"/>
            <p:cNvSpPr/>
            <p:nvPr/>
          </p:nvSpPr>
          <p:spPr>
            <a:xfrm>
              <a:off x="5725649" y="7186110"/>
              <a:ext cx="3175" cy="19050"/>
            </a:xfrm>
            <a:custGeom>
              <a:avLst/>
              <a:gdLst/>
              <a:ahLst/>
              <a:cxnLst/>
              <a:rect l="l" t="t" r="r" b="b"/>
              <a:pathLst>
                <a:path w="3175" h="19050">
                  <a:moveTo>
                    <a:pt x="21" y="18864"/>
                  </a:moveTo>
                  <a:lnTo>
                    <a:pt x="0" y="0"/>
                  </a:lnTo>
                  <a:lnTo>
                    <a:pt x="2660" y="0"/>
                  </a:lnTo>
                  <a:lnTo>
                    <a:pt x="0" y="0"/>
                  </a:lnTo>
                  <a:lnTo>
                    <a:pt x="21" y="18864"/>
                  </a:lnTo>
                  <a:close/>
                </a:path>
              </a:pathLst>
            </a:custGeom>
            <a:solidFill>
              <a:srgbClr val="9C7C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1" name="object 1841"/>
            <p:cNvSpPr/>
            <p:nvPr/>
          </p:nvSpPr>
          <p:spPr>
            <a:xfrm>
              <a:off x="5728309" y="7186110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2660" y="0"/>
                  </a:moveTo>
                  <a:lnTo>
                    <a:pt x="0" y="0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95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2" name="object 1842"/>
            <p:cNvSpPr/>
            <p:nvPr/>
          </p:nvSpPr>
          <p:spPr>
            <a:xfrm>
              <a:off x="5725649" y="7186110"/>
              <a:ext cx="5715" cy="19050"/>
            </a:xfrm>
            <a:custGeom>
              <a:avLst/>
              <a:gdLst/>
              <a:ahLst/>
              <a:cxnLst/>
              <a:rect l="l" t="t" r="r" b="b"/>
              <a:pathLst>
                <a:path w="5714" h="19050">
                  <a:moveTo>
                    <a:pt x="5321" y="0"/>
                  </a:moveTo>
                  <a:lnTo>
                    <a:pt x="0" y="0"/>
                  </a:lnTo>
                  <a:lnTo>
                    <a:pt x="21" y="18864"/>
                  </a:lnTo>
                  <a:lnTo>
                    <a:pt x="5321" y="18864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B72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3" name="object 1843"/>
            <p:cNvSpPr/>
            <p:nvPr/>
          </p:nvSpPr>
          <p:spPr>
            <a:xfrm>
              <a:off x="5727586" y="7274951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426" y="0"/>
                  </a:moveTo>
                  <a:lnTo>
                    <a:pt x="0" y="0"/>
                  </a:lnTo>
                  <a:lnTo>
                    <a:pt x="3426" y="2550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A592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4" name="object 1844"/>
            <p:cNvSpPr/>
            <p:nvPr/>
          </p:nvSpPr>
          <p:spPr>
            <a:xfrm>
              <a:off x="5725692" y="7261568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0" y="5289"/>
                  </a:moveTo>
                  <a:lnTo>
                    <a:pt x="0" y="0"/>
                  </a:lnTo>
                  <a:lnTo>
                    <a:pt x="2639" y="0"/>
                  </a:lnTo>
                  <a:lnTo>
                    <a:pt x="0" y="0"/>
                  </a:lnTo>
                  <a:lnTo>
                    <a:pt x="0" y="5289"/>
                  </a:lnTo>
                  <a:close/>
                </a:path>
              </a:pathLst>
            </a:custGeom>
            <a:solidFill>
              <a:srgbClr val="9E7E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5" name="object 1845"/>
            <p:cNvSpPr/>
            <p:nvPr/>
          </p:nvSpPr>
          <p:spPr>
            <a:xfrm>
              <a:off x="5718242" y="7263671"/>
              <a:ext cx="7620" cy="10160"/>
            </a:xfrm>
            <a:custGeom>
              <a:avLst/>
              <a:gdLst/>
              <a:ahLst/>
              <a:cxnLst/>
              <a:rect l="l" t="t" r="r" b="b"/>
              <a:pathLst>
                <a:path w="7620" h="10159">
                  <a:moveTo>
                    <a:pt x="3214" y="0"/>
                  </a:moveTo>
                  <a:lnTo>
                    <a:pt x="0" y="4249"/>
                  </a:lnTo>
                  <a:lnTo>
                    <a:pt x="7449" y="9836"/>
                  </a:lnTo>
                  <a:lnTo>
                    <a:pt x="7449" y="3186"/>
                  </a:lnTo>
                  <a:lnTo>
                    <a:pt x="3214" y="0"/>
                  </a:lnTo>
                  <a:close/>
                </a:path>
              </a:pathLst>
            </a:custGeom>
            <a:solidFill>
              <a:srgbClr val="A281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6" name="object 1846"/>
            <p:cNvSpPr/>
            <p:nvPr/>
          </p:nvSpPr>
          <p:spPr>
            <a:xfrm>
              <a:off x="5728331" y="7261568"/>
              <a:ext cx="3175" cy="0"/>
            </a:xfrm>
            <a:custGeom>
              <a:avLst/>
              <a:gdLst/>
              <a:ahLst/>
              <a:cxnLst/>
              <a:rect l="l" t="t" r="r" b="b"/>
              <a:pathLst>
                <a:path w="3175">
                  <a:moveTo>
                    <a:pt x="2682" y="0"/>
                  </a:moveTo>
                  <a:lnTo>
                    <a:pt x="0" y="0"/>
                  </a:lnTo>
                  <a:lnTo>
                    <a:pt x="2682" y="0"/>
                  </a:lnTo>
                  <a:close/>
                </a:path>
              </a:pathLst>
            </a:custGeom>
            <a:solidFill>
              <a:srgbClr val="976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7" name="object 1847"/>
            <p:cNvSpPr/>
            <p:nvPr/>
          </p:nvSpPr>
          <p:spPr>
            <a:xfrm>
              <a:off x="5725692" y="7271893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4" h="3175">
                  <a:moveTo>
                    <a:pt x="5321" y="0"/>
                  </a:moveTo>
                  <a:lnTo>
                    <a:pt x="4640" y="85"/>
                  </a:lnTo>
                  <a:lnTo>
                    <a:pt x="4917" y="2719"/>
                  </a:lnTo>
                  <a:lnTo>
                    <a:pt x="1894" y="3037"/>
                  </a:lnTo>
                  <a:lnTo>
                    <a:pt x="1064" y="2400"/>
                  </a:lnTo>
                  <a:lnTo>
                    <a:pt x="0" y="1614"/>
                  </a:lnTo>
                  <a:lnTo>
                    <a:pt x="1042" y="2421"/>
                  </a:lnTo>
                  <a:lnTo>
                    <a:pt x="1894" y="3058"/>
                  </a:lnTo>
                  <a:lnTo>
                    <a:pt x="5321" y="2697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A281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8" name="object 1848"/>
            <p:cNvSpPr/>
            <p:nvPr/>
          </p:nvSpPr>
          <p:spPr>
            <a:xfrm>
              <a:off x="5725692" y="7261568"/>
              <a:ext cx="5715" cy="10795"/>
            </a:xfrm>
            <a:custGeom>
              <a:avLst/>
              <a:gdLst/>
              <a:ahLst/>
              <a:cxnLst/>
              <a:rect l="l" t="t" r="r" b="b"/>
              <a:pathLst>
                <a:path w="5714" h="10795">
                  <a:moveTo>
                    <a:pt x="5321" y="0"/>
                  </a:moveTo>
                  <a:lnTo>
                    <a:pt x="0" y="0"/>
                  </a:lnTo>
                  <a:lnTo>
                    <a:pt x="0" y="5289"/>
                  </a:lnTo>
                  <a:lnTo>
                    <a:pt x="3426" y="7860"/>
                  </a:lnTo>
                  <a:lnTo>
                    <a:pt x="4363" y="7774"/>
                  </a:lnTo>
                  <a:lnTo>
                    <a:pt x="4640" y="10410"/>
                  </a:lnTo>
                  <a:lnTo>
                    <a:pt x="5321" y="10325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D73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9" name="object 1849"/>
            <p:cNvSpPr/>
            <p:nvPr/>
          </p:nvSpPr>
          <p:spPr>
            <a:xfrm>
              <a:off x="5725692" y="7266857"/>
              <a:ext cx="5080" cy="8255"/>
            </a:xfrm>
            <a:custGeom>
              <a:avLst/>
              <a:gdLst/>
              <a:ahLst/>
              <a:cxnLst/>
              <a:rect l="l" t="t" r="r" b="b"/>
              <a:pathLst>
                <a:path w="5079" h="8254">
                  <a:moveTo>
                    <a:pt x="0" y="0"/>
                  </a:moveTo>
                  <a:lnTo>
                    <a:pt x="0" y="6649"/>
                  </a:lnTo>
                  <a:lnTo>
                    <a:pt x="1064" y="7435"/>
                  </a:lnTo>
                  <a:lnTo>
                    <a:pt x="1894" y="8073"/>
                  </a:lnTo>
                  <a:lnTo>
                    <a:pt x="4917" y="7754"/>
                  </a:lnTo>
                  <a:lnTo>
                    <a:pt x="4363" y="2485"/>
                  </a:lnTo>
                  <a:lnTo>
                    <a:pt x="3426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75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0" name="object 1850"/>
            <p:cNvSpPr/>
            <p:nvPr/>
          </p:nvSpPr>
          <p:spPr>
            <a:xfrm>
              <a:off x="5686165" y="7229830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2639" y="0"/>
                  </a:moveTo>
                  <a:lnTo>
                    <a:pt x="0" y="0"/>
                  </a:lnTo>
                  <a:lnTo>
                    <a:pt x="2639" y="20"/>
                  </a:lnTo>
                  <a:close/>
                </a:path>
              </a:pathLst>
            </a:custGeom>
            <a:solidFill>
              <a:srgbClr val="9C7C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1" name="object 1851"/>
            <p:cNvSpPr/>
            <p:nvPr/>
          </p:nvSpPr>
          <p:spPr>
            <a:xfrm>
              <a:off x="5683504" y="7229855"/>
              <a:ext cx="13335" cy="19685"/>
            </a:xfrm>
            <a:custGeom>
              <a:avLst/>
              <a:gdLst/>
              <a:ahLst/>
              <a:cxnLst/>
              <a:rect l="l" t="t" r="r" b="b"/>
              <a:pathLst>
                <a:path w="13335" h="19684">
                  <a:moveTo>
                    <a:pt x="5321" y="7645"/>
                  </a:moveTo>
                  <a:lnTo>
                    <a:pt x="5295" y="0"/>
                  </a:lnTo>
                  <a:lnTo>
                    <a:pt x="0" y="0"/>
                  </a:lnTo>
                  <a:lnTo>
                    <a:pt x="0" y="8216"/>
                  </a:lnTo>
                  <a:lnTo>
                    <a:pt x="5321" y="7645"/>
                  </a:lnTo>
                  <a:close/>
                </a:path>
                <a:path w="13335" h="19684">
                  <a:moveTo>
                    <a:pt x="12763" y="14871"/>
                  </a:moveTo>
                  <a:lnTo>
                    <a:pt x="9664" y="12534"/>
                  </a:lnTo>
                  <a:lnTo>
                    <a:pt x="1905" y="13360"/>
                  </a:lnTo>
                  <a:lnTo>
                    <a:pt x="9550" y="19126"/>
                  </a:lnTo>
                  <a:lnTo>
                    <a:pt x="12763" y="14871"/>
                  </a:lnTo>
                  <a:close/>
                </a:path>
              </a:pathLst>
            </a:custGeom>
            <a:solidFill>
              <a:srgbClr val="A281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2" name="object 1852"/>
            <p:cNvSpPr/>
            <p:nvPr/>
          </p:nvSpPr>
          <p:spPr>
            <a:xfrm>
              <a:off x="5683505" y="7237498"/>
              <a:ext cx="10160" cy="5715"/>
            </a:xfrm>
            <a:custGeom>
              <a:avLst/>
              <a:gdLst/>
              <a:ahLst/>
              <a:cxnLst/>
              <a:rect l="l" t="t" r="r" b="b"/>
              <a:pathLst>
                <a:path w="10160" h="5715">
                  <a:moveTo>
                    <a:pt x="5321" y="0"/>
                  </a:moveTo>
                  <a:lnTo>
                    <a:pt x="0" y="574"/>
                  </a:lnTo>
                  <a:lnTo>
                    <a:pt x="0" y="4269"/>
                  </a:lnTo>
                  <a:lnTo>
                    <a:pt x="1915" y="5714"/>
                  </a:lnTo>
                  <a:lnTo>
                    <a:pt x="9663" y="4885"/>
                  </a:lnTo>
                  <a:lnTo>
                    <a:pt x="5321" y="1635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F75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3" name="object 1853"/>
            <p:cNvSpPr/>
            <p:nvPr/>
          </p:nvSpPr>
          <p:spPr>
            <a:xfrm>
              <a:off x="5683483" y="7192101"/>
              <a:ext cx="5715" cy="19050"/>
            </a:xfrm>
            <a:custGeom>
              <a:avLst/>
              <a:gdLst/>
              <a:ahLst/>
              <a:cxnLst/>
              <a:rect l="l" t="t" r="r" b="b"/>
              <a:pathLst>
                <a:path w="5714" h="19050">
                  <a:moveTo>
                    <a:pt x="5321" y="0"/>
                  </a:moveTo>
                  <a:lnTo>
                    <a:pt x="0" y="0"/>
                  </a:lnTo>
                  <a:lnTo>
                    <a:pt x="0" y="18864"/>
                  </a:lnTo>
                  <a:lnTo>
                    <a:pt x="5321" y="18864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A281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4" name="object 1854"/>
            <p:cNvSpPr/>
            <p:nvPr/>
          </p:nvSpPr>
          <p:spPr>
            <a:xfrm>
              <a:off x="5683463" y="7154372"/>
              <a:ext cx="5715" cy="19050"/>
            </a:xfrm>
            <a:custGeom>
              <a:avLst/>
              <a:gdLst/>
              <a:ahLst/>
              <a:cxnLst/>
              <a:rect l="l" t="t" r="r" b="b"/>
              <a:pathLst>
                <a:path w="5714" h="19050">
                  <a:moveTo>
                    <a:pt x="5321" y="0"/>
                  </a:moveTo>
                  <a:lnTo>
                    <a:pt x="0" y="0"/>
                  </a:lnTo>
                  <a:lnTo>
                    <a:pt x="20" y="18864"/>
                  </a:lnTo>
                  <a:lnTo>
                    <a:pt x="5341" y="18864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9D7D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5" name="object 1855"/>
            <p:cNvSpPr/>
            <p:nvPr/>
          </p:nvSpPr>
          <p:spPr>
            <a:xfrm>
              <a:off x="5768835" y="6861403"/>
              <a:ext cx="29845" cy="17145"/>
            </a:xfrm>
            <a:custGeom>
              <a:avLst/>
              <a:gdLst/>
              <a:ahLst/>
              <a:cxnLst/>
              <a:rect l="l" t="t" r="r" b="b"/>
              <a:pathLst>
                <a:path w="29845" h="17145">
                  <a:moveTo>
                    <a:pt x="12217" y="11645"/>
                  </a:moveTo>
                  <a:lnTo>
                    <a:pt x="10922" y="9334"/>
                  </a:lnTo>
                  <a:lnTo>
                    <a:pt x="10807" y="6680"/>
                  </a:lnTo>
                  <a:lnTo>
                    <a:pt x="10515" y="6692"/>
                  </a:lnTo>
                  <a:lnTo>
                    <a:pt x="165" y="7137"/>
                  </a:lnTo>
                  <a:lnTo>
                    <a:pt x="215" y="8331"/>
                  </a:lnTo>
                  <a:lnTo>
                    <a:pt x="0" y="8356"/>
                  </a:lnTo>
                  <a:lnTo>
                    <a:pt x="292" y="10261"/>
                  </a:lnTo>
                  <a:lnTo>
                    <a:pt x="368" y="12103"/>
                  </a:lnTo>
                  <a:lnTo>
                    <a:pt x="381" y="12255"/>
                  </a:lnTo>
                  <a:lnTo>
                    <a:pt x="393" y="12458"/>
                  </a:lnTo>
                  <a:lnTo>
                    <a:pt x="698" y="12827"/>
                  </a:lnTo>
                  <a:lnTo>
                    <a:pt x="825" y="13601"/>
                  </a:lnTo>
                  <a:lnTo>
                    <a:pt x="1104" y="13563"/>
                  </a:lnTo>
                  <a:lnTo>
                    <a:pt x="2895" y="16789"/>
                  </a:lnTo>
                  <a:lnTo>
                    <a:pt x="12217" y="11645"/>
                  </a:lnTo>
                  <a:close/>
                </a:path>
                <a:path w="29845" h="17145">
                  <a:moveTo>
                    <a:pt x="29502" y="4953"/>
                  </a:moveTo>
                  <a:lnTo>
                    <a:pt x="27584" y="0"/>
                  </a:lnTo>
                  <a:lnTo>
                    <a:pt x="17665" y="3848"/>
                  </a:lnTo>
                  <a:lnTo>
                    <a:pt x="19583" y="8801"/>
                  </a:lnTo>
                  <a:lnTo>
                    <a:pt x="29502" y="4953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6" name="object 1856"/>
            <p:cNvSpPr/>
            <p:nvPr/>
          </p:nvSpPr>
          <p:spPr>
            <a:xfrm>
              <a:off x="4513878" y="6683295"/>
              <a:ext cx="267335" cy="532765"/>
            </a:xfrm>
            <a:custGeom>
              <a:avLst/>
              <a:gdLst/>
              <a:ahLst/>
              <a:cxnLst/>
              <a:rect l="l" t="t" r="r" b="b"/>
              <a:pathLst>
                <a:path w="267335" h="532765">
                  <a:moveTo>
                    <a:pt x="0" y="0"/>
                  </a:moveTo>
                  <a:lnTo>
                    <a:pt x="212" y="532514"/>
                  </a:lnTo>
                  <a:lnTo>
                    <a:pt x="267295" y="504344"/>
                  </a:lnTo>
                  <a:lnTo>
                    <a:pt x="267252" y="424129"/>
                  </a:lnTo>
                  <a:lnTo>
                    <a:pt x="246564" y="426380"/>
                  </a:lnTo>
                  <a:lnTo>
                    <a:pt x="246287" y="423725"/>
                  </a:lnTo>
                  <a:lnTo>
                    <a:pt x="235176" y="424893"/>
                  </a:lnTo>
                  <a:lnTo>
                    <a:pt x="235452" y="427527"/>
                  </a:lnTo>
                  <a:lnTo>
                    <a:pt x="227407" y="428335"/>
                  </a:lnTo>
                  <a:lnTo>
                    <a:pt x="227407" y="431161"/>
                  </a:lnTo>
                  <a:lnTo>
                    <a:pt x="223852" y="428675"/>
                  </a:lnTo>
                  <a:lnTo>
                    <a:pt x="222044" y="428866"/>
                  </a:lnTo>
                  <a:lnTo>
                    <a:pt x="222044" y="427358"/>
                  </a:lnTo>
                  <a:lnTo>
                    <a:pt x="206335" y="415483"/>
                  </a:lnTo>
                  <a:lnTo>
                    <a:pt x="207932" y="413423"/>
                  </a:lnTo>
                  <a:lnTo>
                    <a:pt x="190882" y="400612"/>
                  </a:lnTo>
                  <a:lnTo>
                    <a:pt x="189285" y="402673"/>
                  </a:lnTo>
                  <a:lnTo>
                    <a:pt x="181645" y="396958"/>
                  </a:lnTo>
                  <a:lnTo>
                    <a:pt x="179899" y="397129"/>
                  </a:lnTo>
                  <a:lnTo>
                    <a:pt x="179899" y="395641"/>
                  </a:lnTo>
                  <a:lnTo>
                    <a:pt x="175493" y="392348"/>
                  </a:lnTo>
                  <a:lnTo>
                    <a:pt x="179899" y="391839"/>
                  </a:lnTo>
                  <a:lnTo>
                    <a:pt x="179899" y="383553"/>
                  </a:lnTo>
                  <a:lnTo>
                    <a:pt x="182389" y="383553"/>
                  </a:lnTo>
                  <a:lnTo>
                    <a:pt x="182389" y="364625"/>
                  </a:lnTo>
                  <a:lnTo>
                    <a:pt x="179899" y="364625"/>
                  </a:lnTo>
                  <a:lnTo>
                    <a:pt x="179707" y="345889"/>
                  </a:lnTo>
                  <a:lnTo>
                    <a:pt x="182389" y="345889"/>
                  </a:lnTo>
                  <a:lnTo>
                    <a:pt x="182389" y="326961"/>
                  </a:lnTo>
                  <a:lnTo>
                    <a:pt x="179707" y="326961"/>
                  </a:lnTo>
                  <a:lnTo>
                    <a:pt x="179707" y="308033"/>
                  </a:lnTo>
                  <a:lnTo>
                    <a:pt x="182389" y="308033"/>
                  </a:lnTo>
                  <a:lnTo>
                    <a:pt x="182389" y="289295"/>
                  </a:lnTo>
                  <a:lnTo>
                    <a:pt x="179707" y="289295"/>
                  </a:lnTo>
                  <a:lnTo>
                    <a:pt x="179707" y="279885"/>
                  </a:lnTo>
                  <a:lnTo>
                    <a:pt x="175493" y="276677"/>
                  </a:lnTo>
                  <a:lnTo>
                    <a:pt x="179707" y="276188"/>
                  </a:lnTo>
                  <a:lnTo>
                    <a:pt x="179707" y="273235"/>
                  </a:lnTo>
                  <a:lnTo>
                    <a:pt x="183198" y="275805"/>
                  </a:lnTo>
                  <a:lnTo>
                    <a:pt x="192733" y="274765"/>
                  </a:lnTo>
                  <a:lnTo>
                    <a:pt x="193032" y="277463"/>
                  </a:lnTo>
                  <a:lnTo>
                    <a:pt x="213700" y="275275"/>
                  </a:lnTo>
                  <a:lnTo>
                    <a:pt x="213423" y="272662"/>
                  </a:lnTo>
                  <a:lnTo>
                    <a:pt x="235070" y="270367"/>
                  </a:lnTo>
                  <a:lnTo>
                    <a:pt x="235346" y="272981"/>
                  </a:lnTo>
                  <a:lnTo>
                    <a:pt x="255078" y="270898"/>
                  </a:lnTo>
                  <a:lnTo>
                    <a:pt x="254801" y="268264"/>
                  </a:lnTo>
                  <a:lnTo>
                    <a:pt x="267188" y="266989"/>
                  </a:lnTo>
                  <a:lnTo>
                    <a:pt x="267167" y="2009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B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7" name="object 1857"/>
            <p:cNvSpPr/>
            <p:nvPr/>
          </p:nvSpPr>
          <p:spPr>
            <a:xfrm>
              <a:off x="4518432" y="7192994"/>
              <a:ext cx="262890" cy="225425"/>
            </a:xfrm>
            <a:custGeom>
              <a:avLst/>
              <a:gdLst/>
              <a:ahLst/>
              <a:cxnLst/>
              <a:rect l="l" t="t" r="r" b="b"/>
              <a:pathLst>
                <a:path w="262889" h="225425">
                  <a:moveTo>
                    <a:pt x="262779" y="101565"/>
                  </a:moveTo>
                  <a:lnTo>
                    <a:pt x="115237" y="101565"/>
                  </a:lnTo>
                  <a:lnTo>
                    <a:pt x="119280" y="105027"/>
                  </a:lnTo>
                  <a:lnTo>
                    <a:pt x="112810" y="112548"/>
                  </a:lnTo>
                  <a:lnTo>
                    <a:pt x="262826" y="225394"/>
                  </a:lnTo>
                  <a:lnTo>
                    <a:pt x="262779" y="101565"/>
                  </a:lnTo>
                  <a:close/>
                </a:path>
                <a:path w="262889" h="225425">
                  <a:moveTo>
                    <a:pt x="262776" y="91963"/>
                  </a:moveTo>
                  <a:lnTo>
                    <a:pt x="107000" y="91963"/>
                  </a:lnTo>
                  <a:lnTo>
                    <a:pt x="110404" y="96062"/>
                  </a:lnTo>
                  <a:lnTo>
                    <a:pt x="109855" y="96514"/>
                  </a:lnTo>
                  <a:lnTo>
                    <a:pt x="113615" y="100439"/>
                  </a:lnTo>
                  <a:lnTo>
                    <a:pt x="113444" y="100439"/>
                  </a:lnTo>
                  <a:lnTo>
                    <a:pt x="106041" y="107471"/>
                  </a:lnTo>
                  <a:lnTo>
                    <a:pt x="108531" y="109340"/>
                  </a:lnTo>
                  <a:lnTo>
                    <a:pt x="115237" y="101565"/>
                  </a:lnTo>
                  <a:lnTo>
                    <a:pt x="262779" y="101565"/>
                  </a:lnTo>
                  <a:lnTo>
                    <a:pt x="262776" y="91963"/>
                  </a:lnTo>
                  <a:close/>
                </a:path>
                <a:path w="262889" h="225425">
                  <a:moveTo>
                    <a:pt x="109846" y="96514"/>
                  </a:moveTo>
                  <a:lnTo>
                    <a:pt x="101061" y="103732"/>
                  </a:lnTo>
                  <a:lnTo>
                    <a:pt x="101742" y="104241"/>
                  </a:lnTo>
                  <a:lnTo>
                    <a:pt x="109846" y="96514"/>
                  </a:lnTo>
                  <a:close/>
                </a:path>
                <a:path w="262889" h="225425">
                  <a:moveTo>
                    <a:pt x="262741" y="0"/>
                  </a:moveTo>
                  <a:lnTo>
                    <a:pt x="0" y="27701"/>
                  </a:lnTo>
                  <a:lnTo>
                    <a:pt x="96697" y="100439"/>
                  </a:lnTo>
                  <a:lnTo>
                    <a:pt x="105244" y="93407"/>
                  </a:lnTo>
                  <a:lnTo>
                    <a:pt x="99380" y="93407"/>
                  </a:lnTo>
                  <a:lnTo>
                    <a:pt x="96484" y="88946"/>
                  </a:lnTo>
                  <a:lnTo>
                    <a:pt x="114151" y="77496"/>
                  </a:lnTo>
                  <a:lnTo>
                    <a:pt x="124589" y="77496"/>
                  </a:lnTo>
                  <a:lnTo>
                    <a:pt x="134158" y="69636"/>
                  </a:lnTo>
                  <a:lnTo>
                    <a:pt x="131818" y="66024"/>
                  </a:lnTo>
                  <a:lnTo>
                    <a:pt x="149484" y="54574"/>
                  </a:lnTo>
                  <a:lnTo>
                    <a:pt x="157264" y="54574"/>
                  </a:lnTo>
                  <a:lnTo>
                    <a:pt x="156359" y="53788"/>
                  </a:lnTo>
                  <a:lnTo>
                    <a:pt x="156508" y="53618"/>
                  </a:lnTo>
                  <a:lnTo>
                    <a:pt x="155762" y="52875"/>
                  </a:lnTo>
                  <a:lnTo>
                    <a:pt x="155891" y="52746"/>
                  </a:lnTo>
                  <a:lnTo>
                    <a:pt x="155401" y="52174"/>
                  </a:lnTo>
                  <a:lnTo>
                    <a:pt x="163617" y="45417"/>
                  </a:lnTo>
                  <a:lnTo>
                    <a:pt x="169166" y="45417"/>
                  </a:lnTo>
                  <a:lnTo>
                    <a:pt x="167512" y="42868"/>
                  </a:lnTo>
                  <a:lnTo>
                    <a:pt x="176430" y="37090"/>
                  </a:lnTo>
                  <a:lnTo>
                    <a:pt x="262755" y="37090"/>
                  </a:lnTo>
                  <a:lnTo>
                    <a:pt x="262741" y="0"/>
                  </a:lnTo>
                  <a:close/>
                </a:path>
                <a:path w="262889" h="225425">
                  <a:moveTo>
                    <a:pt x="124589" y="77496"/>
                  </a:moveTo>
                  <a:lnTo>
                    <a:pt x="114151" y="77496"/>
                  </a:lnTo>
                  <a:lnTo>
                    <a:pt x="116782" y="81532"/>
                  </a:lnTo>
                  <a:lnTo>
                    <a:pt x="117014" y="81956"/>
                  </a:lnTo>
                  <a:lnTo>
                    <a:pt x="99380" y="93407"/>
                  </a:lnTo>
                  <a:lnTo>
                    <a:pt x="105244" y="93407"/>
                  </a:lnTo>
                  <a:lnTo>
                    <a:pt x="107000" y="91963"/>
                  </a:lnTo>
                  <a:lnTo>
                    <a:pt x="262776" y="91963"/>
                  </a:lnTo>
                  <a:lnTo>
                    <a:pt x="262775" y="89222"/>
                  </a:lnTo>
                  <a:lnTo>
                    <a:pt x="132882" y="89222"/>
                  </a:lnTo>
                  <a:lnTo>
                    <a:pt x="128625" y="85581"/>
                  </a:lnTo>
                  <a:lnTo>
                    <a:pt x="125155" y="81956"/>
                  </a:lnTo>
                  <a:lnTo>
                    <a:pt x="125623" y="81532"/>
                  </a:lnTo>
                  <a:lnTo>
                    <a:pt x="123219" y="78621"/>
                  </a:lnTo>
                  <a:lnTo>
                    <a:pt x="124589" y="77496"/>
                  </a:lnTo>
                  <a:close/>
                </a:path>
                <a:path w="262889" h="225425">
                  <a:moveTo>
                    <a:pt x="157264" y="54574"/>
                  </a:moveTo>
                  <a:lnTo>
                    <a:pt x="149484" y="54574"/>
                  </a:lnTo>
                  <a:lnTo>
                    <a:pt x="152400" y="59035"/>
                  </a:lnTo>
                  <a:lnTo>
                    <a:pt x="140587" y="66682"/>
                  </a:lnTo>
                  <a:lnTo>
                    <a:pt x="142821" y="69381"/>
                  </a:lnTo>
                  <a:lnTo>
                    <a:pt x="142585" y="69636"/>
                  </a:lnTo>
                  <a:lnTo>
                    <a:pt x="144056" y="71335"/>
                  </a:lnTo>
                  <a:lnTo>
                    <a:pt x="146483" y="73417"/>
                  </a:lnTo>
                  <a:lnTo>
                    <a:pt x="132882" y="89222"/>
                  </a:lnTo>
                  <a:lnTo>
                    <a:pt x="262775" y="89222"/>
                  </a:lnTo>
                  <a:lnTo>
                    <a:pt x="262763" y="57251"/>
                  </a:lnTo>
                  <a:lnTo>
                    <a:pt x="160403" y="57251"/>
                  </a:lnTo>
                  <a:lnTo>
                    <a:pt x="159771" y="56719"/>
                  </a:lnTo>
                  <a:lnTo>
                    <a:pt x="159445" y="56719"/>
                  </a:lnTo>
                  <a:lnTo>
                    <a:pt x="159016" y="56273"/>
                  </a:lnTo>
                  <a:lnTo>
                    <a:pt x="158785" y="56273"/>
                  </a:lnTo>
                  <a:lnTo>
                    <a:pt x="157679" y="54935"/>
                  </a:lnTo>
                  <a:lnTo>
                    <a:pt x="157264" y="54574"/>
                  </a:lnTo>
                  <a:close/>
                </a:path>
                <a:path w="262889" h="225425">
                  <a:moveTo>
                    <a:pt x="169166" y="45417"/>
                  </a:moveTo>
                  <a:lnTo>
                    <a:pt x="163617" y="45417"/>
                  </a:lnTo>
                  <a:lnTo>
                    <a:pt x="165217" y="47330"/>
                  </a:lnTo>
                  <a:lnTo>
                    <a:pt x="165341" y="47478"/>
                  </a:lnTo>
                  <a:lnTo>
                    <a:pt x="167342" y="49199"/>
                  </a:lnTo>
                  <a:lnTo>
                    <a:pt x="160403" y="57251"/>
                  </a:lnTo>
                  <a:lnTo>
                    <a:pt x="262763" y="57251"/>
                  </a:lnTo>
                  <a:lnTo>
                    <a:pt x="262759" y="47330"/>
                  </a:lnTo>
                  <a:lnTo>
                    <a:pt x="170407" y="47330"/>
                  </a:lnTo>
                  <a:lnTo>
                    <a:pt x="169166" y="45417"/>
                  </a:lnTo>
                  <a:close/>
                </a:path>
                <a:path w="262889" h="225425">
                  <a:moveTo>
                    <a:pt x="159594" y="56570"/>
                  </a:moveTo>
                  <a:lnTo>
                    <a:pt x="159445" y="56719"/>
                  </a:lnTo>
                  <a:lnTo>
                    <a:pt x="159771" y="56719"/>
                  </a:lnTo>
                  <a:lnTo>
                    <a:pt x="159594" y="56570"/>
                  </a:lnTo>
                  <a:close/>
                </a:path>
                <a:path w="262889" h="225425">
                  <a:moveTo>
                    <a:pt x="262755" y="37090"/>
                  </a:moveTo>
                  <a:lnTo>
                    <a:pt x="176430" y="37090"/>
                  </a:lnTo>
                  <a:lnTo>
                    <a:pt x="179325" y="41551"/>
                  </a:lnTo>
                  <a:lnTo>
                    <a:pt x="170407" y="47330"/>
                  </a:lnTo>
                  <a:lnTo>
                    <a:pt x="262759" y="47330"/>
                  </a:lnTo>
                  <a:lnTo>
                    <a:pt x="262755" y="37090"/>
                  </a:lnTo>
                  <a:close/>
                </a:path>
              </a:pathLst>
            </a:custGeom>
            <a:solidFill>
              <a:srgbClr val="8D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58" name="object 1858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614917" y="7230084"/>
              <a:ext cx="82840" cy="75458"/>
            </a:xfrm>
            <a:prstGeom prst="rect">
              <a:avLst/>
            </a:prstGeom>
          </p:spPr>
        </p:pic>
        <p:sp>
          <p:nvSpPr>
            <p:cNvPr id="1859" name="object 1859"/>
            <p:cNvSpPr/>
            <p:nvPr/>
          </p:nvSpPr>
          <p:spPr>
            <a:xfrm>
              <a:off x="4785751" y="6862018"/>
              <a:ext cx="221615" cy="325120"/>
            </a:xfrm>
            <a:custGeom>
              <a:avLst/>
              <a:gdLst/>
              <a:ahLst/>
              <a:cxnLst/>
              <a:rect l="l" t="t" r="r" b="b"/>
              <a:pathLst>
                <a:path w="221614" h="325120">
                  <a:moveTo>
                    <a:pt x="16558" y="240541"/>
                  </a:moveTo>
                  <a:lnTo>
                    <a:pt x="4872" y="241773"/>
                  </a:lnTo>
                  <a:lnTo>
                    <a:pt x="5149" y="244407"/>
                  </a:lnTo>
                  <a:lnTo>
                    <a:pt x="700" y="244853"/>
                  </a:lnTo>
                  <a:lnTo>
                    <a:pt x="744" y="325069"/>
                  </a:lnTo>
                  <a:lnTo>
                    <a:pt x="221468" y="301786"/>
                  </a:lnTo>
                  <a:lnTo>
                    <a:pt x="221438" y="243069"/>
                  </a:lnTo>
                  <a:lnTo>
                    <a:pt x="16835" y="243069"/>
                  </a:lnTo>
                  <a:lnTo>
                    <a:pt x="16558" y="240541"/>
                  </a:lnTo>
                  <a:close/>
                </a:path>
                <a:path w="221614" h="325120">
                  <a:moveTo>
                    <a:pt x="58894" y="236058"/>
                  </a:moveTo>
                  <a:lnTo>
                    <a:pt x="46250" y="237397"/>
                  </a:lnTo>
                  <a:lnTo>
                    <a:pt x="46527" y="240009"/>
                  </a:lnTo>
                  <a:lnTo>
                    <a:pt x="16835" y="243069"/>
                  </a:lnTo>
                  <a:lnTo>
                    <a:pt x="221438" y="243069"/>
                  </a:lnTo>
                  <a:lnTo>
                    <a:pt x="221436" y="238672"/>
                  </a:lnTo>
                  <a:lnTo>
                    <a:pt x="59170" y="238672"/>
                  </a:lnTo>
                  <a:lnTo>
                    <a:pt x="59036" y="237397"/>
                  </a:lnTo>
                  <a:lnTo>
                    <a:pt x="58950" y="236589"/>
                  </a:lnTo>
                  <a:lnTo>
                    <a:pt x="58894" y="236058"/>
                  </a:lnTo>
                  <a:close/>
                </a:path>
                <a:path w="221614" h="325120">
                  <a:moveTo>
                    <a:pt x="101230" y="231576"/>
                  </a:moveTo>
                  <a:lnTo>
                    <a:pt x="87628" y="233020"/>
                  </a:lnTo>
                  <a:lnTo>
                    <a:pt x="87905" y="235612"/>
                  </a:lnTo>
                  <a:lnTo>
                    <a:pt x="59170" y="238672"/>
                  </a:lnTo>
                  <a:lnTo>
                    <a:pt x="221436" y="238672"/>
                  </a:lnTo>
                  <a:lnTo>
                    <a:pt x="221433" y="234082"/>
                  </a:lnTo>
                  <a:lnTo>
                    <a:pt x="101507" y="234082"/>
                  </a:lnTo>
                  <a:lnTo>
                    <a:pt x="101389" y="233020"/>
                  </a:lnTo>
                  <a:lnTo>
                    <a:pt x="101274" y="231979"/>
                  </a:lnTo>
                  <a:lnTo>
                    <a:pt x="101230" y="231576"/>
                  </a:lnTo>
                  <a:close/>
                </a:path>
                <a:path w="221614" h="325120">
                  <a:moveTo>
                    <a:pt x="143565" y="227115"/>
                  </a:moveTo>
                  <a:lnTo>
                    <a:pt x="129006" y="228644"/>
                  </a:lnTo>
                  <a:lnTo>
                    <a:pt x="129283" y="231214"/>
                  </a:lnTo>
                  <a:lnTo>
                    <a:pt x="122579" y="231979"/>
                  </a:lnTo>
                  <a:lnTo>
                    <a:pt x="101507" y="234082"/>
                  </a:lnTo>
                  <a:lnTo>
                    <a:pt x="221433" y="234082"/>
                  </a:lnTo>
                  <a:lnTo>
                    <a:pt x="221431" y="229685"/>
                  </a:lnTo>
                  <a:lnTo>
                    <a:pt x="143842" y="229685"/>
                  </a:lnTo>
                  <a:lnTo>
                    <a:pt x="143565" y="227115"/>
                  </a:lnTo>
                  <a:close/>
                </a:path>
                <a:path w="221614" h="325120">
                  <a:moveTo>
                    <a:pt x="185709" y="222653"/>
                  </a:moveTo>
                  <a:lnTo>
                    <a:pt x="170384" y="224268"/>
                  </a:lnTo>
                  <a:lnTo>
                    <a:pt x="170661" y="226818"/>
                  </a:lnTo>
                  <a:lnTo>
                    <a:pt x="143842" y="229685"/>
                  </a:lnTo>
                  <a:lnTo>
                    <a:pt x="221431" y="229685"/>
                  </a:lnTo>
                  <a:lnTo>
                    <a:pt x="221429" y="225287"/>
                  </a:lnTo>
                  <a:lnTo>
                    <a:pt x="185986" y="225287"/>
                  </a:lnTo>
                  <a:lnTo>
                    <a:pt x="185745" y="222994"/>
                  </a:lnTo>
                  <a:lnTo>
                    <a:pt x="185709" y="222653"/>
                  </a:lnTo>
                  <a:close/>
                </a:path>
                <a:path w="221614" h="325120">
                  <a:moveTo>
                    <a:pt x="221425" y="218873"/>
                  </a:moveTo>
                  <a:lnTo>
                    <a:pt x="211762" y="219892"/>
                  </a:lnTo>
                  <a:lnTo>
                    <a:pt x="212039" y="222420"/>
                  </a:lnTo>
                  <a:lnTo>
                    <a:pt x="207249" y="222994"/>
                  </a:lnTo>
                  <a:lnTo>
                    <a:pt x="185986" y="225287"/>
                  </a:lnTo>
                  <a:lnTo>
                    <a:pt x="221429" y="225287"/>
                  </a:lnTo>
                  <a:lnTo>
                    <a:pt x="221425" y="218873"/>
                  </a:lnTo>
                  <a:close/>
                </a:path>
                <a:path w="221614" h="325120">
                  <a:moveTo>
                    <a:pt x="24525" y="87247"/>
                  </a:moveTo>
                  <a:lnTo>
                    <a:pt x="5533" y="87247"/>
                  </a:lnTo>
                  <a:lnTo>
                    <a:pt x="5725" y="89796"/>
                  </a:lnTo>
                  <a:lnTo>
                    <a:pt x="24583" y="87798"/>
                  </a:lnTo>
                  <a:lnTo>
                    <a:pt x="24525" y="87247"/>
                  </a:lnTo>
                  <a:close/>
                </a:path>
                <a:path w="221614" h="325120">
                  <a:moveTo>
                    <a:pt x="221340" y="0"/>
                  </a:moveTo>
                  <a:lnTo>
                    <a:pt x="615" y="23282"/>
                  </a:lnTo>
                  <a:lnTo>
                    <a:pt x="637" y="87798"/>
                  </a:lnTo>
                  <a:lnTo>
                    <a:pt x="0" y="87798"/>
                  </a:lnTo>
                  <a:lnTo>
                    <a:pt x="5533" y="87247"/>
                  </a:lnTo>
                  <a:lnTo>
                    <a:pt x="24525" y="87247"/>
                  </a:lnTo>
                  <a:lnTo>
                    <a:pt x="24326" y="85335"/>
                  </a:lnTo>
                  <a:lnTo>
                    <a:pt x="24306" y="85144"/>
                  </a:lnTo>
                  <a:lnTo>
                    <a:pt x="47677" y="82657"/>
                  </a:lnTo>
                  <a:lnTo>
                    <a:pt x="65882" y="82657"/>
                  </a:lnTo>
                  <a:lnTo>
                    <a:pt x="65695" y="80853"/>
                  </a:lnTo>
                  <a:lnTo>
                    <a:pt x="64625" y="80853"/>
                  </a:lnTo>
                  <a:lnTo>
                    <a:pt x="90012" y="78261"/>
                  </a:lnTo>
                  <a:lnTo>
                    <a:pt x="107444" y="78261"/>
                  </a:lnTo>
                  <a:lnTo>
                    <a:pt x="107253" y="76540"/>
                  </a:lnTo>
                  <a:lnTo>
                    <a:pt x="111105" y="76114"/>
                  </a:lnTo>
                  <a:lnTo>
                    <a:pt x="111085" y="75966"/>
                  </a:lnTo>
                  <a:lnTo>
                    <a:pt x="132349" y="73863"/>
                  </a:lnTo>
                  <a:lnTo>
                    <a:pt x="148820" y="73863"/>
                  </a:lnTo>
                  <a:lnTo>
                    <a:pt x="148631" y="72142"/>
                  </a:lnTo>
                  <a:lnTo>
                    <a:pt x="153421" y="71569"/>
                  </a:lnTo>
                  <a:lnTo>
                    <a:pt x="174684" y="69274"/>
                  </a:lnTo>
                  <a:lnTo>
                    <a:pt x="190175" y="69274"/>
                  </a:lnTo>
                  <a:lnTo>
                    <a:pt x="190009" y="67745"/>
                  </a:lnTo>
                  <a:lnTo>
                    <a:pt x="216828" y="64877"/>
                  </a:lnTo>
                  <a:lnTo>
                    <a:pt x="221382" y="64877"/>
                  </a:lnTo>
                  <a:lnTo>
                    <a:pt x="221340" y="0"/>
                  </a:lnTo>
                  <a:close/>
                </a:path>
                <a:path w="221614" h="325120">
                  <a:moveTo>
                    <a:pt x="65882" y="82657"/>
                  </a:moveTo>
                  <a:lnTo>
                    <a:pt x="47677" y="82657"/>
                  </a:lnTo>
                  <a:lnTo>
                    <a:pt x="47762" y="83423"/>
                  </a:lnTo>
                  <a:lnTo>
                    <a:pt x="47861" y="84315"/>
                  </a:lnTo>
                  <a:lnTo>
                    <a:pt x="47975" y="85335"/>
                  </a:lnTo>
                  <a:lnTo>
                    <a:pt x="65961" y="83423"/>
                  </a:lnTo>
                  <a:lnTo>
                    <a:pt x="65882" y="82657"/>
                  </a:lnTo>
                  <a:close/>
                </a:path>
                <a:path w="221614" h="325120">
                  <a:moveTo>
                    <a:pt x="107444" y="78261"/>
                  </a:moveTo>
                  <a:lnTo>
                    <a:pt x="90012" y="78261"/>
                  </a:lnTo>
                  <a:lnTo>
                    <a:pt x="90289" y="80853"/>
                  </a:lnTo>
                  <a:lnTo>
                    <a:pt x="107530" y="79047"/>
                  </a:lnTo>
                  <a:lnTo>
                    <a:pt x="107444" y="78261"/>
                  </a:lnTo>
                  <a:close/>
                </a:path>
                <a:path w="221614" h="325120">
                  <a:moveTo>
                    <a:pt x="148820" y="73863"/>
                  </a:moveTo>
                  <a:lnTo>
                    <a:pt x="132349" y="73863"/>
                  </a:lnTo>
                  <a:lnTo>
                    <a:pt x="132578" y="75966"/>
                  </a:lnTo>
                  <a:lnTo>
                    <a:pt x="132624" y="76391"/>
                  </a:lnTo>
                  <a:lnTo>
                    <a:pt x="148307" y="74734"/>
                  </a:lnTo>
                  <a:lnTo>
                    <a:pt x="148915" y="74734"/>
                  </a:lnTo>
                  <a:lnTo>
                    <a:pt x="148820" y="73863"/>
                  </a:lnTo>
                  <a:close/>
                </a:path>
                <a:path w="221614" h="325120">
                  <a:moveTo>
                    <a:pt x="190175" y="69274"/>
                  </a:moveTo>
                  <a:lnTo>
                    <a:pt x="174684" y="69274"/>
                  </a:lnTo>
                  <a:lnTo>
                    <a:pt x="174925" y="71569"/>
                  </a:lnTo>
                  <a:lnTo>
                    <a:pt x="174961" y="71908"/>
                  </a:lnTo>
                  <a:lnTo>
                    <a:pt x="190286" y="70294"/>
                  </a:lnTo>
                  <a:lnTo>
                    <a:pt x="190175" y="69274"/>
                  </a:lnTo>
                  <a:close/>
                </a:path>
                <a:path w="221614" h="325120">
                  <a:moveTo>
                    <a:pt x="221382" y="64877"/>
                  </a:moveTo>
                  <a:lnTo>
                    <a:pt x="216828" y="64877"/>
                  </a:lnTo>
                  <a:lnTo>
                    <a:pt x="217057" y="67001"/>
                  </a:lnTo>
                  <a:lnTo>
                    <a:pt x="217105" y="67448"/>
                  </a:lnTo>
                  <a:lnTo>
                    <a:pt x="221383" y="67001"/>
                  </a:lnTo>
                  <a:lnTo>
                    <a:pt x="221382" y="64877"/>
                  </a:lnTo>
                  <a:close/>
                </a:path>
              </a:pathLst>
            </a:custGeom>
            <a:solidFill>
              <a:srgbClr val="7CA3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0" name="object 1860"/>
            <p:cNvSpPr/>
            <p:nvPr/>
          </p:nvSpPr>
          <p:spPr>
            <a:xfrm>
              <a:off x="5011427" y="6857365"/>
              <a:ext cx="268605" cy="508634"/>
            </a:xfrm>
            <a:custGeom>
              <a:avLst/>
              <a:gdLst/>
              <a:ahLst/>
              <a:cxnLst/>
              <a:rect l="l" t="t" r="r" b="b"/>
              <a:pathLst>
                <a:path w="268604" h="508634">
                  <a:moveTo>
                    <a:pt x="2369" y="222825"/>
                  </a:moveTo>
                  <a:lnTo>
                    <a:pt x="0" y="223100"/>
                  </a:lnTo>
                  <a:lnTo>
                    <a:pt x="1092" y="223100"/>
                  </a:lnTo>
                  <a:lnTo>
                    <a:pt x="1113" y="307502"/>
                  </a:lnTo>
                  <a:lnTo>
                    <a:pt x="268280" y="508445"/>
                  </a:lnTo>
                  <a:lnTo>
                    <a:pt x="268260" y="480998"/>
                  </a:lnTo>
                  <a:lnTo>
                    <a:pt x="42263" y="311007"/>
                  </a:lnTo>
                  <a:lnTo>
                    <a:pt x="40000" y="311007"/>
                  </a:lnTo>
                  <a:lnTo>
                    <a:pt x="39941" y="225352"/>
                  </a:lnTo>
                  <a:lnTo>
                    <a:pt x="2645" y="225352"/>
                  </a:lnTo>
                  <a:lnTo>
                    <a:pt x="2415" y="223249"/>
                  </a:lnTo>
                  <a:lnTo>
                    <a:pt x="2369" y="222825"/>
                  </a:lnTo>
                  <a:close/>
                </a:path>
                <a:path w="268604" h="508634">
                  <a:moveTo>
                    <a:pt x="41979" y="310794"/>
                  </a:moveTo>
                  <a:lnTo>
                    <a:pt x="40000" y="311007"/>
                  </a:lnTo>
                  <a:lnTo>
                    <a:pt x="42263" y="311007"/>
                  </a:lnTo>
                  <a:lnTo>
                    <a:pt x="41979" y="310794"/>
                  </a:lnTo>
                  <a:close/>
                </a:path>
                <a:path w="268604" h="508634">
                  <a:moveTo>
                    <a:pt x="39937" y="218852"/>
                  </a:moveTo>
                  <a:lnTo>
                    <a:pt x="27463" y="220169"/>
                  </a:lnTo>
                  <a:lnTo>
                    <a:pt x="27740" y="222676"/>
                  </a:lnTo>
                  <a:lnTo>
                    <a:pt x="23888" y="223100"/>
                  </a:lnTo>
                  <a:lnTo>
                    <a:pt x="23908" y="223249"/>
                  </a:lnTo>
                  <a:lnTo>
                    <a:pt x="2645" y="225352"/>
                  </a:lnTo>
                  <a:lnTo>
                    <a:pt x="39941" y="225352"/>
                  </a:lnTo>
                  <a:lnTo>
                    <a:pt x="39937" y="218852"/>
                  </a:lnTo>
                  <a:close/>
                </a:path>
                <a:path w="268604" h="508634">
                  <a:moveTo>
                    <a:pt x="39851" y="0"/>
                  </a:moveTo>
                  <a:lnTo>
                    <a:pt x="985" y="4100"/>
                  </a:lnTo>
                  <a:lnTo>
                    <a:pt x="1028" y="71081"/>
                  </a:lnTo>
                  <a:lnTo>
                    <a:pt x="5987" y="70571"/>
                  </a:lnTo>
                  <a:lnTo>
                    <a:pt x="5710" y="68000"/>
                  </a:lnTo>
                  <a:lnTo>
                    <a:pt x="33487" y="64942"/>
                  </a:lnTo>
                  <a:lnTo>
                    <a:pt x="39872" y="64942"/>
                  </a:lnTo>
                  <a:lnTo>
                    <a:pt x="39851" y="0"/>
                  </a:lnTo>
                  <a:close/>
                </a:path>
                <a:path w="268604" h="508634">
                  <a:moveTo>
                    <a:pt x="39872" y="64942"/>
                  </a:moveTo>
                  <a:lnTo>
                    <a:pt x="33487" y="64942"/>
                  </a:lnTo>
                  <a:lnTo>
                    <a:pt x="33714" y="66981"/>
                  </a:lnTo>
                  <a:lnTo>
                    <a:pt x="33785" y="67618"/>
                  </a:lnTo>
                  <a:lnTo>
                    <a:pt x="39872" y="66981"/>
                  </a:lnTo>
                  <a:lnTo>
                    <a:pt x="39872" y="64942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1" name="object 1861"/>
            <p:cNvSpPr/>
            <p:nvPr/>
          </p:nvSpPr>
          <p:spPr>
            <a:xfrm>
              <a:off x="4786495" y="7168945"/>
              <a:ext cx="488950" cy="252095"/>
            </a:xfrm>
            <a:custGeom>
              <a:avLst/>
              <a:gdLst/>
              <a:ahLst/>
              <a:cxnLst/>
              <a:rect l="l" t="t" r="r" b="b"/>
              <a:pathLst>
                <a:path w="488950" h="252095">
                  <a:moveTo>
                    <a:pt x="222618" y="0"/>
                  </a:moveTo>
                  <a:lnTo>
                    <a:pt x="0" y="23474"/>
                  </a:lnTo>
                  <a:lnTo>
                    <a:pt x="85" y="251821"/>
                  </a:lnTo>
                  <a:lnTo>
                    <a:pt x="488892" y="200263"/>
                  </a:lnTo>
                  <a:lnTo>
                    <a:pt x="222618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2" name="object 1862"/>
            <p:cNvSpPr/>
            <p:nvPr/>
          </p:nvSpPr>
          <p:spPr>
            <a:xfrm>
              <a:off x="4518220" y="6628954"/>
              <a:ext cx="488950" cy="251460"/>
            </a:xfrm>
            <a:custGeom>
              <a:avLst/>
              <a:gdLst/>
              <a:ahLst/>
              <a:cxnLst/>
              <a:rect l="l" t="t" r="r" b="b"/>
              <a:pathLst>
                <a:path w="488950" h="251459">
                  <a:moveTo>
                    <a:pt x="483039" y="0"/>
                  </a:moveTo>
                  <a:lnTo>
                    <a:pt x="0" y="50962"/>
                  </a:lnTo>
                  <a:lnTo>
                    <a:pt x="266252" y="251206"/>
                  </a:lnTo>
                  <a:lnTo>
                    <a:pt x="488871" y="227731"/>
                  </a:lnTo>
                  <a:lnTo>
                    <a:pt x="488786" y="5735"/>
                  </a:lnTo>
                  <a:lnTo>
                    <a:pt x="482720" y="2867"/>
                  </a:lnTo>
                  <a:lnTo>
                    <a:pt x="483508" y="1083"/>
                  </a:lnTo>
                  <a:lnTo>
                    <a:pt x="482699" y="679"/>
                  </a:lnTo>
                  <a:lnTo>
                    <a:pt x="483039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3" name="object 1863"/>
            <p:cNvSpPr/>
            <p:nvPr/>
          </p:nvSpPr>
          <p:spPr>
            <a:xfrm>
              <a:off x="5000917" y="6628345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6083" y="0"/>
                  </a:moveTo>
                  <a:lnTo>
                    <a:pt x="5638" y="63"/>
                  </a:lnTo>
                  <a:lnTo>
                    <a:pt x="1384" y="508"/>
                  </a:lnTo>
                  <a:lnTo>
                    <a:pt x="342" y="609"/>
                  </a:lnTo>
                  <a:lnTo>
                    <a:pt x="0" y="1295"/>
                  </a:lnTo>
                  <a:lnTo>
                    <a:pt x="800" y="1701"/>
                  </a:lnTo>
                  <a:lnTo>
                    <a:pt x="38" y="3289"/>
                  </a:lnTo>
                  <a:lnTo>
                    <a:pt x="12" y="3479"/>
                  </a:lnTo>
                  <a:lnTo>
                    <a:pt x="6083" y="6350"/>
                  </a:lnTo>
                  <a:lnTo>
                    <a:pt x="6083" y="6159"/>
                  </a:lnTo>
                  <a:lnTo>
                    <a:pt x="6083" y="279"/>
                  </a:lnTo>
                  <a:lnTo>
                    <a:pt x="6083" y="0"/>
                  </a:lnTo>
                  <a:close/>
                </a:path>
              </a:pathLst>
            </a:custGeom>
            <a:solidFill>
              <a:srgbClr val="845F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64" name="object 1864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061155" y="7147107"/>
              <a:ext cx="262719" cy="217831"/>
            </a:xfrm>
            <a:prstGeom prst="rect">
              <a:avLst/>
            </a:prstGeom>
          </p:spPr>
        </p:pic>
        <p:sp>
          <p:nvSpPr>
            <p:cNvPr id="1865" name="object 1865"/>
            <p:cNvSpPr/>
            <p:nvPr/>
          </p:nvSpPr>
          <p:spPr>
            <a:xfrm>
              <a:off x="5255954" y="6779911"/>
              <a:ext cx="67945" cy="414020"/>
            </a:xfrm>
            <a:custGeom>
              <a:avLst/>
              <a:gdLst/>
              <a:ahLst/>
              <a:cxnLst/>
              <a:rect l="l" t="t" r="r" b="b"/>
              <a:pathLst>
                <a:path w="67945" h="414020">
                  <a:moveTo>
                    <a:pt x="46146" y="272619"/>
                  </a:moveTo>
                  <a:lnTo>
                    <a:pt x="33864" y="273936"/>
                  </a:lnTo>
                  <a:lnTo>
                    <a:pt x="34162" y="276613"/>
                  </a:lnTo>
                  <a:lnTo>
                    <a:pt x="28948" y="277122"/>
                  </a:lnTo>
                  <a:lnTo>
                    <a:pt x="28990" y="384764"/>
                  </a:lnTo>
                  <a:lnTo>
                    <a:pt x="67857" y="413995"/>
                  </a:lnTo>
                  <a:lnTo>
                    <a:pt x="67814" y="275275"/>
                  </a:lnTo>
                  <a:lnTo>
                    <a:pt x="46423" y="275275"/>
                  </a:lnTo>
                  <a:lnTo>
                    <a:pt x="46284" y="273936"/>
                  </a:lnTo>
                  <a:lnTo>
                    <a:pt x="46184" y="272980"/>
                  </a:lnTo>
                  <a:lnTo>
                    <a:pt x="46146" y="272619"/>
                  </a:lnTo>
                  <a:close/>
                </a:path>
                <a:path w="67945" h="414020">
                  <a:moveTo>
                    <a:pt x="67814" y="272980"/>
                  </a:moveTo>
                  <a:lnTo>
                    <a:pt x="46423" y="275275"/>
                  </a:lnTo>
                  <a:lnTo>
                    <a:pt x="67814" y="275275"/>
                  </a:lnTo>
                  <a:lnTo>
                    <a:pt x="67814" y="272980"/>
                  </a:lnTo>
                  <a:close/>
                </a:path>
                <a:path w="67945" h="414020">
                  <a:moveTo>
                    <a:pt x="53268" y="119261"/>
                  </a:moveTo>
                  <a:lnTo>
                    <a:pt x="34546" y="119261"/>
                  </a:lnTo>
                  <a:lnTo>
                    <a:pt x="34843" y="121937"/>
                  </a:lnTo>
                  <a:lnTo>
                    <a:pt x="53319" y="119962"/>
                  </a:lnTo>
                  <a:lnTo>
                    <a:pt x="53268" y="119261"/>
                  </a:lnTo>
                  <a:close/>
                </a:path>
                <a:path w="67945" h="414020">
                  <a:moveTo>
                    <a:pt x="63131" y="47478"/>
                  </a:moveTo>
                  <a:lnTo>
                    <a:pt x="28863" y="47478"/>
                  </a:lnTo>
                  <a:lnTo>
                    <a:pt x="28863" y="49093"/>
                  </a:lnTo>
                  <a:lnTo>
                    <a:pt x="33205" y="52364"/>
                  </a:lnTo>
                  <a:lnTo>
                    <a:pt x="28863" y="52811"/>
                  </a:lnTo>
                  <a:lnTo>
                    <a:pt x="28884" y="119962"/>
                  </a:lnTo>
                  <a:lnTo>
                    <a:pt x="28513" y="119962"/>
                  </a:lnTo>
                  <a:lnTo>
                    <a:pt x="34546" y="119261"/>
                  </a:lnTo>
                  <a:lnTo>
                    <a:pt x="53268" y="119261"/>
                  </a:lnTo>
                  <a:lnTo>
                    <a:pt x="53127" y="117349"/>
                  </a:lnTo>
                  <a:lnTo>
                    <a:pt x="56192" y="116966"/>
                  </a:lnTo>
                  <a:lnTo>
                    <a:pt x="67750" y="115735"/>
                  </a:lnTo>
                  <a:lnTo>
                    <a:pt x="67707" y="50920"/>
                  </a:lnTo>
                  <a:lnTo>
                    <a:pt x="63131" y="47478"/>
                  </a:lnTo>
                  <a:close/>
                </a:path>
                <a:path w="67945" h="414020">
                  <a:moveTo>
                    <a:pt x="0" y="0"/>
                  </a:moveTo>
                  <a:lnTo>
                    <a:pt x="0" y="27404"/>
                  </a:lnTo>
                  <a:lnTo>
                    <a:pt x="26968" y="47670"/>
                  </a:lnTo>
                  <a:lnTo>
                    <a:pt x="28863" y="47478"/>
                  </a:lnTo>
                  <a:lnTo>
                    <a:pt x="63131" y="474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BB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6" name="object 1866"/>
            <p:cNvSpPr/>
            <p:nvPr/>
          </p:nvSpPr>
          <p:spPr>
            <a:xfrm>
              <a:off x="5329153" y="7204571"/>
              <a:ext cx="189865" cy="163195"/>
            </a:xfrm>
            <a:custGeom>
              <a:avLst/>
              <a:gdLst/>
              <a:ahLst/>
              <a:cxnLst/>
              <a:rect l="l" t="t" r="r" b="b"/>
              <a:pathLst>
                <a:path w="189864" h="163195">
                  <a:moveTo>
                    <a:pt x="0" y="0"/>
                  </a:moveTo>
                  <a:lnTo>
                    <a:pt x="64" y="162747"/>
                  </a:lnTo>
                  <a:lnTo>
                    <a:pt x="189777" y="1427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7" name="object 1867"/>
            <p:cNvSpPr/>
            <p:nvPr/>
          </p:nvSpPr>
          <p:spPr>
            <a:xfrm>
              <a:off x="5329005" y="6811458"/>
              <a:ext cx="194310" cy="532765"/>
            </a:xfrm>
            <a:custGeom>
              <a:avLst/>
              <a:gdLst/>
              <a:ahLst/>
              <a:cxnLst/>
              <a:rect l="l" t="t" r="r" b="b"/>
              <a:pathLst>
                <a:path w="194310" h="532765">
                  <a:moveTo>
                    <a:pt x="16175" y="236440"/>
                  </a:moveTo>
                  <a:lnTo>
                    <a:pt x="1230" y="238056"/>
                  </a:lnTo>
                  <a:lnTo>
                    <a:pt x="1836" y="238056"/>
                  </a:lnTo>
                  <a:lnTo>
                    <a:pt x="2106" y="240668"/>
                  </a:lnTo>
                  <a:lnTo>
                    <a:pt x="85" y="240880"/>
                  </a:lnTo>
                  <a:lnTo>
                    <a:pt x="148" y="386463"/>
                  </a:lnTo>
                  <a:lnTo>
                    <a:pt x="194246" y="532450"/>
                  </a:lnTo>
                  <a:lnTo>
                    <a:pt x="194132" y="239139"/>
                  </a:lnTo>
                  <a:lnTo>
                    <a:pt x="16474" y="239139"/>
                  </a:lnTo>
                  <a:lnTo>
                    <a:pt x="16175" y="236440"/>
                  </a:lnTo>
                  <a:close/>
                </a:path>
                <a:path w="194310" h="532765">
                  <a:moveTo>
                    <a:pt x="59501" y="231874"/>
                  </a:moveTo>
                  <a:lnTo>
                    <a:pt x="58695" y="231874"/>
                  </a:lnTo>
                  <a:lnTo>
                    <a:pt x="42995" y="233551"/>
                  </a:lnTo>
                  <a:lnTo>
                    <a:pt x="43293" y="236270"/>
                  </a:lnTo>
                  <a:lnTo>
                    <a:pt x="25989" y="238056"/>
                  </a:lnTo>
                  <a:lnTo>
                    <a:pt x="16474" y="239139"/>
                  </a:lnTo>
                  <a:lnTo>
                    <a:pt x="194132" y="239139"/>
                  </a:lnTo>
                  <a:lnTo>
                    <a:pt x="194130" y="234359"/>
                  </a:lnTo>
                  <a:lnTo>
                    <a:pt x="59767" y="234359"/>
                  </a:lnTo>
                  <a:lnTo>
                    <a:pt x="59501" y="231874"/>
                  </a:lnTo>
                  <a:close/>
                </a:path>
                <a:path w="194310" h="532765">
                  <a:moveTo>
                    <a:pt x="102571" y="227157"/>
                  </a:moveTo>
                  <a:lnTo>
                    <a:pt x="84181" y="229133"/>
                  </a:lnTo>
                  <a:lnTo>
                    <a:pt x="84480" y="231874"/>
                  </a:lnTo>
                  <a:lnTo>
                    <a:pt x="59767" y="234359"/>
                  </a:lnTo>
                  <a:lnTo>
                    <a:pt x="194130" y="234359"/>
                  </a:lnTo>
                  <a:lnTo>
                    <a:pt x="194128" y="229770"/>
                  </a:lnTo>
                  <a:lnTo>
                    <a:pt x="102870" y="229770"/>
                  </a:lnTo>
                  <a:lnTo>
                    <a:pt x="102607" y="227476"/>
                  </a:lnTo>
                  <a:lnTo>
                    <a:pt x="102571" y="227157"/>
                  </a:lnTo>
                  <a:close/>
                </a:path>
                <a:path w="194310" h="532765">
                  <a:moveTo>
                    <a:pt x="145865" y="222505"/>
                  </a:moveTo>
                  <a:lnTo>
                    <a:pt x="125368" y="224715"/>
                  </a:lnTo>
                  <a:lnTo>
                    <a:pt x="125583" y="226711"/>
                  </a:lnTo>
                  <a:lnTo>
                    <a:pt x="125666" y="227476"/>
                  </a:lnTo>
                  <a:lnTo>
                    <a:pt x="102870" y="229770"/>
                  </a:lnTo>
                  <a:lnTo>
                    <a:pt x="194128" y="229770"/>
                  </a:lnTo>
                  <a:lnTo>
                    <a:pt x="194127" y="226711"/>
                  </a:lnTo>
                  <a:lnTo>
                    <a:pt x="159189" y="226711"/>
                  </a:lnTo>
                  <a:lnTo>
                    <a:pt x="157113" y="225182"/>
                  </a:lnTo>
                  <a:lnTo>
                    <a:pt x="146163" y="225182"/>
                  </a:lnTo>
                  <a:lnTo>
                    <a:pt x="146047" y="224141"/>
                  </a:lnTo>
                  <a:lnTo>
                    <a:pt x="145950" y="223269"/>
                  </a:lnTo>
                  <a:lnTo>
                    <a:pt x="145865" y="222505"/>
                  </a:lnTo>
                  <a:close/>
                </a:path>
                <a:path w="194310" h="532765">
                  <a:moveTo>
                    <a:pt x="194122" y="213902"/>
                  </a:moveTo>
                  <a:lnTo>
                    <a:pt x="164553" y="213902"/>
                  </a:lnTo>
                  <a:lnTo>
                    <a:pt x="167044" y="218681"/>
                  </a:lnTo>
                  <a:lnTo>
                    <a:pt x="161403" y="221782"/>
                  </a:lnTo>
                  <a:lnTo>
                    <a:pt x="163404" y="223269"/>
                  </a:lnTo>
                  <a:lnTo>
                    <a:pt x="159189" y="223758"/>
                  </a:lnTo>
                  <a:lnTo>
                    <a:pt x="159189" y="226711"/>
                  </a:lnTo>
                  <a:lnTo>
                    <a:pt x="194127" y="226711"/>
                  </a:lnTo>
                  <a:lnTo>
                    <a:pt x="194122" y="213902"/>
                  </a:lnTo>
                  <a:close/>
                </a:path>
                <a:path w="194310" h="532765">
                  <a:moveTo>
                    <a:pt x="155699" y="224141"/>
                  </a:moveTo>
                  <a:lnTo>
                    <a:pt x="146163" y="225182"/>
                  </a:lnTo>
                  <a:lnTo>
                    <a:pt x="157113" y="225182"/>
                  </a:lnTo>
                  <a:lnTo>
                    <a:pt x="155699" y="224141"/>
                  </a:lnTo>
                  <a:close/>
                </a:path>
                <a:path w="194310" h="532765">
                  <a:moveTo>
                    <a:pt x="194118" y="168206"/>
                  </a:moveTo>
                  <a:lnTo>
                    <a:pt x="162637" y="168206"/>
                  </a:lnTo>
                  <a:lnTo>
                    <a:pt x="164553" y="173177"/>
                  </a:lnTo>
                  <a:lnTo>
                    <a:pt x="159019" y="175260"/>
                  </a:lnTo>
                  <a:lnTo>
                    <a:pt x="159189" y="191914"/>
                  </a:lnTo>
                  <a:lnTo>
                    <a:pt x="156465" y="191914"/>
                  </a:lnTo>
                  <a:lnTo>
                    <a:pt x="156486" y="210842"/>
                  </a:lnTo>
                  <a:lnTo>
                    <a:pt x="159189" y="210842"/>
                  </a:lnTo>
                  <a:lnTo>
                    <a:pt x="159189" y="216855"/>
                  </a:lnTo>
                  <a:lnTo>
                    <a:pt x="164553" y="213902"/>
                  </a:lnTo>
                  <a:lnTo>
                    <a:pt x="194122" y="213902"/>
                  </a:lnTo>
                  <a:lnTo>
                    <a:pt x="194120" y="208547"/>
                  </a:lnTo>
                  <a:lnTo>
                    <a:pt x="185433" y="208547"/>
                  </a:lnTo>
                  <a:lnTo>
                    <a:pt x="182943" y="203768"/>
                  </a:lnTo>
                  <a:lnTo>
                    <a:pt x="194118" y="197544"/>
                  </a:lnTo>
                  <a:lnTo>
                    <a:pt x="194118" y="168206"/>
                  </a:lnTo>
                  <a:close/>
                </a:path>
                <a:path w="194310" h="532765">
                  <a:moveTo>
                    <a:pt x="194118" y="203768"/>
                  </a:moveTo>
                  <a:lnTo>
                    <a:pt x="185433" y="208547"/>
                  </a:lnTo>
                  <a:lnTo>
                    <a:pt x="194120" y="208547"/>
                  </a:lnTo>
                  <a:lnTo>
                    <a:pt x="194118" y="203768"/>
                  </a:lnTo>
                  <a:close/>
                </a:path>
                <a:path w="194310" h="532765">
                  <a:moveTo>
                    <a:pt x="188023" y="101480"/>
                  </a:moveTo>
                  <a:lnTo>
                    <a:pt x="166469" y="101480"/>
                  </a:lnTo>
                  <a:lnTo>
                    <a:pt x="167426" y="106833"/>
                  </a:lnTo>
                  <a:lnTo>
                    <a:pt x="163084" y="107534"/>
                  </a:lnTo>
                  <a:lnTo>
                    <a:pt x="163404" y="107789"/>
                  </a:lnTo>
                  <a:lnTo>
                    <a:pt x="158998" y="108299"/>
                  </a:lnTo>
                  <a:lnTo>
                    <a:pt x="158998" y="116392"/>
                  </a:lnTo>
                  <a:lnTo>
                    <a:pt x="156338" y="116392"/>
                  </a:lnTo>
                  <a:lnTo>
                    <a:pt x="156358" y="135321"/>
                  </a:lnTo>
                  <a:lnTo>
                    <a:pt x="158998" y="135321"/>
                  </a:lnTo>
                  <a:lnTo>
                    <a:pt x="158998" y="154249"/>
                  </a:lnTo>
                  <a:lnTo>
                    <a:pt x="156401" y="154249"/>
                  </a:lnTo>
                  <a:lnTo>
                    <a:pt x="156423" y="170564"/>
                  </a:lnTo>
                  <a:lnTo>
                    <a:pt x="162637" y="168206"/>
                  </a:lnTo>
                  <a:lnTo>
                    <a:pt x="194118" y="168206"/>
                  </a:lnTo>
                  <a:lnTo>
                    <a:pt x="194118" y="165530"/>
                  </a:lnTo>
                  <a:lnTo>
                    <a:pt x="184092" y="165530"/>
                  </a:lnTo>
                  <a:lnTo>
                    <a:pt x="182177" y="160558"/>
                  </a:lnTo>
                  <a:lnTo>
                    <a:pt x="194096" y="155928"/>
                  </a:lnTo>
                  <a:lnTo>
                    <a:pt x="194076" y="103391"/>
                  </a:lnTo>
                  <a:lnTo>
                    <a:pt x="188307" y="103391"/>
                  </a:lnTo>
                  <a:lnTo>
                    <a:pt x="188023" y="101480"/>
                  </a:lnTo>
                  <a:close/>
                </a:path>
                <a:path w="194310" h="532765">
                  <a:moveTo>
                    <a:pt x="194118" y="161643"/>
                  </a:moveTo>
                  <a:lnTo>
                    <a:pt x="184092" y="165530"/>
                  </a:lnTo>
                  <a:lnTo>
                    <a:pt x="194118" y="165530"/>
                  </a:lnTo>
                  <a:lnTo>
                    <a:pt x="194118" y="161643"/>
                  </a:lnTo>
                  <a:close/>
                </a:path>
                <a:path w="194310" h="532765">
                  <a:moveTo>
                    <a:pt x="194076" y="102500"/>
                  </a:moveTo>
                  <a:lnTo>
                    <a:pt x="188307" y="103391"/>
                  </a:lnTo>
                  <a:lnTo>
                    <a:pt x="194076" y="103391"/>
                  </a:lnTo>
                  <a:lnTo>
                    <a:pt x="194076" y="102500"/>
                  </a:lnTo>
                  <a:close/>
                </a:path>
                <a:path w="194310" h="532765">
                  <a:moveTo>
                    <a:pt x="193793" y="97274"/>
                  </a:moveTo>
                  <a:lnTo>
                    <a:pt x="149420" y="97274"/>
                  </a:lnTo>
                  <a:lnTo>
                    <a:pt x="157060" y="103009"/>
                  </a:lnTo>
                  <a:lnTo>
                    <a:pt x="166469" y="101480"/>
                  </a:lnTo>
                  <a:lnTo>
                    <a:pt x="188023" y="101480"/>
                  </a:lnTo>
                  <a:lnTo>
                    <a:pt x="187540" y="98230"/>
                  </a:lnTo>
                  <a:lnTo>
                    <a:pt x="193793" y="97274"/>
                  </a:lnTo>
                  <a:close/>
                </a:path>
                <a:path w="194310" h="532765">
                  <a:moveTo>
                    <a:pt x="145816" y="71080"/>
                  </a:moveTo>
                  <a:lnTo>
                    <a:pt x="124708" y="71080"/>
                  </a:lnTo>
                  <a:lnTo>
                    <a:pt x="124790" y="73290"/>
                  </a:lnTo>
                  <a:lnTo>
                    <a:pt x="124899" y="76243"/>
                  </a:lnTo>
                  <a:lnTo>
                    <a:pt x="121749" y="76413"/>
                  </a:lnTo>
                  <a:lnTo>
                    <a:pt x="124453" y="78536"/>
                  </a:lnTo>
                  <a:lnTo>
                    <a:pt x="132179" y="84273"/>
                  </a:lnTo>
                  <a:lnTo>
                    <a:pt x="130604" y="86525"/>
                  </a:lnTo>
                  <a:lnTo>
                    <a:pt x="147866" y="99504"/>
                  </a:lnTo>
                  <a:lnTo>
                    <a:pt x="149420" y="97274"/>
                  </a:lnTo>
                  <a:lnTo>
                    <a:pt x="194076" y="97274"/>
                  </a:lnTo>
                  <a:lnTo>
                    <a:pt x="194076" y="75286"/>
                  </a:lnTo>
                  <a:lnTo>
                    <a:pt x="145972" y="75286"/>
                  </a:lnTo>
                  <a:lnTo>
                    <a:pt x="145873" y="72610"/>
                  </a:lnTo>
                  <a:lnTo>
                    <a:pt x="145816" y="71080"/>
                  </a:lnTo>
                  <a:close/>
                </a:path>
                <a:path w="194310" h="532765">
                  <a:moveTo>
                    <a:pt x="21252" y="83126"/>
                  </a:moveTo>
                  <a:lnTo>
                    <a:pt x="4789" y="83126"/>
                  </a:lnTo>
                  <a:lnTo>
                    <a:pt x="5066" y="85780"/>
                  </a:lnTo>
                  <a:lnTo>
                    <a:pt x="21348" y="84039"/>
                  </a:lnTo>
                  <a:lnTo>
                    <a:pt x="21252" y="83126"/>
                  </a:lnTo>
                  <a:close/>
                </a:path>
                <a:path w="194310" h="532765">
                  <a:moveTo>
                    <a:pt x="194054" y="0"/>
                  </a:moveTo>
                  <a:lnTo>
                    <a:pt x="0" y="20435"/>
                  </a:lnTo>
                  <a:lnTo>
                    <a:pt x="21" y="83635"/>
                  </a:lnTo>
                  <a:lnTo>
                    <a:pt x="4789" y="83126"/>
                  </a:lnTo>
                  <a:lnTo>
                    <a:pt x="21252" y="83126"/>
                  </a:lnTo>
                  <a:lnTo>
                    <a:pt x="21071" y="81405"/>
                  </a:lnTo>
                  <a:lnTo>
                    <a:pt x="47891" y="78536"/>
                  </a:lnTo>
                  <a:lnTo>
                    <a:pt x="62418" y="78536"/>
                  </a:lnTo>
                  <a:lnTo>
                    <a:pt x="62257" y="77007"/>
                  </a:lnTo>
                  <a:lnTo>
                    <a:pt x="91184" y="73948"/>
                  </a:lnTo>
                  <a:lnTo>
                    <a:pt x="103541" y="73948"/>
                  </a:lnTo>
                  <a:lnTo>
                    <a:pt x="103445" y="72610"/>
                  </a:lnTo>
                  <a:lnTo>
                    <a:pt x="111490" y="71803"/>
                  </a:lnTo>
                  <a:lnTo>
                    <a:pt x="111490" y="68787"/>
                  </a:lnTo>
                  <a:lnTo>
                    <a:pt x="187753" y="68787"/>
                  </a:lnTo>
                  <a:lnTo>
                    <a:pt x="187732" y="68212"/>
                  </a:lnTo>
                  <a:lnTo>
                    <a:pt x="194076" y="67915"/>
                  </a:lnTo>
                  <a:lnTo>
                    <a:pt x="194054" y="0"/>
                  </a:lnTo>
                  <a:close/>
                </a:path>
                <a:path w="194310" h="532765">
                  <a:moveTo>
                    <a:pt x="62418" y="78536"/>
                  </a:moveTo>
                  <a:lnTo>
                    <a:pt x="47891" y="78536"/>
                  </a:lnTo>
                  <a:lnTo>
                    <a:pt x="48007" y="79641"/>
                  </a:lnTo>
                  <a:lnTo>
                    <a:pt x="48131" y="80831"/>
                  </a:lnTo>
                  <a:lnTo>
                    <a:pt x="48167" y="81172"/>
                  </a:lnTo>
                  <a:lnTo>
                    <a:pt x="62534" y="79641"/>
                  </a:lnTo>
                  <a:lnTo>
                    <a:pt x="62418" y="78536"/>
                  </a:lnTo>
                  <a:close/>
                </a:path>
                <a:path w="194310" h="532765">
                  <a:moveTo>
                    <a:pt x="103541" y="73948"/>
                  </a:moveTo>
                  <a:lnTo>
                    <a:pt x="91184" y="73948"/>
                  </a:lnTo>
                  <a:lnTo>
                    <a:pt x="91245" y="74522"/>
                  </a:lnTo>
                  <a:lnTo>
                    <a:pt x="91326" y="75286"/>
                  </a:lnTo>
                  <a:lnTo>
                    <a:pt x="91427" y="76243"/>
                  </a:lnTo>
                  <a:lnTo>
                    <a:pt x="91461" y="76561"/>
                  </a:lnTo>
                  <a:lnTo>
                    <a:pt x="103433" y="75286"/>
                  </a:lnTo>
                  <a:lnTo>
                    <a:pt x="103541" y="73948"/>
                  </a:lnTo>
                  <a:close/>
                </a:path>
                <a:path w="194310" h="532765">
                  <a:moveTo>
                    <a:pt x="187766" y="69169"/>
                  </a:moveTo>
                  <a:lnTo>
                    <a:pt x="166852" y="69169"/>
                  </a:lnTo>
                  <a:lnTo>
                    <a:pt x="166921" y="71080"/>
                  </a:lnTo>
                  <a:lnTo>
                    <a:pt x="167044" y="74522"/>
                  </a:lnTo>
                  <a:lnTo>
                    <a:pt x="145972" y="75286"/>
                  </a:lnTo>
                  <a:lnTo>
                    <a:pt x="194076" y="75286"/>
                  </a:lnTo>
                  <a:lnTo>
                    <a:pt x="194076" y="73566"/>
                  </a:lnTo>
                  <a:lnTo>
                    <a:pt x="187924" y="73566"/>
                  </a:lnTo>
                  <a:lnTo>
                    <a:pt x="187801" y="70124"/>
                  </a:lnTo>
                  <a:lnTo>
                    <a:pt x="187766" y="69169"/>
                  </a:lnTo>
                  <a:close/>
                </a:path>
                <a:path w="194310" h="532765">
                  <a:moveTo>
                    <a:pt x="194076" y="73290"/>
                  </a:moveTo>
                  <a:lnTo>
                    <a:pt x="187924" y="73566"/>
                  </a:lnTo>
                  <a:lnTo>
                    <a:pt x="194076" y="73566"/>
                  </a:lnTo>
                  <a:lnTo>
                    <a:pt x="194076" y="73290"/>
                  </a:lnTo>
                  <a:close/>
                </a:path>
                <a:path w="194310" h="532765">
                  <a:moveTo>
                    <a:pt x="187753" y="68787"/>
                  </a:moveTo>
                  <a:lnTo>
                    <a:pt x="111490" y="68787"/>
                  </a:lnTo>
                  <a:lnTo>
                    <a:pt x="115065" y="71442"/>
                  </a:lnTo>
                  <a:lnTo>
                    <a:pt x="114439" y="71442"/>
                  </a:lnTo>
                  <a:lnTo>
                    <a:pt x="124708" y="71080"/>
                  </a:lnTo>
                  <a:lnTo>
                    <a:pt x="145816" y="71080"/>
                  </a:lnTo>
                  <a:lnTo>
                    <a:pt x="145780" y="70124"/>
                  </a:lnTo>
                  <a:lnTo>
                    <a:pt x="166852" y="69169"/>
                  </a:lnTo>
                  <a:lnTo>
                    <a:pt x="187766" y="69169"/>
                  </a:lnTo>
                  <a:lnTo>
                    <a:pt x="187753" y="68787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8" name="object 1868"/>
            <p:cNvSpPr/>
            <p:nvPr/>
          </p:nvSpPr>
          <p:spPr>
            <a:xfrm>
              <a:off x="4518432" y="7192994"/>
              <a:ext cx="262890" cy="27940"/>
            </a:xfrm>
            <a:custGeom>
              <a:avLst/>
              <a:gdLst/>
              <a:ahLst/>
              <a:cxnLst/>
              <a:rect l="l" t="t" r="r" b="b"/>
              <a:pathLst>
                <a:path w="262889" h="27940">
                  <a:moveTo>
                    <a:pt x="262741" y="0"/>
                  </a:moveTo>
                  <a:lnTo>
                    <a:pt x="0" y="27701"/>
                  </a:lnTo>
                  <a:lnTo>
                    <a:pt x="262741" y="0"/>
                  </a:lnTo>
                  <a:close/>
                </a:path>
              </a:pathLst>
            </a:custGeom>
            <a:solidFill>
              <a:srgbClr val="7F96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9" name="object 1869"/>
            <p:cNvSpPr/>
            <p:nvPr/>
          </p:nvSpPr>
          <p:spPr>
            <a:xfrm>
              <a:off x="4786495" y="7168945"/>
              <a:ext cx="222885" cy="23495"/>
            </a:xfrm>
            <a:custGeom>
              <a:avLst/>
              <a:gdLst/>
              <a:ahLst/>
              <a:cxnLst/>
              <a:rect l="l" t="t" r="r" b="b"/>
              <a:pathLst>
                <a:path w="222885" h="23495">
                  <a:moveTo>
                    <a:pt x="222618" y="0"/>
                  </a:moveTo>
                  <a:lnTo>
                    <a:pt x="0" y="23474"/>
                  </a:lnTo>
                  <a:lnTo>
                    <a:pt x="222618" y="0"/>
                  </a:lnTo>
                  <a:close/>
                </a:path>
              </a:pathLst>
            </a:custGeom>
            <a:solidFill>
              <a:srgbClr val="758A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0" name="object 1870"/>
            <p:cNvSpPr/>
            <p:nvPr/>
          </p:nvSpPr>
          <p:spPr>
            <a:xfrm>
              <a:off x="4508790" y="6622453"/>
              <a:ext cx="503555" cy="599440"/>
            </a:xfrm>
            <a:custGeom>
              <a:avLst/>
              <a:gdLst/>
              <a:ahLst/>
              <a:cxnLst/>
              <a:rect l="l" t="t" r="r" b="b"/>
              <a:pathLst>
                <a:path w="503554" h="599440">
                  <a:moveTo>
                    <a:pt x="0" y="597663"/>
                  </a:moveTo>
                  <a:lnTo>
                    <a:pt x="0" y="599070"/>
                  </a:lnTo>
                  <a:lnTo>
                    <a:pt x="1873" y="599070"/>
                  </a:lnTo>
                  <a:lnTo>
                    <a:pt x="0" y="597663"/>
                  </a:lnTo>
                  <a:close/>
                </a:path>
                <a:path w="503554" h="599440">
                  <a:moveTo>
                    <a:pt x="503516" y="0"/>
                  </a:moveTo>
                  <a:lnTo>
                    <a:pt x="501649" y="196"/>
                  </a:lnTo>
                  <a:lnTo>
                    <a:pt x="503537" y="1614"/>
                  </a:lnTo>
                  <a:lnTo>
                    <a:pt x="50351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1" name="object 1871"/>
            <p:cNvSpPr/>
            <p:nvPr/>
          </p:nvSpPr>
          <p:spPr>
            <a:xfrm>
              <a:off x="5007006" y="6634689"/>
              <a:ext cx="635" cy="222250"/>
            </a:xfrm>
            <a:custGeom>
              <a:avLst/>
              <a:gdLst/>
              <a:ahLst/>
              <a:cxnLst/>
              <a:rect l="l" t="t" r="r" b="b"/>
              <a:pathLst>
                <a:path w="635" h="222250">
                  <a:moveTo>
                    <a:pt x="0" y="0"/>
                  </a:moveTo>
                  <a:lnTo>
                    <a:pt x="85" y="2219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78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2" name="object 1872"/>
            <p:cNvSpPr/>
            <p:nvPr/>
          </p:nvSpPr>
          <p:spPr>
            <a:xfrm>
              <a:off x="5007006" y="6628338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0" y="0"/>
                  </a:moveTo>
                  <a:lnTo>
                    <a:pt x="0" y="63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5C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3" name="object 1873"/>
            <p:cNvSpPr/>
            <p:nvPr/>
          </p:nvSpPr>
          <p:spPr>
            <a:xfrm>
              <a:off x="5009113" y="7168945"/>
              <a:ext cx="266700" cy="200660"/>
            </a:xfrm>
            <a:custGeom>
              <a:avLst/>
              <a:gdLst/>
              <a:ahLst/>
              <a:cxnLst/>
              <a:rect l="l" t="t" r="r" b="b"/>
              <a:pathLst>
                <a:path w="266700" h="200659">
                  <a:moveTo>
                    <a:pt x="0" y="0"/>
                  </a:moveTo>
                  <a:lnTo>
                    <a:pt x="266274" y="2002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9F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4" name="object 1874"/>
            <p:cNvSpPr/>
            <p:nvPr/>
          </p:nvSpPr>
          <p:spPr>
            <a:xfrm>
              <a:off x="5009113" y="716894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082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5" name="object 1875"/>
            <p:cNvSpPr/>
            <p:nvPr/>
          </p:nvSpPr>
          <p:spPr>
            <a:xfrm>
              <a:off x="5009752" y="6861741"/>
              <a:ext cx="0" cy="4445"/>
            </a:xfrm>
            <a:custGeom>
              <a:avLst/>
              <a:gdLst/>
              <a:ahLst/>
              <a:cxnLst/>
              <a:rect l="l" t="t" r="r" b="b"/>
              <a:pathLst>
                <a:path h="4445">
                  <a:moveTo>
                    <a:pt x="0" y="0"/>
                  </a:moveTo>
                  <a:lnTo>
                    <a:pt x="0" y="41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AF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6" name="object 1876"/>
            <p:cNvSpPr/>
            <p:nvPr/>
          </p:nvSpPr>
          <p:spPr>
            <a:xfrm>
              <a:off x="5007091" y="6861741"/>
              <a:ext cx="3175" cy="304800"/>
            </a:xfrm>
            <a:custGeom>
              <a:avLst/>
              <a:gdLst/>
              <a:ahLst/>
              <a:cxnLst/>
              <a:rect l="l" t="t" r="r" b="b"/>
              <a:pathLst>
                <a:path w="3175" h="304800">
                  <a:moveTo>
                    <a:pt x="2787" y="301809"/>
                  </a:moveTo>
                  <a:lnTo>
                    <a:pt x="2512" y="301809"/>
                  </a:lnTo>
                  <a:lnTo>
                    <a:pt x="2788" y="304336"/>
                  </a:lnTo>
                  <a:lnTo>
                    <a:pt x="2787" y="301809"/>
                  </a:lnTo>
                  <a:close/>
                </a:path>
                <a:path w="3175" h="304800">
                  <a:moveTo>
                    <a:pt x="2745" y="219149"/>
                  </a:moveTo>
                  <a:lnTo>
                    <a:pt x="106" y="219149"/>
                  </a:lnTo>
                  <a:lnTo>
                    <a:pt x="128" y="302063"/>
                  </a:lnTo>
                  <a:lnTo>
                    <a:pt x="2539" y="302063"/>
                  </a:lnTo>
                  <a:lnTo>
                    <a:pt x="2512" y="301809"/>
                  </a:lnTo>
                  <a:lnTo>
                    <a:pt x="2787" y="301809"/>
                  </a:lnTo>
                  <a:lnTo>
                    <a:pt x="2745" y="219149"/>
                  </a:lnTo>
                  <a:close/>
                </a:path>
                <a:path w="3175" h="304800">
                  <a:moveTo>
                    <a:pt x="2745" y="219149"/>
                  </a:moveTo>
                  <a:lnTo>
                    <a:pt x="2745" y="218873"/>
                  </a:lnTo>
                  <a:lnTo>
                    <a:pt x="2787" y="301809"/>
                  </a:lnTo>
                  <a:lnTo>
                    <a:pt x="2745" y="219149"/>
                  </a:lnTo>
                  <a:close/>
                </a:path>
                <a:path w="3175" h="304800">
                  <a:moveTo>
                    <a:pt x="2660" y="276"/>
                  </a:moveTo>
                  <a:lnTo>
                    <a:pt x="0" y="276"/>
                  </a:lnTo>
                  <a:lnTo>
                    <a:pt x="43" y="67002"/>
                  </a:lnTo>
                  <a:lnTo>
                    <a:pt x="2682" y="67002"/>
                  </a:lnTo>
                  <a:lnTo>
                    <a:pt x="2660" y="276"/>
                  </a:lnTo>
                  <a:close/>
                </a:path>
                <a:path w="3175" h="304800">
                  <a:moveTo>
                    <a:pt x="2660" y="276"/>
                  </a:moveTo>
                  <a:lnTo>
                    <a:pt x="2660" y="0"/>
                  </a:lnTo>
                  <a:lnTo>
                    <a:pt x="2682" y="67002"/>
                  </a:lnTo>
                  <a:lnTo>
                    <a:pt x="2660" y="276"/>
                  </a:lnTo>
                  <a:close/>
                </a:path>
              </a:pathLst>
            </a:custGeom>
            <a:solidFill>
              <a:srgbClr val="6C7E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7" name="object 1877"/>
            <p:cNvSpPr/>
            <p:nvPr/>
          </p:nvSpPr>
          <p:spPr>
            <a:xfrm>
              <a:off x="5007000" y="6634695"/>
              <a:ext cx="5715" cy="531495"/>
            </a:xfrm>
            <a:custGeom>
              <a:avLst/>
              <a:gdLst/>
              <a:ahLst/>
              <a:cxnLst/>
              <a:rect l="l" t="t" r="r" b="b"/>
              <a:pathLst>
                <a:path w="5714" h="531495">
                  <a:moveTo>
                    <a:pt x="2667" y="1257"/>
                  </a:moveTo>
                  <a:lnTo>
                    <a:pt x="0" y="0"/>
                  </a:lnTo>
                  <a:lnTo>
                    <a:pt x="88" y="221996"/>
                  </a:lnTo>
                  <a:lnTo>
                    <a:pt x="2667" y="221716"/>
                  </a:lnTo>
                  <a:lnTo>
                    <a:pt x="2667" y="1257"/>
                  </a:lnTo>
                  <a:close/>
                </a:path>
                <a:path w="5714" h="531495">
                  <a:moveTo>
                    <a:pt x="5448" y="293751"/>
                  </a:moveTo>
                  <a:lnTo>
                    <a:pt x="5410" y="227050"/>
                  </a:lnTo>
                  <a:lnTo>
                    <a:pt x="2743" y="227050"/>
                  </a:lnTo>
                  <a:lnTo>
                    <a:pt x="2768" y="293751"/>
                  </a:lnTo>
                  <a:lnTo>
                    <a:pt x="5448" y="293751"/>
                  </a:lnTo>
                  <a:close/>
                </a:path>
                <a:path w="5714" h="531495">
                  <a:moveTo>
                    <a:pt x="5537" y="529386"/>
                  </a:moveTo>
                  <a:lnTo>
                    <a:pt x="5486" y="445922"/>
                  </a:lnTo>
                  <a:lnTo>
                    <a:pt x="2832" y="445922"/>
                  </a:lnTo>
                  <a:lnTo>
                    <a:pt x="2870" y="531495"/>
                  </a:lnTo>
                  <a:lnTo>
                    <a:pt x="4470" y="529386"/>
                  </a:lnTo>
                  <a:lnTo>
                    <a:pt x="5537" y="530174"/>
                  </a:lnTo>
                  <a:lnTo>
                    <a:pt x="5537" y="529386"/>
                  </a:lnTo>
                  <a:close/>
                </a:path>
              </a:pathLst>
            </a:custGeom>
            <a:solidFill>
              <a:srgbClr val="728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8" name="object 1878"/>
            <p:cNvSpPr/>
            <p:nvPr/>
          </p:nvSpPr>
          <p:spPr>
            <a:xfrm>
              <a:off x="5007000" y="6628155"/>
              <a:ext cx="3175" cy="8255"/>
            </a:xfrm>
            <a:custGeom>
              <a:avLst/>
              <a:gdLst/>
              <a:ahLst/>
              <a:cxnLst/>
              <a:rect l="l" t="t" r="r" b="b"/>
              <a:pathLst>
                <a:path w="3175" h="8254">
                  <a:moveTo>
                    <a:pt x="2667" y="571"/>
                  </a:moveTo>
                  <a:lnTo>
                    <a:pt x="1892" y="0"/>
                  </a:lnTo>
                  <a:lnTo>
                    <a:pt x="0" y="190"/>
                  </a:lnTo>
                  <a:lnTo>
                    <a:pt x="0" y="469"/>
                  </a:lnTo>
                  <a:lnTo>
                    <a:pt x="0" y="6350"/>
                  </a:lnTo>
                  <a:lnTo>
                    <a:pt x="0" y="6540"/>
                  </a:lnTo>
                  <a:lnTo>
                    <a:pt x="2667" y="7797"/>
                  </a:lnTo>
                  <a:lnTo>
                    <a:pt x="2667" y="7607"/>
                  </a:lnTo>
                  <a:lnTo>
                    <a:pt x="2667" y="1714"/>
                  </a:lnTo>
                  <a:lnTo>
                    <a:pt x="2667" y="571"/>
                  </a:lnTo>
                  <a:close/>
                </a:path>
              </a:pathLst>
            </a:custGeom>
            <a:solidFill>
              <a:srgbClr val="6D5B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9" name="object 1879"/>
            <p:cNvSpPr/>
            <p:nvPr/>
          </p:nvSpPr>
          <p:spPr>
            <a:xfrm>
              <a:off x="5279708" y="7338363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0"/>
                  </a:moveTo>
                  <a:lnTo>
                    <a:pt x="0" y="274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78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0" name="object 1880"/>
            <p:cNvSpPr/>
            <p:nvPr/>
          </p:nvSpPr>
          <p:spPr>
            <a:xfrm>
              <a:off x="5279623" y="7167331"/>
              <a:ext cx="635" cy="164465"/>
            </a:xfrm>
            <a:custGeom>
              <a:avLst/>
              <a:gdLst/>
              <a:ahLst/>
              <a:cxnLst/>
              <a:rect l="l" t="t" r="r" b="b"/>
              <a:pathLst>
                <a:path w="635" h="164465">
                  <a:moveTo>
                    <a:pt x="0" y="0"/>
                  </a:moveTo>
                  <a:lnTo>
                    <a:pt x="64" y="164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1" name="object 1881"/>
            <p:cNvSpPr/>
            <p:nvPr/>
          </p:nvSpPr>
          <p:spPr>
            <a:xfrm>
              <a:off x="5012328" y="6624067"/>
              <a:ext cx="29209" cy="22225"/>
            </a:xfrm>
            <a:custGeom>
              <a:avLst/>
              <a:gdLst/>
              <a:ahLst/>
              <a:cxnLst/>
              <a:rect l="l" t="t" r="r" b="b"/>
              <a:pathLst>
                <a:path w="29210" h="22225">
                  <a:moveTo>
                    <a:pt x="0" y="0"/>
                  </a:moveTo>
                  <a:lnTo>
                    <a:pt x="28756" y="216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2" name="object 1882"/>
            <p:cNvSpPr/>
            <p:nvPr/>
          </p:nvSpPr>
          <p:spPr>
            <a:xfrm>
              <a:off x="5255954" y="6807315"/>
              <a:ext cx="27305" cy="20320"/>
            </a:xfrm>
            <a:custGeom>
              <a:avLst/>
              <a:gdLst/>
              <a:ahLst/>
              <a:cxnLst/>
              <a:rect l="l" t="t" r="r" b="b"/>
              <a:pathLst>
                <a:path w="27304" h="20320">
                  <a:moveTo>
                    <a:pt x="0" y="0"/>
                  </a:moveTo>
                  <a:lnTo>
                    <a:pt x="26968" y="20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98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3" name="object 1883"/>
            <p:cNvSpPr/>
            <p:nvPr/>
          </p:nvSpPr>
          <p:spPr>
            <a:xfrm>
              <a:off x="5011263" y="6623282"/>
              <a:ext cx="1270" cy="1270"/>
            </a:xfrm>
            <a:custGeom>
              <a:avLst/>
              <a:gdLst/>
              <a:ahLst/>
              <a:cxnLst/>
              <a:rect l="l" t="t" r="r" b="b"/>
              <a:pathLst>
                <a:path w="1270" h="1270">
                  <a:moveTo>
                    <a:pt x="0" y="0"/>
                  </a:moveTo>
                  <a:lnTo>
                    <a:pt x="1064" y="7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4" name="object 1884"/>
            <p:cNvSpPr/>
            <p:nvPr/>
          </p:nvSpPr>
          <p:spPr>
            <a:xfrm>
              <a:off x="5279708" y="736581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28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5" name="object 1885"/>
            <p:cNvSpPr/>
            <p:nvPr/>
          </p:nvSpPr>
          <p:spPr>
            <a:xfrm>
              <a:off x="4514090" y="7187661"/>
              <a:ext cx="267335" cy="28575"/>
            </a:xfrm>
            <a:custGeom>
              <a:avLst/>
              <a:gdLst/>
              <a:ahLst/>
              <a:cxnLst/>
              <a:rect l="l" t="t" r="r" b="b"/>
              <a:pathLst>
                <a:path w="267335" h="28575">
                  <a:moveTo>
                    <a:pt x="267083" y="0"/>
                  </a:moveTo>
                  <a:lnTo>
                    <a:pt x="0" y="28168"/>
                  </a:lnTo>
                  <a:lnTo>
                    <a:pt x="267083" y="0"/>
                  </a:lnTo>
                  <a:close/>
                </a:path>
              </a:pathLst>
            </a:custGeom>
            <a:solidFill>
              <a:srgbClr val="85A7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6" name="object 1886"/>
            <p:cNvSpPr/>
            <p:nvPr/>
          </p:nvSpPr>
          <p:spPr>
            <a:xfrm>
              <a:off x="4786495" y="7163804"/>
              <a:ext cx="220979" cy="23495"/>
            </a:xfrm>
            <a:custGeom>
              <a:avLst/>
              <a:gdLst/>
              <a:ahLst/>
              <a:cxnLst/>
              <a:rect l="l" t="t" r="r" b="b"/>
              <a:pathLst>
                <a:path w="220979" h="23495">
                  <a:moveTo>
                    <a:pt x="220724" y="0"/>
                  </a:moveTo>
                  <a:lnTo>
                    <a:pt x="0" y="23282"/>
                  </a:lnTo>
                  <a:lnTo>
                    <a:pt x="220724" y="0"/>
                  </a:lnTo>
                  <a:close/>
                </a:path>
              </a:pathLst>
            </a:custGeom>
            <a:solidFill>
              <a:srgbClr val="7999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7" name="object 1887"/>
            <p:cNvSpPr/>
            <p:nvPr/>
          </p:nvSpPr>
          <p:spPr>
            <a:xfrm>
              <a:off x="4549765" y="7190338"/>
              <a:ext cx="231775" cy="24765"/>
            </a:xfrm>
            <a:custGeom>
              <a:avLst/>
              <a:gdLst/>
              <a:ahLst/>
              <a:cxnLst/>
              <a:rect l="l" t="t" r="r" b="b"/>
              <a:pathLst>
                <a:path w="231775" h="24765">
                  <a:moveTo>
                    <a:pt x="231409" y="0"/>
                  </a:moveTo>
                  <a:lnTo>
                    <a:pt x="0" y="24387"/>
                  </a:lnTo>
                  <a:lnTo>
                    <a:pt x="231409" y="0"/>
                  </a:lnTo>
                  <a:close/>
                </a:path>
              </a:pathLst>
            </a:custGeom>
            <a:solidFill>
              <a:srgbClr val="ADAF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8" name="object 1888"/>
            <p:cNvSpPr/>
            <p:nvPr/>
          </p:nvSpPr>
          <p:spPr>
            <a:xfrm>
              <a:off x="4515304" y="7201300"/>
              <a:ext cx="161925" cy="17145"/>
            </a:xfrm>
            <a:custGeom>
              <a:avLst/>
              <a:gdLst/>
              <a:ahLst/>
              <a:cxnLst/>
              <a:rect l="l" t="t" r="r" b="b"/>
              <a:pathLst>
                <a:path w="161925" h="17145">
                  <a:moveTo>
                    <a:pt x="161616" y="0"/>
                  </a:moveTo>
                  <a:lnTo>
                    <a:pt x="0" y="17058"/>
                  </a:lnTo>
                  <a:lnTo>
                    <a:pt x="161616" y="0"/>
                  </a:lnTo>
                  <a:close/>
                </a:path>
              </a:pathLst>
            </a:custGeom>
            <a:solidFill>
              <a:srgbClr val="84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9" name="object 1889"/>
            <p:cNvSpPr/>
            <p:nvPr/>
          </p:nvSpPr>
          <p:spPr>
            <a:xfrm>
              <a:off x="4676921" y="7190317"/>
              <a:ext cx="104775" cy="11430"/>
            </a:xfrm>
            <a:custGeom>
              <a:avLst/>
              <a:gdLst/>
              <a:ahLst/>
              <a:cxnLst/>
              <a:rect l="l" t="t" r="r" b="b"/>
              <a:pathLst>
                <a:path w="104775" h="11429">
                  <a:moveTo>
                    <a:pt x="104253" y="0"/>
                  </a:moveTo>
                  <a:lnTo>
                    <a:pt x="0" y="10982"/>
                  </a:lnTo>
                  <a:lnTo>
                    <a:pt x="104253" y="0"/>
                  </a:lnTo>
                  <a:close/>
                </a:path>
              </a:pathLst>
            </a:custGeom>
            <a:solidFill>
              <a:srgbClr val="8E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0" name="object 1890"/>
            <p:cNvSpPr/>
            <p:nvPr/>
          </p:nvSpPr>
          <p:spPr>
            <a:xfrm>
              <a:off x="4514090" y="7187661"/>
              <a:ext cx="267335" cy="31115"/>
            </a:xfrm>
            <a:custGeom>
              <a:avLst/>
              <a:gdLst/>
              <a:ahLst/>
              <a:cxnLst/>
              <a:rect l="l" t="t" r="r" b="b"/>
              <a:pathLst>
                <a:path w="267335" h="31115">
                  <a:moveTo>
                    <a:pt x="267083" y="0"/>
                  </a:moveTo>
                  <a:lnTo>
                    <a:pt x="0" y="28168"/>
                  </a:lnTo>
                  <a:lnTo>
                    <a:pt x="0" y="29784"/>
                  </a:lnTo>
                  <a:lnTo>
                    <a:pt x="1214" y="30697"/>
                  </a:lnTo>
                  <a:lnTo>
                    <a:pt x="267083" y="2655"/>
                  </a:lnTo>
                  <a:lnTo>
                    <a:pt x="267083" y="0"/>
                  </a:lnTo>
                  <a:close/>
                </a:path>
              </a:pathLst>
            </a:custGeom>
            <a:solidFill>
              <a:srgbClr val="758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1" name="object 1891"/>
            <p:cNvSpPr/>
            <p:nvPr/>
          </p:nvSpPr>
          <p:spPr>
            <a:xfrm>
              <a:off x="4549765" y="7190338"/>
              <a:ext cx="231775" cy="24765"/>
            </a:xfrm>
            <a:custGeom>
              <a:avLst/>
              <a:gdLst/>
              <a:ahLst/>
              <a:cxnLst/>
              <a:rect l="l" t="t" r="r" b="b"/>
              <a:pathLst>
                <a:path w="231775" h="24765">
                  <a:moveTo>
                    <a:pt x="231409" y="0"/>
                  </a:moveTo>
                  <a:lnTo>
                    <a:pt x="0" y="24387"/>
                  </a:lnTo>
                  <a:lnTo>
                    <a:pt x="231409" y="0"/>
                  </a:lnTo>
                  <a:close/>
                </a:path>
              </a:pathLst>
            </a:custGeom>
            <a:solidFill>
              <a:srgbClr val="8E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2" name="object 1892"/>
            <p:cNvSpPr/>
            <p:nvPr/>
          </p:nvSpPr>
          <p:spPr>
            <a:xfrm>
              <a:off x="4515304" y="7214726"/>
              <a:ext cx="34925" cy="3810"/>
            </a:xfrm>
            <a:custGeom>
              <a:avLst/>
              <a:gdLst/>
              <a:ahLst/>
              <a:cxnLst/>
              <a:rect l="l" t="t" r="r" b="b"/>
              <a:pathLst>
                <a:path w="34925" h="3809">
                  <a:moveTo>
                    <a:pt x="34460" y="0"/>
                  </a:moveTo>
                  <a:lnTo>
                    <a:pt x="0" y="3632"/>
                  </a:lnTo>
                  <a:lnTo>
                    <a:pt x="34460" y="0"/>
                  </a:lnTo>
                  <a:close/>
                </a:path>
              </a:pathLst>
            </a:custGeom>
            <a:solidFill>
              <a:srgbClr val="758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3" name="object 1893"/>
            <p:cNvSpPr/>
            <p:nvPr/>
          </p:nvSpPr>
          <p:spPr>
            <a:xfrm>
              <a:off x="4515304" y="7190338"/>
              <a:ext cx="266065" cy="30480"/>
            </a:xfrm>
            <a:custGeom>
              <a:avLst/>
              <a:gdLst/>
              <a:ahLst/>
              <a:cxnLst/>
              <a:rect l="l" t="t" r="r" b="b"/>
              <a:pathLst>
                <a:path w="266064" h="30479">
                  <a:moveTo>
                    <a:pt x="265869" y="0"/>
                  </a:moveTo>
                  <a:lnTo>
                    <a:pt x="0" y="28020"/>
                  </a:lnTo>
                  <a:lnTo>
                    <a:pt x="3128" y="30356"/>
                  </a:lnTo>
                  <a:lnTo>
                    <a:pt x="265869" y="2655"/>
                  </a:lnTo>
                  <a:lnTo>
                    <a:pt x="265869" y="0"/>
                  </a:lnTo>
                  <a:close/>
                </a:path>
              </a:pathLst>
            </a:custGeom>
            <a:solidFill>
              <a:srgbClr val="798C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4" name="object 1894"/>
            <p:cNvSpPr/>
            <p:nvPr/>
          </p:nvSpPr>
          <p:spPr>
            <a:xfrm>
              <a:off x="4515304" y="7214726"/>
              <a:ext cx="34925" cy="3810"/>
            </a:xfrm>
            <a:custGeom>
              <a:avLst/>
              <a:gdLst/>
              <a:ahLst/>
              <a:cxnLst/>
              <a:rect l="l" t="t" r="r" b="b"/>
              <a:pathLst>
                <a:path w="34925" h="3809">
                  <a:moveTo>
                    <a:pt x="34460" y="0"/>
                  </a:moveTo>
                  <a:lnTo>
                    <a:pt x="0" y="3632"/>
                  </a:lnTo>
                  <a:lnTo>
                    <a:pt x="34460" y="0"/>
                  </a:lnTo>
                  <a:close/>
                </a:path>
              </a:pathLst>
            </a:custGeom>
            <a:solidFill>
              <a:srgbClr val="6880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5" name="object 1895"/>
            <p:cNvSpPr/>
            <p:nvPr/>
          </p:nvSpPr>
          <p:spPr>
            <a:xfrm>
              <a:off x="4786495" y="7163804"/>
              <a:ext cx="220979" cy="26034"/>
            </a:xfrm>
            <a:custGeom>
              <a:avLst/>
              <a:gdLst/>
              <a:ahLst/>
              <a:cxnLst/>
              <a:rect l="l" t="t" r="r" b="b"/>
              <a:pathLst>
                <a:path w="220979" h="26034">
                  <a:moveTo>
                    <a:pt x="220724" y="0"/>
                  </a:moveTo>
                  <a:lnTo>
                    <a:pt x="0" y="23282"/>
                  </a:lnTo>
                  <a:lnTo>
                    <a:pt x="0" y="25960"/>
                  </a:lnTo>
                  <a:lnTo>
                    <a:pt x="220724" y="2677"/>
                  </a:lnTo>
                  <a:lnTo>
                    <a:pt x="220724" y="0"/>
                  </a:lnTo>
                  <a:close/>
                </a:path>
              </a:pathLst>
            </a:custGeom>
            <a:solidFill>
              <a:srgbClr val="6C7E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6" name="object 1896"/>
            <p:cNvSpPr/>
            <p:nvPr/>
          </p:nvSpPr>
          <p:spPr>
            <a:xfrm>
              <a:off x="4786495" y="7166481"/>
              <a:ext cx="222885" cy="26034"/>
            </a:xfrm>
            <a:custGeom>
              <a:avLst/>
              <a:gdLst/>
              <a:ahLst/>
              <a:cxnLst/>
              <a:rect l="l" t="t" r="r" b="b"/>
              <a:pathLst>
                <a:path w="222885" h="26034">
                  <a:moveTo>
                    <a:pt x="220724" y="0"/>
                  </a:moveTo>
                  <a:lnTo>
                    <a:pt x="0" y="23282"/>
                  </a:lnTo>
                  <a:lnTo>
                    <a:pt x="0" y="25938"/>
                  </a:lnTo>
                  <a:lnTo>
                    <a:pt x="222618" y="2463"/>
                  </a:lnTo>
                  <a:lnTo>
                    <a:pt x="220724" y="1041"/>
                  </a:lnTo>
                  <a:lnTo>
                    <a:pt x="220724" y="0"/>
                  </a:lnTo>
                  <a:close/>
                </a:path>
              </a:pathLst>
            </a:custGeom>
            <a:solidFill>
              <a:srgbClr val="7082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7" name="object 1897"/>
            <p:cNvSpPr/>
            <p:nvPr/>
          </p:nvSpPr>
          <p:spPr>
            <a:xfrm>
              <a:off x="5007220" y="716355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2383" y="0"/>
                  </a:moveTo>
                  <a:lnTo>
                    <a:pt x="0" y="254"/>
                  </a:lnTo>
                  <a:lnTo>
                    <a:pt x="0" y="2931"/>
                  </a:lnTo>
                  <a:lnTo>
                    <a:pt x="2660" y="2654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rgbClr val="6877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8" name="object 1898"/>
            <p:cNvSpPr/>
            <p:nvPr/>
          </p:nvSpPr>
          <p:spPr>
            <a:xfrm>
              <a:off x="5009880" y="716609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7D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9" name="object 1899"/>
            <p:cNvSpPr/>
            <p:nvPr/>
          </p:nvSpPr>
          <p:spPr>
            <a:xfrm>
              <a:off x="5009880" y="716607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1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6C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0" name="object 1900"/>
            <p:cNvSpPr/>
            <p:nvPr/>
          </p:nvSpPr>
          <p:spPr>
            <a:xfrm>
              <a:off x="5007220" y="716620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2660" y="0"/>
                  </a:moveTo>
                  <a:lnTo>
                    <a:pt x="0" y="276"/>
                  </a:lnTo>
                  <a:lnTo>
                    <a:pt x="0" y="1318"/>
                  </a:lnTo>
                  <a:lnTo>
                    <a:pt x="1893" y="2740"/>
                  </a:lnTo>
                  <a:lnTo>
                    <a:pt x="1064" y="2103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6C7B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1" name="object 1901"/>
            <p:cNvSpPr/>
            <p:nvPr/>
          </p:nvSpPr>
          <p:spPr>
            <a:xfrm>
              <a:off x="4786580" y="7369209"/>
              <a:ext cx="488950" cy="52069"/>
            </a:xfrm>
            <a:custGeom>
              <a:avLst/>
              <a:gdLst/>
              <a:ahLst/>
              <a:cxnLst/>
              <a:rect l="l" t="t" r="r" b="b"/>
              <a:pathLst>
                <a:path w="488950" h="52070">
                  <a:moveTo>
                    <a:pt x="488807" y="0"/>
                  </a:moveTo>
                  <a:lnTo>
                    <a:pt x="0" y="51558"/>
                  </a:lnTo>
                  <a:lnTo>
                    <a:pt x="488807" y="0"/>
                  </a:lnTo>
                  <a:close/>
                </a:path>
              </a:pathLst>
            </a:custGeom>
            <a:solidFill>
              <a:srgbClr val="758A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2" name="object 1902"/>
            <p:cNvSpPr/>
            <p:nvPr/>
          </p:nvSpPr>
          <p:spPr>
            <a:xfrm>
              <a:off x="5285030" y="7369805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09">
                  <a:moveTo>
                    <a:pt x="0" y="0"/>
                  </a:moveTo>
                  <a:lnTo>
                    <a:pt x="0" y="3717"/>
                  </a:lnTo>
                  <a:lnTo>
                    <a:pt x="4321" y="3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3" name="object 1903"/>
            <p:cNvSpPr/>
            <p:nvPr/>
          </p:nvSpPr>
          <p:spPr>
            <a:xfrm>
              <a:off x="4610887" y="7296924"/>
              <a:ext cx="17145" cy="12700"/>
            </a:xfrm>
            <a:custGeom>
              <a:avLst/>
              <a:gdLst/>
              <a:ahLst/>
              <a:cxnLst/>
              <a:rect l="l" t="t" r="r" b="b"/>
              <a:pathLst>
                <a:path w="17145" h="12700">
                  <a:moveTo>
                    <a:pt x="4381" y="3263"/>
                  </a:moveTo>
                  <a:lnTo>
                    <a:pt x="25" y="0"/>
                  </a:lnTo>
                  <a:lnTo>
                    <a:pt x="4381" y="3263"/>
                  </a:lnTo>
                  <a:close/>
                </a:path>
                <a:path w="17145" h="12700">
                  <a:moveTo>
                    <a:pt x="16852" y="12661"/>
                  </a:moveTo>
                  <a:lnTo>
                    <a:pt x="12598" y="9448"/>
                  </a:lnTo>
                  <a:lnTo>
                    <a:pt x="16852" y="12661"/>
                  </a:lnTo>
                  <a:close/>
                </a:path>
              </a:pathLst>
            </a:custGeom>
            <a:solidFill>
              <a:srgbClr val="B984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4" name="object 1904"/>
            <p:cNvSpPr/>
            <p:nvPr/>
          </p:nvSpPr>
          <p:spPr>
            <a:xfrm>
              <a:off x="4509833" y="7220886"/>
              <a:ext cx="1270" cy="635"/>
            </a:xfrm>
            <a:custGeom>
              <a:avLst/>
              <a:gdLst/>
              <a:ahLst/>
              <a:cxnLst/>
              <a:rect l="l" t="t" r="r" b="b"/>
              <a:pathLst>
                <a:path w="1270" h="634">
                  <a:moveTo>
                    <a:pt x="0" y="0"/>
                  </a:moveTo>
                  <a:lnTo>
                    <a:pt x="830" y="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5" name="object 1905"/>
            <p:cNvSpPr/>
            <p:nvPr/>
          </p:nvSpPr>
          <p:spPr>
            <a:xfrm>
              <a:off x="5012541" y="7168202"/>
              <a:ext cx="266700" cy="200660"/>
            </a:xfrm>
            <a:custGeom>
              <a:avLst/>
              <a:gdLst/>
              <a:ahLst/>
              <a:cxnLst/>
              <a:rect l="l" t="t" r="r" b="b"/>
              <a:pathLst>
                <a:path w="266700" h="200659">
                  <a:moveTo>
                    <a:pt x="0" y="0"/>
                  </a:moveTo>
                  <a:lnTo>
                    <a:pt x="266700" y="200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AF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6" name="object 1906"/>
            <p:cNvSpPr/>
            <p:nvPr/>
          </p:nvSpPr>
          <p:spPr>
            <a:xfrm>
              <a:off x="5012541" y="7164867"/>
              <a:ext cx="267335" cy="204470"/>
            </a:xfrm>
            <a:custGeom>
              <a:avLst/>
              <a:gdLst/>
              <a:ahLst/>
              <a:cxnLst/>
              <a:rect l="l" t="t" r="r" b="b"/>
              <a:pathLst>
                <a:path w="267335" h="204470">
                  <a:moveTo>
                    <a:pt x="0" y="0"/>
                  </a:moveTo>
                  <a:lnTo>
                    <a:pt x="0" y="3335"/>
                  </a:lnTo>
                  <a:lnTo>
                    <a:pt x="266700" y="203917"/>
                  </a:lnTo>
                  <a:lnTo>
                    <a:pt x="267167" y="203874"/>
                  </a:lnTo>
                  <a:lnTo>
                    <a:pt x="267167" y="2009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8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7" name="object 1907"/>
            <p:cNvSpPr/>
            <p:nvPr/>
          </p:nvSpPr>
          <p:spPr>
            <a:xfrm>
              <a:off x="5009113" y="7168202"/>
              <a:ext cx="270510" cy="201295"/>
            </a:xfrm>
            <a:custGeom>
              <a:avLst/>
              <a:gdLst/>
              <a:ahLst/>
              <a:cxnLst/>
              <a:rect l="l" t="t" r="r" b="b"/>
              <a:pathLst>
                <a:path w="270510" h="201295">
                  <a:moveTo>
                    <a:pt x="3427" y="0"/>
                  </a:moveTo>
                  <a:lnTo>
                    <a:pt x="3427" y="382"/>
                  </a:lnTo>
                  <a:lnTo>
                    <a:pt x="0" y="742"/>
                  </a:lnTo>
                  <a:lnTo>
                    <a:pt x="266274" y="201006"/>
                  </a:lnTo>
                  <a:lnTo>
                    <a:pt x="270127" y="200582"/>
                  </a:lnTo>
                  <a:lnTo>
                    <a:pt x="3427" y="0"/>
                  </a:lnTo>
                  <a:close/>
                </a:path>
              </a:pathLst>
            </a:custGeom>
            <a:solidFill>
              <a:srgbClr val="7082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8" name="object 1908"/>
            <p:cNvSpPr/>
            <p:nvPr/>
          </p:nvSpPr>
          <p:spPr>
            <a:xfrm>
              <a:off x="5279708" y="7365810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0"/>
                  </a:moveTo>
                  <a:lnTo>
                    <a:pt x="0" y="29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36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9" name="object 1909"/>
            <p:cNvSpPr/>
            <p:nvPr/>
          </p:nvSpPr>
          <p:spPr>
            <a:xfrm>
              <a:off x="5009880" y="7166205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60" y="1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89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0" name="object 1910"/>
            <p:cNvSpPr/>
            <p:nvPr/>
          </p:nvSpPr>
          <p:spPr>
            <a:xfrm>
              <a:off x="5009880" y="7164081"/>
              <a:ext cx="3175" cy="4445"/>
            </a:xfrm>
            <a:custGeom>
              <a:avLst/>
              <a:gdLst/>
              <a:ahLst/>
              <a:cxnLst/>
              <a:rect l="l" t="t" r="r" b="b"/>
              <a:pathLst>
                <a:path w="3175" h="4445">
                  <a:moveTo>
                    <a:pt x="1596" y="0"/>
                  </a:moveTo>
                  <a:lnTo>
                    <a:pt x="0" y="2103"/>
                  </a:lnTo>
                  <a:lnTo>
                    <a:pt x="2660" y="4121"/>
                  </a:lnTo>
                  <a:lnTo>
                    <a:pt x="2660" y="786"/>
                  </a:lnTo>
                  <a:lnTo>
                    <a:pt x="1596" y="0"/>
                  </a:lnTo>
                  <a:close/>
                </a:path>
              </a:pathLst>
            </a:custGeom>
            <a:solidFill>
              <a:srgbClr val="636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1" name="object 1911"/>
            <p:cNvSpPr/>
            <p:nvPr/>
          </p:nvSpPr>
          <p:spPr>
            <a:xfrm>
              <a:off x="5009113" y="7166205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767" y="0"/>
                  </a:moveTo>
                  <a:lnTo>
                    <a:pt x="1043" y="2550"/>
                  </a:lnTo>
                  <a:lnTo>
                    <a:pt x="0" y="2740"/>
                  </a:lnTo>
                  <a:lnTo>
                    <a:pt x="3427" y="2379"/>
                  </a:lnTo>
                  <a:lnTo>
                    <a:pt x="3427" y="1997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rgbClr val="616D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2" name="object 1912"/>
            <p:cNvSpPr/>
            <p:nvPr/>
          </p:nvSpPr>
          <p:spPr>
            <a:xfrm>
              <a:off x="5009880" y="71662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F81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3" name="object 1913"/>
            <p:cNvSpPr/>
            <p:nvPr/>
          </p:nvSpPr>
          <p:spPr>
            <a:xfrm>
              <a:off x="5009880" y="71662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5B64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4" name="object 1914"/>
            <p:cNvSpPr/>
            <p:nvPr/>
          </p:nvSpPr>
          <p:spPr>
            <a:xfrm>
              <a:off x="5009880" y="716618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69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5" name="object 1915"/>
            <p:cNvSpPr/>
            <p:nvPr/>
          </p:nvSpPr>
          <p:spPr>
            <a:xfrm>
              <a:off x="5009880" y="716620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4F5C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6" name="object 1916"/>
            <p:cNvSpPr/>
            <p:nvPr/>
          </p:nvSpPr>
          <p:spPr>
            <a:xfrm>
              <a:off x="5008284" y="7166205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596" y="0"/>
                  </a:moveTo>
                  <a:lnTo>
                    <a:pt x="0" y="2103"/>
                  </a:lnTo>
                  <a:lnTo>
                    <a:pt x="1824" y="2103"/>
                  </a:lnTo>
                  <a:lnTo>
                    <a:pt x="1596" y="0"/>
                  </a:lnTo>
                  <a:close/>
                </a:path>
              </a:pathLst>
            </a:custGeom>
            <a:solidFill>
              <a:srgbClr val="5E67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7" name="object 1917"/>
            <p:cNvSpPr/>
            <p:nvPr/>
          </p:nvSpPr>
          <p:spPr>
            <a:xfrm>
              <a:off x="4508557" y="6672652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0"/>
                  </a:moveTo>
                  <a:lnTo>
                    <a:pt x="0" y="2931"/>
                  </a:lnTo>
                  <a:lnTo>
                    <a:pt x="3426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8" name="object 1918"/>
            <p:cNvSpPr/>
            <p:nvPr/>
          </p:nvSpPr>
          <p:spPr>
            <a:xfrm>
              <a:off x="4508557" y="6675222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10" h="634">
                  <a:moveTo>
                    <a:pt x="3426" y="0"/>
                  </a:moveTo>
                  <a:lnTo>
                    <a:pt x="0" y="360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9" name="object 1919"/>
            <p:cNvSpPr/>
            <p:nvPr/>
          </p:nvSpPr>
          <p:spPr>
            <a:xfrm>
              <a:off x="4518199" y="6679916"/>
              <a:ext cx="266700" cy="200660"/>
            </a:xfrm>
            <a:custGeom>
              <a:avLst/>
              <a:gdLst/>
              <a:ahLst/>
              <a:cxnLst/>
              <a:rect l="l" t="t" r="r" b="b"/>
              <a:pathLst>
                <a:path w="266700" h="200659">
                  <a:moveTo>
                    <a:pt x="0" y="0"/>
                  </a:moveTo>
                  <a:lnTo>
                    <a:pt x="266274" y="200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78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0" name="object 1920"/>
            <p:cNvSpPr/>
            <p:nvPr/>
          </p:nvSpPr>
          <p:spPr>
            <a:xfrm>
              <a:off x="4783153" y="7426100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426" y="0"/>
                  </a:moveTo>
                  <a:lnTo>
                    <a:pt x="41" y="360"/>
                  </a:lnTo>
                  <a:lnTo>
                    <a:pt x="3426" y="2931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1" name="object 1921"/>
            <p:cNvSpPr/>
            <p:nvPr/>
          </p:nvSpPr>
          <p:spPr>
            <a:xfrm>
              <a:off x="4783174" y="7426100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10" h="634">
                  <a:moveTo>
                    <a:pt x="3406" y="0"/>
                  </a:moveTo>
                  <a:lnTo>
                    <a:pt x="0" y="360"/>
                  </a:lnTo>
                  <a:lnTo>
                    <a:pt x="3406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2" name="object 1922"/>
            <p:cNvSpPr/>
            <p:nvPr/>
          </p:nvSpPr>
          <p:spPr>
            <a:xfrm>
              <a:off x="4626953" y="7302334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09">
                  <a:moveTo>
                    <a:pt x="4279" y="3213"/>
                  </a:moveTo>
                  <a:lnTo>
                    <a:pt x="0" y="0"/>
                  </a:lnTo>
                  <a:lnTo>
                    <a:pt x="4279" y="3213"/>
                  </a:lnTo>
                  <a:close/>
                </a:path>
              </a:pathLst>
            </a:custGeom>
            <a:solidFill>
              <a:srgbClr val="837F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3" name="object 1923"/>
            <p:cNvSpPr/>
            <p:nvPr/>
          </p:nvSpPr>
          <p:spPr>
            <a:xfrm>
              <a:off x="4513878" y="6683295"/>
              <a:ext cx="635" cy="532765"/>
            </a:xfrm>
            <a:custGeom>
              <a:avLst/>
              <a:gdLst/>
              <a:ahLst/>
              <a:cxnLst/>
              <a:rect l="l" t="t" r="r" b="b"/>
              <a:pathLst>
                <a:path w="635" h="532765">
                  <a:moveTo>
                    <a:pt x="0" y="0"/>
                  </a:moveTo>
                  <a:lnTo>
                    <a:pt x="212" y="532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90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4" name="object 1924"/>
            <p:cNvSpPr/>
            <p:nvPr/>
          </p:nvSpPr>
          <p:spPr>
            <a:xfrm>
              <a:off x="4508557" y="6679301"/>
              <a:ext cx="3175" cy="541655"/>
            </a:xfrm>
            <a:custGeom>
              <a:avLst/>
              <a:gdLst/>
              <a:ahLst/>
              <a:cxnLst/>
              <a:rect l="l" t="t" r="r" b="b"/>
              <a:pathLst>
                <a:path w="3175" h="541654">
                  <a:moveTo>
                    <a:pt x="0" y="0"/>
                  </a:moveTo>
                  <a:lnTo>
                    <a:pt x="212" y="540800"/>
                  </a:lnTo>
                  <a:lnTo>
                    <a:pt x="1276" y="541585"/>
                  </a:lnTo>
                  <a:lnTo>
                    <a:pt x="2872" y="539461"/>
                  </a:lnTo>
                  <a:lnTo>
                    <a:pt x="2595" y="536827"/>
                  </a:lnTo>
                  <a:lnTo>
                    <a:pt x="2872" y="536806"/>
                  </a:lnTo>
                  <a:lnTo>
                    <a:pt x="2660" y="1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5" name="object 1925"/>
            <p:cNvSpPr/>
            <p:nvPr/>
          </p:nvSpPr>
          <p:spPr>
            <a:xfrm>
              <a:off x="4511217" y="6681298"/>
              <a:ext cx="635" cy="535305"/>
            </a:xfrm>
            <a:custGeom>
              <a:avLst/>
              <a:gdLst/>
              <a:ahLst/>
              <a:cxnLst/>
              <a:rect l="l" t="t" r="r" b="b"/>
              <a:pathLst>
                <a:path w="635" h="535304">
                  <a:moveTo>
                    <a:pt x="1" y="3992"/>
                  </a:moveTo>
                  <a:lnTo>
                    <a:pt x="0" y="0"/>
                  </a:lnTo>
                  <a:lnTo>
                    <a:pt x="212" y="534808"/>
                  </a:lnTo>
                  <a:lnTo>
                    <a:pt x="1" y="3992"/>
                  </a:lnTo>
                  <a:close/>
                </a:path>
              </a:pathLst>
            </a:custGeom>
            <a:solidFill>
              <a:srgbClr val="7C85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6" name="object 1926"/>
            <p:cNvSpPr/>
            <p:nvPr/>
          </p:nvSpPr>
          <p:spPr>
            <a:xfrm>
              <a:off x="4511217" y="6681298"/>
              <a:ext cx="3175" cy="535305"/>
            </a:xfrm>
            <a:custGeom>
              <a:avLst/>
              <a:gdLst/>
              <a:ahLst/>
              <a:cxnLst/>
              <a:rect l="l" t="t" r="r" b="b"/>
              <a:pathLst>
                <a:path w="3175" h="535304">
                  <a:moveTo>
                    <a:pt x="0" y="0"/>
                  </a:moveTo>
                  <a:lnTo>
                    <a:pt x="212" y="534808"/>
                  </a:lnTo>
                  <a:lnTo>
                    <a:pt x="2872" y="534531"/>
                  </a:lnTo>
                  <a:lnTo>
                    <a:pt x="266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76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7" name="object 1927"/>
            <p:cNvSpPr/>
            <p:nvPr/>
          </p:nvSpPr>
          <p:spPr>
            <a:xfrm>
              <a:off x="4518411" y="7220695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21" y="0"/>
                  </a:moveTo>
                  <a:lnTo>
                    <a:pt x="0" y="0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6D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8" name="object 1928"/>
            <p:cNvSpPr/>
            <p:nvPr/>
          </p:nvSpPr>
          <p:spPr>
            <a:xfrm>
              <a:off x="4514090" y="721580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8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9" name="object 1929"/>
            <p:cNvSpPr/>
            <p:nvPr/>
          </p:nvSpPr>
          <p:spPr>
            <a:xfrm>
              <a:off x="4511429" y="721610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0"/>
                  </a:moveTo>
                  <a:lnTo>
                    <a:pt x="0" y="2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0" name="object 1930"/>
            <p:cNvSpPr/>
            <p:nvPr/>
          </p:nvSpPr>
          <p:spPr>
            <a:xfrm>
              <a:off x="4511421" y="7215809"/>
              <a:ext cx="4445" cy="3175"/>
            </a:xfrm>
            <a:custGeom>
              <a:avLst/>
              <a:gdLst/>
              <a:ahLst/>
              <a:cxnLst/>
              <a:rect l="l" t="t" r="r" b="b"/>
              <a:pathLst>
                <a:path w="4445" h="3175">
                  <a:moveTo>
                    <a:pt x="3873" y="2552"/>
                  </a:moveTo>
                  <a:lnTo>
                    <a:pt x="2667" y="1638"/>
                  </a:lnTo>
                  <a:lnTo>
                    <a:pt x="2667" y="0"/>
                  </a:lnTo>
                  <a:lnTo>
                    <a:pt x="0" y="304"/>
                  </a:lnTo>
                  <a:lnTo>
                    <a:pt x="0" y="2959"/>
                  </a:lnTo>
                  <a:lnTo>
                    <a:pt x="1600" y="850"/>
                  </a:lnTo>
                  <a:lnTo>
                    <a:pt x="3873" y="2552"/>
                  </a:lnTo>
                  <a:close/>
                </a:path>
              </a:pathLst>
            </a:custGeom>
            <a:solidFill>
              <a:srgbClr val="657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1" name="object 1931"/>
            <p:cNvSpPr/>
            <p:nvPr/>
          </p:nvSpPr>
          <p:spPr>
            <a:xfrm>
              <a:off x="4515304" y="7218358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3106" y="2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74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2" name="object 1932"/>
            <p:cNvSpPr/>
            <p:nvPr/>
          </p:nvSpPr>
          <p:spPr>
            <a:xfrm>
              <a:off x="4515304" y="721835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5D6B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3" name="object 1933"/>
            <p:cNvSpPr/>
            <p:nvPr/>
          </p:nvSpPr>
          <p:spPr>
            <a:xfrm>
              <a:off x="4510664" y="7221119"/>
              <a:ext cx="271145" cy="204470"/>
            </a:xfrm>
            <a:custGeom>
              <a:avLst/>
              <a:gdLst/>
              <a:ahLst/>
              <a:cxnLst/>
              <a:rect l="l" t="t" r="r" b="b"/>
              <a:pathLst>
                <a:path w="271145" h="204470">
                  <a:moveTo>
                    <a:pt x="118833" y="86441"/>
                  </a:moveTo>
                  <a:lnTo>
                    <a:pt x="117087" y="88459"/>
                  </a:lnTo>
                  <a:lnTo>
                    <a:pt x="270595" y="203918"/>
                  </a:lnTo>
                  <a:lnTo>
                    <a:pt x="270595" y="200582"/>
                  </a:lnTo>
                  <a:lnTo>
                    <a:pt x="118833" y="86441"/>
                  </a:lnTo>
                  <a:close/>
                </a:path>
                <a:path w="271145" h="204470">
                  <a:moveTo>
                    <a:pt x="111873" y="81193"/>
                  </a:moveTo>
                  <a:lnTo>
                    <a:pt x="109914" y="83063"/>
                  </a:lnTo>
                  <a:lnTo>
                    <a:pt x="112830" y="85251"/>
                  </a:lnTo>
                  <a:lnTo>
                    <a:pt x="114576" y="83233"/>
                  </a:lnTo>
                  <a:lnTo>
                    <a:pt x="111873" y="81193"/>
                  </a:lnTo>
                  <a:close/>
                </a:path>
                <a:path w="271145" h="204470">
                  <a:moveTo>
                    <a:pt x="106721" y="77327"/>
                  </a:moveTo>
                  <a:lnTo>
                    <a:pt x="104614" y="79068"/>
                  </a:lnTo>
                  <a:lnTo>
                    <a:pt x="105594" y="79813"/>
                  </a:lnTo>
                  <a:lnTo>
                    <a:pt x="107552" y="77965"/>
                  </a:lnTo>
                  <a:lnTo>
                    <a:pt x="106721" y="77327"/>
                  </a:lnTo>
                  <a:close/>
                </a:path>
                <a:path w="271145" h="204470">
                  <a:moveTo>
                    <a:pt x="3895" y="0"/>
                  </a:moveTo>
                  <a:lnTo>
                    <a:pt x="0" y="403"/>
                  </a:lnTo>
                  <a:lnTo>
                    <a:pt x="100251" y="75797"/>
                  </a:lnTo>
                  <a:lnTo>
                    <a:pt x="102359" y="74056"/>
                  </a:lnTo>
                  <a:lnTo>
                    <a:pt x="3895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4" name="object 1934"/>
            <p:cNvSpPr/>
            <p:nvPr/>
          </p:nvSpPr>
          <p:spPr>
            <a:xfrm>
              <a:off x="4610913" y="7295184"/>
              <a:ext cx="19050" cy="14604"/>
            </a:xfrm>
            <a:custGeom>
              <a:avLst/>
              <a:gdLst/>
              <a:ahLst/>
              <a:cxnLst/>
              <a:rect l="l" t="t" r="r" b="b"/>
              <a:pathLst>
                <a:path w="19050" h="14604">
                  <a:moveTo>
                    <a:pt x="6464" y="3263"/>
                  </a:moveTo>
                  <a:lnTo>
                    <a:pt x="2108" y="0"/>
                  </a:lnTo>
                  <a:lnTo>
                    <a:pt x="0" y="1739"/>
                  </a:lnTo>
                  <a:lnTo>
                    <a:pt x="4356" y="5003"/>
                  </a:lnTo>
                  <a:lnTo>
                    <a:pt x="6464" y="3263"/>
                  </a:lnTo>
                  <a:close/>
                </a:path>
                <a:path w="19050" h="14604">
                  <a:moveTo>
                    <a:pt x="11620" y="7137"/>
                  </a:moveTo>
                  <a:lnTo>
                    <a:pt x="7302" y="3911"/>
                  </a:lnTo>
                  <a:lnTo>
                    <a:pt x="5334" y="5753"/>
                  </a:lnTo>
                  <a:lnTo>
                    <a:pt x="9664" y="9004"/>
                  </a:lnTo>
                  <a:lnTo>
                    <a:pt x="11620" y="7137"/>
                  </a:lnTo>
                  <a:close/>
                </a:path>
                <a:path w="19050" h="14604">
                  <a:moveTo>
                    <a:pt x="18580" y="12382"/>
                  </a:moveTo>
                  <a:lnTo>
                    <a:pt x="14325" y="9169"/>
                  </a:lnTo>
                  <a:lnTo>
                    <a:pt x="12573" y="11188"/>
                  </a:lnTo>
                  <a:lnTo>
                    <a:pt x="16827" y="14401"/>
                  </a:lnTo>
                  <a:lnTo>
                    <a:pt x="18580" y="12382"/>
                  </a:lnTo>
                  <a:close/>
                </a:path>
              </a:pathLst>
            </a:custGeom>
            <a:solidFill>
              <a:srgbClr val="9072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5" name="object 1935"/>
            <p:cNvSpPr/>
            <p:nvPr/>
          </p:nvSpPr>
          <p:spPr>
            <a:xfrm>
              <a:off x="4514559" y="7220695"/>
              <a:ext cx="266700" cy="201295"/>
            </a:xfrm>
            <a:custGeom>
              <a:avLst/>
              <a:gdLst/>
              <a:ahLst/>
              <a:cxnLst/>
              <a:rect l="l" t="t" r="r" b="b"/>
              <a:pathLst>
                <a:path w="266700" h="201295">
                  <a:moveTo>
                    <a:pt x="116683" y="84847"/>
                  </a:moveTo>
                  <a:lnTo>
                    <a:pt x="114938" y="86865"/>
                  </a:lnTo>
                  <a:lnTo>
                    <a:pt x="266700" y="201006"/>
                  </a:lnTo>
                  <a:lnTo>
                    <a:pt x="266700" y="197693"/>
                  </a:lnTo>
                  <a:lnTo>
                    <a:pt x="116683" y="84847"/>
                  </a:lnTo>
                  <a:close/>
                </a:path>
                <a:path w="266700" h="201295">
                  <a:moveTo>
                    <a:pt x="109914" y="79769"/>
                  </a:moveTo>
                  <a:lnTo>
                    <a:pt x="108035" y="81660"/>
                  </a:lnTo>
                  <a:lnTo>
                    <a:pt x="110681" y="83657"/>
                  </a:lnTo>
                  <a:lnTo>
                    <a:pt x="112405" y="81660"/>
                  </a:lnTo>
                  <a:lnTo>
                    <a:pt x="109914" y="79769"/>
                  </a:lnTo>
                  <a:close/>
                </a:path>
                <a:path w="266700" h="201295">
                  <a:moveTo>
                    <a:pt x="105615" y="76540"/>
                  </a:moveTo>
                  <a:lnTo>
                    <a:pt x="104311" y="76540"/>
                  </a:lnTo>
                  <a:lnTo>
                    <a:pt x="102826" y="77751"/>
                  </a:lnTo>
                  <a:lnTo>
                    <a:pt x="103657" y="78389"/>
                  </a:lnTo>
                  <a:lnTo>
                    <a:pt x="105615" y="76540"/>
                  </a:lnTo>
                  <a:close/>
                </a:path>
                <a:path w="266700" h="201295">
                  <a:moveTo>
                    <a:pt x="3873" y="0"/>
                  </a:moveTo>
                  <a:lnTo>
                    <a:pt x="0" y="424"/>
                  </a:lnTo>
                  <a:lnTo>
                    <a:pt x="98464" y="74480"/>
                  </a:lnTo>
                  <a:lnTo>
                    <a:pt x="100571" y="72737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rgbClr val="6D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6" name="object 1936"/>
            <p:cNvSpPr/>
            <p:nvPr/>
          </p:nvSpPr>
          <p:spPr>
            <a:xfrm>
              <a:off x="4613021" y="7293444"/>
              <a:ext cx="18415" cy="14604"/>
            </a:xfrm>
            <a:custGeom>
              <a:avLst/>
              <a:gdLst/>
              <a:ahLst/>
              <a:cxnLst/>
              <a:rect l="l" t="t" r="r" b="b"/>
              <a:pathLst>
                <a:path w="18414" h="14604">
                  <a:moveTo>
                    <a:pt x="6464" y="3289"/>
                  </a:moveTo>
                  <a:lnTo>
                    <a:pt x="2108" y="0"/>
                  </a:lnTo>
                  <a:lnTo>
                    <a:pt x="0" y="1739"/>
                  </a:lnTo>
                  <a:lnTo>
                    <a:pt x="4356" y="5003"/>
                  </a:lnTo>
                  <a:lnTo>
                    <a:pt x="6464" y="3289"/>
                  </a:lnTo>
                  <a:close/>
                </a:path>
                <a:path w="18414" h="14604">
                  <a:moveTo>
                    <a:pt x="11442" y="7023"/>
                  </a:moveTo>
                  <a:lnTo>
                    <a:pt x="7150" y="3797"/>
                  </a:lnTo>
                  <a:lnTo>
                    <a:pt x="5194" y="5651"/>
                  </a:lnTo>
                  <a:lnTo>
                    <a:pt x="9512" y="8877"/>
                  </a:lnTo>
                  <a:lnTo>
                    <a:pt x="11442" y="7023"/>
                  </a:lnTo>
                  <a:close/>
                </a:path>
                <a:path w="18414" h="14604">
                  <a:moveTo>
                    <a:pt x="18211" y="12103"/>
                  </a:moveTo>
                  <a:lnTo>
                    <a:pt x="13931" y="8915"/>
                  </a:lnTo>
                  <a:lnTo>
                    <a:pt x="12217" y="10909"/>
                  </a:lnTo>
                  <a:lnTo>
                    <a:pt x="16471" y="14122"/>
                  </a:lnTo>
                  <a:lnTo>
                    <a:pt x="18211" y="12103"/>
                  </a:lnTo>
                  <a:close/>
                </a:path>
              </a:pathLst>
            </a:custGeom>
            <a:solidFill>
              <a:srgbClr val="6F6D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7" name="object 1937"/>
            <p:cNvSpPr/>
            <p:nvPr/>
          </p:nvSpPr>
          <p:spPr>
            <a:xfrm>
              <a:off x="4509833" y="7218762"/>
              <a:ext cx="5080" cy="3175"/>
            </a:xfrm>
            <a:custGeom>
              <a:avLst/>
              <a:gdLst/>
              <a:ahLst/>
              <a:cxnLst/>
              <a:rect l="l" t="t" r="r" b="b"/>
              <a:pathLst>
                <a:path w="5079" h="3175">
                  <a:moveTo>
                    <a:pt x="1596" y="0"/>
                  </a:moveTo>
                  <a:lnTo>
                    <a:pt x="0" y="2123"/>
                  </a:lnTo>
                  <a:lnTo>
                    <a:pt x="830" y="2760"/>
                  </a:lnTo>
                  <a:lnTo>
                    <a:pt x="4725" y="2357"/>
                  </a:lnTo>
                  <a:lnTo>
                    <a:pt x="1873" y="2655"/>
                  </a:lnTo>
                  <a:lnTo>
                    <a:pt x="159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8" name="object 1938"/>
            <p:cNvSpPr/>
            <p:nvPr/>
          </p:nvSpPr>
          <p:spPr>
            <a:xfrm>
              <a:off x="4514559" y="7220695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3873" y="0"/>
                  </a:moveTo>
                  <a:lnTo>
                    <a:pt x="0" y="424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rgbClr val="5E66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9" name="object 1939"/>
            <p:cNvSpPr/>
            <p:nvPr/>
          </p:nvSpPr>
          <p:spPr>
            <a:xfrm>
              <a:off x="4511429" y="721876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0" y="0"/>
                  </a:moveTo>
                  <a:lnTo>
                    <a:pt x="276" y="2655"/>
                  </a:lnTo>
                  <a:lnTo>
                    <a:pt x="3129" y="23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70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0" name="object 1940"/>
            <p:cNvSpPr/>
            <p:nvPr/>
          </p:nvSpPr>
          <p:spPr>
            <a:xfrm>
              <a:off x="4511429" y="7218358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3874" y="0"/>
                  </a:moveTo>
                  <a:lnTo>
                    <a:pt x="0" y="403"/>
                  </a:lnTo>
                  <a:lnTo>
                    <a:pt x="3874" y="0"/>
                  </a:lnTo>
                  <a:close/>
                </a:path>
              </a:pathLst>
            </a:custGeom>
            <a:solidFill>
              <a:srgbClr val="5C6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1" name="object 1941"/>
            <p:cNvSpPr/>
            <p:nvPr/>
          </p:nvSpPr>
          <p:spPr>
            <a:xfrm>
              <a:off x="4511451" y="7216659"/>
              <a:ext cx="4445" cy="2540"/>
            </a:xfrm>
            <a:custGeom>
              <a:avLst/>
              <a:gdLst/>
              <a:ahLst/>
              <a:cxnLst/>
              <a:rect l="l" t="t" r="r" b="b"/>
              <a:pathLst>
                <a:path w="4445" h="2540">
                  <a:moveTo>
                    <a:pt x="1574" y="0"/>
                  </a:moveTo>
                  <a:lnTo>
                    <a:pt x="0" y="2103"/>
                  </a:lnTo>
                  <a:lnTo>
                    <a:pt x="3853" y="1699"/>
                  </a:lnTo>
                  <a:lnTo>
                    <a:pt x="1574" y="0"/>
                  </a:lnTo>
                  <a:close/>
                </a:path>
              </a:pathLst>
            </a:custGeom>
            <a:solidFill>
              <a:srgbClr val="575E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2" name="object 1942"/>
            <p:cNvSpPr/>
            <p:nvPr/>
          </p:nvSpPr>
          <p:spPr>
            <a:xfrm>
              <a:off x="4511429" y="721876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267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3" name="object 1943"/>
            <p:cNvSpPr/>
            <p:nvPr/>
          </p:nvSpPr>
          <p:spPr>
            <a:xfrm>
              <a:off x="4511429" y="7218358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3874" y="0"/>
                  </a:moveTo>
                  <a:lnTo>
                    <a:pt x="0" y="403"/>
                  </a:lnTo>
                  <a:lnTo>
                    <a:pt x="3874" y="0"/>
                  </a:lnTo>
                  <a:close/>
                </a:path>
              </a:pathLst>
            </a:custGeom>
            <a:solidFill>
              <a:srgbClr val="575E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4" name="object 1944"/>
            <p:cNvSpPr/>
            <p:nvPr/>
          </p:nvSpPr>
          <p:spPr>
            <a:xfrm>
              <a:off x="4511429" y="7218358"/>
              <a:ext cx="6985" cy="3175"/>
            </a:xfrm>
            <a:custGeom>
              <a:avLst/>
              <a:gdLst/>
              <a:ahLst/>
              <a:cxnLst/>
              <a:rect l="l" t="t" r="r" b="b"/>
              <a:pathLst>
                <a:path w="6985" h="3175">
                  <a:moveTo>
                    <a:pt x="3874" y="0"/>
                  </a:moveTo>
                  <a:lnTo>
                    <a:pt x="0" y="403"/>
                  </a:lnTo>
                  <a:lnTo>
                    <a:pt x="3129" y="2760"/>
                  </a:lnTo>
                  <a:lnTo>
                    <a:pt x="6981" y="2336"/>
                  </a:lnTo>
                  <a:lnTo>
                    <a:pt x="3874" y="0"/>
                  </a:lnTo>
                  <a:close/>
                </a:path>
              </a:pathLst>
            </a:custGeom>
            <a:solidFill>
              <a:srgbClr val="596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5" name="object 1945"/>
            <p:cNvSpPr/>
            <p:nvPr/>
          </p:nvSpPr>
          <p:spPr>
            <a:xfrm>
              <a:off x="4511429" y="7218358"/>
              <a:ext cx="4445" cy="635"/>
            </a:xfrm>
            <a:custGeom>
              <a:avLst/>
              <a:gdLst/>
              <a:ahLst/>
              <a:cxnLst/>
              <a:rect l="l" t="t" r="r" b="b"/>
              <a:pathLst>
                <a:path w="4445" h="634">
                  <a:moveTo>
                    <a:pt x="3874" y="0"/>
                  </a:moveTo>
                  <a:lnTo>
                    <a:pt x="0" y="403"/>
                  </a:lnTo>
                  <a:lnTo>
                    <a:pt x="3874" y="0"/>
                  </a:lnTo>
                  <a:close/>
                </a:path>
              </a:pathLst>
            </a:custGeom>
            <a:solidFill>
              <a:srgbClr val="535B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6" name="object 1946"/>
            <p:cNvSpPr/>
            <p:nvPr/>
          </p:nvSpPr>
          <p:spPr>
            <a:xfrm>
              <a:off x="4786495" y="7192420"/>
              <a:ext cx="635" cy="228600"/>
            </a:xfrm>
            <a:custGeom>
              <a:avLst/>
              <a:gdLst/>
              <a:ahLst/>
              <a:cxnLst/>
              <a:rect l="l" t="t" r="r" b="b"/>
              <a:pathLst>
                <a:path w="635" h="228600">
                  <a:moveTo>
                    <a:pt x="0" y="0"/>
                  </a:moveTo>
                  <a:lnTo>
                    <a:pt x="85" y="2283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8A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7" name="object 1947"/>
            <p:cNvSpPr/>
            <p:nvPr/>
          </p:nvSpPr>
          <p:spPr>
            <a:xfrm>
              <a:off x="4786495" y="719242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572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8" name="object 1948"/>
            <p:cNvSpPr/>
            <p:nvPr/>
          </p:nvSpPr>
          <p:spPr>
            <a:xfrm>
              <a:off x="4786495" y="718708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C7E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9" name="object 1949"/>
            <p:cNvSpPr/>
            <p:nvPr/>
          </p:nvSpPr>
          <p:spPr>
            <a:xfrm>
              <a:off x="4786495" y="7187087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0"/>
                  </a:moveTo>
                  <a:lnTo>
                    <a:pt x="0" y="2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9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0" name="object 1950"/>
            <p:cNvSpPr/>
            <p:nvPr/>
          </p:nvSpPr>
          <p:spPr>
            <a:xfrm>
              <a:off x="4786495" y="7189764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0"/>
                  </a:moveTo>
                  <a:lnTo>
                    <a:pt x="0" y="2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16D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1" name="object 1951"/>
            <p:cNvSpPr/>
            <p:nvPr/>
          </p:nvSpPr>
          <p:spPr>
            <a:xfrm>
              <a:off x="4781174" y="7192994"/>
              <a:ext cx="635" cy="112395"/>
            </a:xfrm>
            <a:custGeom>
              <a:avLst/>
              <a:gdLst/>
              <a:ahLst/>
              <a:cxnLst/>
              <a:rect l="l" t="t" r="r" b="b"/>
              <a:pathLst>
                <a:path w="635" h="112395">
                  <a:moveTo>
                    <a:pt x="0" y="0"/>
                  </a:moveTo>
                  <a:lnTo>
                    <a:pt x="41" y="11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96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2" name="object 1952"/>
            <p:cNvSpPr/>
            <p:nvPr/>
          </p:nvSpPr>
          <p:spPr>
            <a:xfrm>
              <a:off x="4781174" y="719299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D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3" name="object 1953"/>
            <p:cNvSpPr/>
            <p:nvPr/>
          </p:nvSpPr>
          <p:spPr>
            <a:xfrm>
              <a:off x="4781174" y="718764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8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4" name="object 1954"/>
            <p:cNvSpPr/>
            <p:nvPr/>
          </p:nvSpPr>
          <p:spPr>
            <a:xfrm>
              <a:off x="4781174" y="719031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89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5" name="object 1955"/>
            <p:cNvSpPr/>
            <p:nvPr/>
          </p:nvSpPr>
          <p:spPr>
            <a:xfrm>
              <a:off x="4781174" y="719031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57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6" name="object 1956"/>
            <p:cNvSpPr/>
            <p:nvPr/>
          </p:nvSpPr>
          <p:spPr>
            <a:xfrm>
              <a:off x="4781174" y="7187661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0"/>
                  </a:moveTo>
                  <a:lnTo>
                    <a:pt x="0" y="2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7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7" name="object 1957"/>
            <p:cNvSpPr/>
            <p:nvPr/>
          </p:nvSpPr>
          <p:spPr>
            <a:xfrm>
              <a:off x="4781174" y="719033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57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8" name="object 1958"/>
            <p:cNvSpPr/>
            <p:nvPr/>
          </p:nvSpPr>
          <p:spPr>
            <a:xfrm>
              <a:off x="4781174" y="7190338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0"/>
                  </a:moveTo>
                  <a:lnTo>
                    <a:pt x="0" y="2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74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9" name="object 1959"/>
            <p:cNvSpPr/>
            <p:nvPr/>
          </p:nvSpPr>
          <p:spPr>
            <a:xfrm>
              <a:off x="5282923" y="6827390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894" y="0"/>
                  </a:moveTo>
                  <a:lnTo>
                    <a:pt x="0" y="191"/>
                  </a:lnTo>
                  <a:lnTo>
                    <a:pt x="1894" y="1614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rgbClr val="8198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0" name="object 1960"/>
            <p:cNvSpPr/>
            <p:nvPr/>
          </p:nvSpPr>
          <p:spPr>
            <a:xfrm>
              <a:off x="4784473" y="6856685"/>
              <a:ext cx="222885" cy="23495"/>
            </a:xfrm>
            <a:custGeom>
              <a:avLst/>
              <a:gdLst/>
              <a:ahLst/>
              <a:cxnLst/>
              <a:rect l="l" t="t" r="r" b="b"/>
              <a:pathLst>
                <a:path w="222885" h="23495">
                  <a:moveTo>
                    <a:pt x="222618" y="0"/>
                  </a:moveTo>
                  <a:lnTo>
                    <a:pt x="0" y="23474"/>
                  </a:lnTo>
                  <a:lnTo>
                    <a:pt x="222618" y="0"/>
                  </a:lnTo>
                  <a:close/>
                </a:path>
              </a:pathLst>
            </a:custGeom>
            <a:solidFill>
              <a:srgbClr val="778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1" name="object 1961"/>
            <p:cNvSpPr/>
            <p:nvPr/>
          </p:nvSpPr>
          <p:spPr>
            <a:xfrm>
              <a:off x="5007091" y="685668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77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2" name="object 1962"/>
            <p:cNvSpPr/>
            <p:nvPr/>
          </p:nvSpPr>
          <p:spPr>
            <a:xfrm>
              <a:off x="5007091" y="6856410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2575" y="0"/>
                  </a:moveTo>
                  <a:lnTo>
                    <a:pt x="0" y="275"/>
                  </a:lnTo>
                  <a:lnTo>
                    <a:pt x="2575" y="0"/>
                  </a:lnTo>
                  <a:close/>
                </a:path>
              </a:pathLst>
            </a:custGeom>
            <a:solidFill>
              <a:srgbClr val="636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3" name="object 1963"/>
            <p:cNvSpPr/>
            <p:nvPr/>
          </p:nvSpPr>
          <p:spPr>
            <a:xfrm>
              <a:off x="4781259" y="7425038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0"/>
                  </a:moveTo>
                  <a:lnTo>
                    <a:pt x="0" y="1614"/>
                  </a:lnTo>
                  <a:lnTo>
                    <a:pt x="1894" y="1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4" name="object 1964"/>
            <p:cNvSpPr/>
            <p:nvPr/>
          </p:nvSpPr>
          <p:spPr>
            <a:xfrm>
              <a:off x="4781259" y="7425038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0"/>
                  </a:moveTo>
                  <a:lnTo>
                    <a:pt x="1894" y="1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5" name="object 1965"/>
            <p:cNvSpPr/>
            <p:nvPr/>
          </p:nvSpPr>
          <p:spPr>
            <a:xfrm>
              <a:off x="5285030" y="7342357"/>
              <a:ext cx="0" cy="27940"/>
            </a:xfrm>
            <a:custGeom>
              <a:avLst/>
              <a:gdLst/>
              <a:ahLst/>
              <a:cxnLst/>
              <a:rect l="l" t="t" r="r" b="b"/>
              <a:pathLst>
                <a:path h="27940">
                  <a:moveTo>
                    <a:pt x="0" y="0"/>
                  </a:moveTo>
                  <a:lnTo>
                    <a:pt x="0" y="274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6" name="object 1966"/>
            <p:cNvSpPr/>
            <p:nvPr/>
          </p:nvSpPr>
          <p:spPr>
            <a:xfrm>
              <a:off x="5284944" y="7171325"/>
              <a:ext cx="635" cy="164465"/>
            </a:xfrm>
            <a:custGeom>
              <a:avLst/>
              <a:gdLst/>
              <a:ahLst/>
              <a:cxnLst/>
              <a:rect l="l" t="t" r="r" b="b"/>
              <a:pathLst>
                <a:path w="635" h="164465">
                  <a:moveTo>
                    <a:pt x="0" y="0"/>
                  </a:moveTo>
                  <a:lnTo>
                    <a:pt x="64" y="1643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96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7" name="object 1967"/>
            <p:cNvSpPr/>
            <p:nvPr/>
          </p:nvSpPr>
          <p:spPr>
            <a:xfrm>
              <a:off x="5282369" y="7340361"/>
              <a:ext cx="3175" cy="29845"/>
            </a:xfrm>
            <a:custGeom>
              <a:avLst/>
              <a:gdLst/>
              <a:ahLst/>
              <a:cxnLst/>
              <a:rect l="l" t="t" r="r" b="b"/>
              <a:pathLst>
                <a:path w="3175" h="29845">
                  <a:moveTo>
                    <a:pt x="0" y="0"/>
                  </a:moveTo>
                  <a:lnTo>
                    <a:pt x="0" y="27445"/>
                  </a:lnTo>
                  <a:lnTo>
                    <a:pt x="2660" y="29443"/>
                  </a:lnTo>
                  <a:lnTo>
                    <a:pt x="264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8" name="object 1968"/>
            <p:cNvSpPr/>
            <p:nvPr/>
          </p:nvSpPr>
          <p:spPr>
            <a:xfrm>
              <a:off x="5279708" y="7338363"/>
              <a:ext cx="3175" cy="29845"/>
            </a:xfrm>
            <a:custGeom>
              <a:avLst/>
              <a:gdLst/>
              <a:ahLst/>
              <a:cxnLst/>
              <a:rect l="l" t="t" r="r" b="b"/>
              <a:pathLst>
                <a:path w="3175" h="29845">
                  <a:moveTo>
                    <a:pt x="0" y="0"/>
                  </a:moveTo>
                  <a:lnTo>
                    <a:pt x="0" y="27447"/>
                  </a:lnTo>
                  <a:lnTo>
                    <a:pt x="2660" y="29443"/>
                  </a:lnTo>
                  <a:lnTo>
                    <a:pt x="2660" y="1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7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9" name="object 1969"/>
            <p:cNvSpPr/>
            <p:nvPr/>
          </p:nvSpPr>
          <p:spPr>
            <a:xfrm>
              <a:off x="5282305" y="7169327"/>
              <a:ext cx="3175" cy="167005"/>
            </a:xfrm>
            <a:custGeom>
              <a:avLst/>
              <a:gdLst/>
              <a:ahLst/>
              <a:cxnLst/>
              <a:rect l="l" t="t" r="r" b="b"/>
              <a:pathLst>
                <a:path w="3175" h="167004">
                  <a:moveTo>
                    <a:pt x="0" y="0"/>
                  </a:moveTo>
                  <a:lnTo>
                    <a:pt x="63" y="164383"/>
                  </a:lnTo>
                  <a:lnTo>
                    <a:pt x="2703" y="166380"/>
                  </a:lnTo>
                  <a:lnTo>
                    <a:pt x="2639" y="1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0" name="object 1970"/>
            <p:cNvSpPr/>
            <p:nvPr/>
          </p:nvSpPr>
          <p:spPr>
            <a:xfrm>
              <a:off x="5279623" y="7167331"/>
              <a:ext cx="3175" cy="167005"/>
            </a:xfrm>
            <a:custGeom>
              <a:avLst/>
              <a:gdLst/>
              <a:ahLst/>
              <a:cxnLst/>
              <a:rect l="l" t="t" r="r" b="b"/>
              <a:pathLst>
                <a:path w="3175" h="167004">
                  <a:moveTo>
                    <a:pt x="0" y="0"/>
                  </a:moveTo>
                  <a:lnTo>
                    <a:pt x="64" y="164383"/>
                  </a:lnTo>
                  <a:lnTo>
                    <a:pt x="2725" y="166380"/>
                  </a:lnTo>
                  <a:lnTo>
                    <a:pt x="2682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72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1" name="object 1971"/>
            <p:cNvSpPr/>
            <p:nvPr/>
          </p:nvSpPr>
          <p:spPr>
            <a:xfrm>
              <a:off x="5282305" y="7169327"/>
              <a:ext cx="635" cy="164465"/>
            </a:xfrm>
            <a:custGeom>
              <a:avLst/>
              <a:gdLst/>
              <a:ahLst/>
              <a:cxnLst/>
              <a:rect l="l" t="t" r="r" b="b"/>
              <a:pathLst>
                <a:path w="635" h="164465">
                  <a:moveTo>
                    <a:pt x="0" y="0"/>
                  </a:moveTo>
                  <a:lnTo>
                    <a:pt x="63" y="164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6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2" name="object 1972"/>
            <p:cNvSpPr/>
            <p:nvPr/>
          </p:nvSpPr>
          <p:spPr>
            <a:xfrm>
              <a:off x="5282146" y="6833006"/>
              <a:ext cx="3175" cy="332105"/>
            </a:xfrm>
            <a:custGeom>
              <a:avLst/>
              <a:gdLst/>
              <a:ahLst/>
              <a:cxnLst/>
              <a:rect l="l" t="t" r="r" b="b"/>
              <a:pathLst>
                <a:path w="3175" h="332104">
                  <a:moveTo>
                    <a:pt x="2692" y="66827"/>
                  </a:moveTo>
                  <a:lnTo>
                    <a:pt x="2667" y="0"/>
                  </a:lnTo>
                  <a:lnTo>
                    <a:pt x="0" y="0"/>
                  </a:lnTo>
                  <a:lnTo>
                    <a:pt x="25" y="66827"/>
                  </a:lnTo>
                  <a:lnTo>
                    <a:pt x="2692" y="66827"/>
                  </a:lnTo>
                  <a:close/>
                </a:path>
                <a:path w="3175" h="332104">
                  <a:moveTo>
                    <a:pt x="2794" y="331673"/>
                  </a:moveTo>
                  <a:lnTo>
                    <a:pt x="2755" y="224307"/>
                  </a:lnTo>
                  <a:lnTo>
                    <a:pt x="88" y="224307"/>
                  </a:lnTo>
                  <a:lnTo>
                    <a:pt x="127" y="329679"/>
                  </a:lnTo>
                  <a:lnTo>
                    <a:pt x="2794" y="331673"/>
                  </a:lnTo>
                  <a:close/>
                </a:path>
              </a:pathLst>
            </a:custGeom>
            <a:solidFill>
              <a:srgbClr val="6E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3" name="object 1973"/>
            <p:cNvSpPr/>
            <p:nvPr/>
          </p:nvSpPr>
          <p:spPr>
            <a:xfrm>
              <a:off x="5282369" y="7367807"/>
              <a:ext cx="1905" cy="1270"/>
            </a:xfrm>
            <a:custGeom>
              <a:avLst/>
              <a:gdLst/>
              <a:ahLst/>
              <a:cxnLst/>
              <a:rect l="l" t="t" r="r" b="b"/>
              <a:pathLst>
                <a:path w="1904" h="1270">
                  <a:moveTo>
                    <a:pt x="0" y="0"/>
                  </a:moveTo>
                  <a:lnTo>
                    <a:pt x="1596" y="11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89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4" name="object 1974"/>
            <p:cNvSpPr/>
            <p:nvPr/>
          </p:nvSpPr>
          <p:spPr>
            <a:xfrm>
              <a:off x="5279708" y="7365810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6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36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5" name="object 1975"/>
            <p:cNvSpPr/>
            <p:nvPr/>
          </p:nvSpPr>
          <p:spPr>
            <a:xfrm>
              <a:off x="4786580" y="7371142"/>
              <a:ext cx="498475" cy="55244"/>
            </a:xfrm>
            <a:custGeom>
              <a:avLst/>
              <a:gdLst/>
              <a:ahLst/>
              <a:cxnLst/>
              <a:rect l="l" t="t" r="r" b="b"/>
              <a:pathLst>
                <a:path w="498475" h="55245">
                  <a:moveTo>
                    <a:pt x="491915" y="403"/>
                  </a:moveTo>
                  <a:lnTo>
                    <a:pt x="0" y="52302"/>
                  </a:lnTo>
                  <a:lnTo>
                    <a:pt x="0" y="54957"/>
                  </a:lnTo>
                  <a:lnTo>
                    <a:pt x="498449" y="2379"/>
                  </a:lnTo>
                  <a:lnTo>
                    <a:pt x="498449" y="2103"/>
                  </a:lnTo>
                  <a:lnTo>
                    <a:pt x="494192" y="2103"/>
                  </a:lnTo>
                  <a:lnTo>
                    <a:pt x="491915" y="403"/>
                  </a:lnTo>
                  <a:close/>
                </a:path>
                <a:path w="498475" h="55245">
                  <a:moveTo>
                    <a:pt x="498449" y="0"/>
                  </a:moveTo>
                  <a:lnTo>
                    <a:pt x="495788" y="0"/>
                  </a:lnTo>
                  <a:lnTo>
                    <a:pt x="494192" y="2103"/>
                  </a:lnTo>
                  <a:lnTo>
                    <a:pt x="498449" y="2103"/>
                  </a:lnTo>
                  <a:lnTo>
                    <a:pt x="498449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6" name="object 1976"/>
            <p:cNvSpPr/>
            <p:nvPr/>
          </p:nvSpPr>
          <p:spPr>
            <a:xfrm>
              <a:off x="4786580" y="7369209"/>
              <a:ext cx="492125" cy="54610"/>
            </a:xfrm>
            <a:custGeom>
              <a:avLst/>
              <a:gdLst/>
              <a:ahLst/>
              <a:cxnLst/>
              <a:rect l="l" t="t" r="r" b="b"/>
              <a:pathLst>
                <a:path w="492125" h="54609">
                  <a:moveTo>
                    <a:pt x="488807" y="0"/>
                  </a:moveTo>
                  <a:lnTo>
                    <a:pt x="0" y="51558"/>
                  </a:lnTo>
                  <a:lnTo>
                    <a:pt x="0" y="54235"/>
                  </a:lnTo>
                  <a:lnTo>
                    <a:pt x="491915" y="2336"/>
                  </a:lnTo>
                  <a:lnTo>
                    <a:pt x="488807" y="0"/>
                  </a:lnTo>
                  <a:close/>
                </a:path>
              </a:pathLst>
            </a:custGeom>
            <a:solidFill>
              <a:srgbClr val="6572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7" name="object 1977"/>
            <p:cNvSpPr/>
            <p:nvPr/>
          </p:nvSpPr>
          <p:spPr>
            <a:xfrm>
              <a:off x="5278496" y="7371142"/>
              <a:ext cx="4445" cy="2540"/>
            </a:xfrm>
            <a:custGeom>
              <a:avLst/>
              <a:gdLst/>
              <a:ahLst/>
              <a:cxnLst/>
              <a:rect l="l" t="t" r="r" b="b"/>
              <a:pathLst>
                <a:path w="4445" h="2540">
                  <a:moveTo>
                    <a:pt x="3873" y="0"/>
                  </a:moveTo>
                  <a:lnTo>
                    <a:pt x="0" y="403"/>
                  </a:lnTo>
                  <a:lnTo>
                    <a:pt x="2277" y="2103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rgbClr val="8889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8" name="object 1978"/>
            <p:cNvSpPr/>
            <p:nvPr/>
          </p:nvSpPr>
          <p:spPr>
            <a:xfrm>
              <a:off x="5279241" y="7368742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467" y="0"/>
                  </a:moveTo>
                  <a:lnTo>
                    <a:pt x="0" y="43"/>
                  </a:lnTo>
                  <a:lnTo>
                    <a:pt x="467" y="403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636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9" name="object 1979"/>
            <p:cNvSpPr/>
            <p:nvPr/>
          </p:nvSpPr>
          <p:spPr>
            <a:xfrm>
              <a:off x="5275388" y="7368785"/>
              <a:ext cx="6985" cy="3175"/>
            </a:xfrm>
            <a:custGeom>
              <a:avLst/>
              <a:gdLst/>
              <a:ahLst/>
              <a:cxnLst/>
              <a:rect l="l" t="t" r="r" b="b"/>
              <a:pathLst>
                <a:path w="6985" h="3175">
                  <a:moveTo>
                    <a:pt x="3853" y="0"/>
                  </a:moveTo>
                  <a:lnTo>
                    <a:pt x="0" y="424"/>
                  </a:lnTo>
                  <a:lnTo>
                    <a:pt x="3107" y="2760"/>
                  </a:lnTo>
                  <a:lnTo>
                    <a:pt x="6981" y="2357"/>
                  </a:lnTo>
                  <a:lnTo>
                    <a:pt x="4320" y="2357"/>
                  </a:lnTo>
                  <a:lnTo>
                    <a:pt x="4320" y="360"/>
                  </a:lnTo>
                  <a:lnTo>
                    <a:pt x="3853" y="0"/>
                  </a:lnTo>
                  <a:close/>
                </a:path>
              </a:pathLst>
            </a:custGeom>
            <a:solidFill>
              <a:srgbClr val="616D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0" name="object 1980"/>
            <p:cNvSpPr/>
            <p:nvPr/>
          </p:nvSpPr>
          <p:spPr>
            <a:xfrm>
              <a:off x="5282369" y="7368997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1596" y="0"/>
                  </a:moveTo>
                  <a:lnTo>
                    <a:pt x="0" y="2124"/>
                  </a:lnTo>
                  <a:lnTo>
                    <a:pt x="2660" y="2124"/>
                  </a:lnTo>
                  <a:lnTo>
                    <a:pt x="2660" y="807"/>
                  </a:lnTo>
                  <a:lnTo>
                    <a:pt x="159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1" name="object 1981"/>
            <p:cNvSpPr/>
            <p:nvPr/>
          </p:nvSpPr>
          <p:spPr>
            <a:xfrm>
              <a:off x="5282369" y="7367807"/>
              <a:ext cx="1905" cy="3810"/>
            </a:xfrm>
            <a:custGeom>
              <a:avLst/>
              <a:gdLst/>
              <a:ahLst/>
              <a:cxnLst/>
              <a:rect l="l" t="t" r="r" b="b"/>
              <a:pathLst>
                <a:path w="1904" h="3809">
                  <a:moveTo>
                    <a:pt x="0" y="0"/>
                  </a:moveTo>
                  <a:lnTo>
                    <a:pt x="0" y="3335"/>
                  </a:lnTo>
                  <a:lnTo>
                    <a:pt x="1484" y="1338"/>
                  </a:lnTo>
                  <a:lnTo>
                    <a:pt x="1596" y="11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70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2" name="object 1982"/>
            <p:cNvSpPr/>
            <p:nvPr/>
          </p:nvSpPr>
          <p:spPr>
            <a:xfrm>
              <a:off x="5279708" y="7365810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0" y="0"/>
                  </a:moveTo>
                  <a:lnTo>
                    <a:pt x="0" y="3335"/>
                  </a:lnTo>
                  <a:lnTo>
                    <a:pt x="2640" y="5311"/>
                  </a:lnTo>
                  <a:lnTo>
                    <a:pt x="266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5C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3" name="object 1983"/>
            <p:cNvSpPr/>
            <p:nvPr/>
          </p:nvSpPr>
          <p:spPr>
            <a:xfrm>
              <a:off x="5279708" y="7369145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0" y="1976"/>
                  </a:lnTo>
                  <a:lnTo>
                    <a:pt x="2640" y="19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5B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4" name="object 1984"/>
            <p:cNvSpPr/>
            <p:nvPr/>
          </p:nvSpPr>
          <p:spPr>
            <a:xfrm>
              <a:off x="4784473" y="688016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77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5" name="object 1985"/>
            <p:cNvSpPr/>
            <p:nvPr/>
          </p:nvSpPr>
          <p:spPr>
            <a:xfrm>
              <a:off x="4783153" y="7426461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6" name="object 1986"/>
            <p:cNvSpPr/>
            <p:nvPr/>
          </p:nvSpPr>
          <p:spPr>
            <a:xfrm>
              <a:off x="4781174" y="7192717"/>
              <a:ext cx="3175" cy="227965"/>
            </a:xfrm>
            <a:custGeom>
              <a:avLst/>
              <a:gdLst/>
              <a:ahLst/>
              <a:cxnLst/>
              <a:rect l="l" t="t" r="r" b="b"/>
              <a:pathLst>
                <a:path w="3175" h="227965">
                  <a:moveTo>
                    <a:pt x="2660" y="0"/>
                  </a:moveTo>
                  <a:lnTo>
                    <a:pt x="0" y="276"/>
                  </a:lnTo>
                  <a:lnTo>
                    <a:pt x="85" y="225671"/>
                  </a:lnTo>
                  <a:lnTo>
                    <a:pt x="2745" y="227667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6D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7" name="object 1987"/>
            <p:cNvSpPr/>
            <p:nvPr/>
          </p:nvSpPr>
          <p:spPr>
            <a:xfrm>
              <a:off x="4783874" y="7192010"/>
              <a:ext cx="3175" cy="228600"/>
            </a:xfrm>
            <a:custGeom>
              <a:avLst/>
              <a:gdLst/>
              <a:ahLst/>
              <a:cxnLst/>
              <a:rect l="l" t="t" r="r" b="b"/>
              <a:pathLst>
                <a:path w="3175" h="228600">
                  <a:moveTo>
                    <a:pt x="2654" y="1270"/>
                  </a:moveTo>
                  <a:lnTo>
                    <a:pt x="2616" y="0"/>
                  </a:lnTo>
                  <a:lnTo>
                    <a:pt x="596" y="0"/>
                  </a:lnTo>
                  <a:lnTo>
                    <a:pt x="596" y="1270"/>
                  </a:lnTo>
                  <a:lnTo>
                    <a:pt x="0" y="1270"/>
                  </a:lnTo>
                  <a:lnTo>
                    <a:pt x="0" y="228600"/>
                  </a:lnTo>
                  <a:lnTo>
                    <a:pt x="2654" y="228600"/>
                  </a:lnTo>
                  <a:lnTo>
                    <a:pt x="2654" y="1270"/>
                  </a:lnTo>
                  <a:close/>
                </a:path>
              </a:pathLst>
            </a:custGeom>
            <a:solidFill>
              <a:srgbClr val="6572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8" name="object 1988"/>
            <p:cNvSpPr/>
            <p:nvPr/>
          </p:nvSpPr>
          <p:spPr>
            <a:xfrm>
              <a:off x="4783834" y="7192717"/>
              <a:ext cx="635" cy="227965"/>
            </a:xfrm>
            <a:custGeom>
              <a:avLst/>
              <a:gdLst/>
              <a:ahLst/>
              <a:cxnLst/>
              <a:rect l="l" t="t" r="r" b="b"/>
              <a:pathLst>
                <a:path w="635" h="227965">
                  <a:moveTo>
                    <a:pt x="0" y="0"/>
                  </a:moveTo>
                  <a:lnTo>
                    <a:pt x="85" y="227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69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9" name="object 1989"/>
            <p:cNvSpPr/>
            <p:nvPr/>
          </p:nvSpPr>
          <p:spPr>
            <a:xfrm>
              <a:off x="4783706" y="6885576"/>
              <a:ext cx="0" cy="4445"/>
            </a:xfrm>
            <a:custGeom>
              <a:avLst/>
              <a:gdLst/>
              <a:ahLst/>
              <a:cxnLst/>
              <a:rect l="l" t="t" r="r" b="b"/>
              <a:pathLst>
                <a:path h="4445">
                  <a:moveTo>
                    <a:pt x="0" y="0"/>
                  </a:moveTo>
                  <a:lnTo>
                    <a:pt x="0" y="4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7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0" name="object 1990"/>
            <p:cNvSpPr/>
            <p:nvPr/>
          </p:nvSpPr>
          <p:spPr>
            <a:xfrm>
              <a:off x="4781045" y="6884238"/>
              <a:ext cx="3175" cy="303530"/>
            </a:xfrm>
            <a:custGeom>
              <a:avLst/>
              <a:gdLst/>
              <a:ahLst/>
              <a:cxnLst/>
              <a:rect l="l" t="t" r="r" b="b"/>
              <a:pathLst>
                <a:path w="3175" h="303529">
                  <a:moveTo>
                    <a:pt x="2745" y="223185"/>
                  </a:moveTo>
                  <a:lnTo>
                    <a:pt x="85" y="223185"/>
                  </a:lnTo>
                  <a:lnTo>
                    <a:pt x="128" y="303126"/>
                  </a:lnTo>
                  <a:lnTo>
                    <a:pt x="2788" y="303126"/>
                  </a:lnTo>
                  <a:lnTo>
                    <a:pt x="2745" y="223185"/>
                  </a:lnTo>
                  <a:close/>
                </a:path>
                <a:path w="3175" h="303529">
                  <a:moveTo>
                    <a:pt x="2745" y="223185"/>
                  </a:moveTo>
                  <a:lnTo>
                    <a:pt x="2745" y="222910"/>
                  </a:lnTo>
                  <a:lnTo>
                    <a:pt x="2788" y="303126"/>
                  </a:lnTo>
                  <a:lnTo>
                    <a:pt x="2745" y="223185"/>
                  </a:lnTo>
                  <a:close/>
                </a:path>
                <a:path w="3175" h="303529">
                  <a:moveTo>
                    <a:pt x="0" y="0"/>
                  </a:moveTo>
                  <a:lnTo>
                    <a:pt x="21" y="65770"/>
                  </a:lnTo>
                  <a:lnTo>
                    <a:pt x="2682" y="65770"/>
                  </a:lnTo>
                  <a:lnTo>
                    <a:pt x="2660" y="1423"/>
                  </a:lnTo>
                  <a:lnTo>
                    <a:pt x="1894" y="1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76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1" name="object 1991"/>
            <p:cNvSpPr/>
            <p:nvPr/>
          </p:nvSpPr>
          <p:spPr>
            <a:xfrm>
              <a:off x="4783706" y="6885301"/>
              <a:ext cx="3175" cy="302260"/>
            </a:xfrm>
            <a:custGeom>
              <a:avLst/>
              <a:gdLst/>
              <a:ahLst/>
              <a:cxnLst/>
              <a:rect l="l" t="t" r="r" b="b"/>
              <a:pathLst>
                <a:path w="3175" h="302259">
                  <a:moveTo>
                    <a:pt x="2745" y="221847"/>
                  </a:moveTo>
                  <a:lnTo>
                    <a:pt x="106" y="221847"/>
                  </a:lnTo>
                  <a:lnTo>
                    <a:pt x="128" y="301786"/>
                  </a:lnTo>
                  <a:lnTo>
                    <a:pt x="2788" y="301786"/>
                  </a:lnTo>
                  <a:lnTo>
                    <a:pt x="2745" y="221847"/>
                  </a:lnTo>
                  <a:close/>
                </a:path>
                <a:path w="3175" h="302259">
                  <a:moveTo>
                    <a:pt x="2745" y="221847"/>
                  </a:moveTo>
                  <a:lnTo>
                    <a:pt x="2745" y="221570"/>
                  </a:lnTo>
                  <a:lnTo>
                    <a:pt x="2788" y="301786"/>
                  </a:lnTo>
                  <a:lnTo>
                    <a:pt x="2745" y="221847"/>
                  </a:lnTo>
                  <a:close/>
                </a:path>
                <a:path w="3175" h="302259">
                  <a:moveTo>
                    <a:pt x="2660" y="275"/>
                  </a:moveTo>
                  <a:lnTo>
                    <a:pt x="0" y="275"/>
                  </a:lnTo>
                  <a:lnTo>
                    <a:pt x="43" y="64452"/>
                  </a:lnTo>
                  <a:lnTo>
                    <a:pt x="2682" y="64452"/>
                  </a:lnTo>
                  <a:lnTo>
                    <a:pt x="2660" y="275"/>
                  </a:lnTo>
                  <a:close/>
                </a:path>
                <a:path w="3175" h="302259">
                  <a:moveTo>
                    <a:pt x="2660" y="275"/>
                  </a:moveTo>
                  <a:lnTo>
                    <a:pt x="2660" y="0"/>
                  </a:lnTo>
                  <a:lnTo>
                    <a:pt x="2682" y="64452"/>
                  </a:lnTo>
                  <a:lnTo>
                    <a:pt x="2660" y="275"/>
                  </a:lnTo>
                  <a:close/>
                </a:path>
              </a:pathLst>
            </a:custGeom>
            <a:solidFill>
              <a:srgbClr val="626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2" name="object 1992"/>
            <p:cNvSpPr/>
            <p:nvPr/>
          </p:nvSpPr>
          <p:spPr>
            <a:xfrm>
              <a:off x="4781174" y="7192695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2660" y="0"/>
                  </a:moveTo>
                  <a:lnTo>
                    <a:pt x="0" y="298"/>
                  </a:lnTo>
                  <a:lnTo>
                    <a:pt x="2660" y="21"/>
                  </a:lnTo>
                  <a:close/>
                </a:path>
              </a:pathLst>
            </a:custGeom>
            <a:solidFill>
              <a:srgbClr val="5E66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3" name="object 1993"/>
            <p:cNvSpPr/>
            <p:nvPr/>
          </p:nvSpPr>
          <p:spPr>
            <a:xfrm>
              <a:off x="4783834" y="7192420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2660" y="0"/>
                  </a:moveTo>
                  <a:lnTo>
                    <a:pt x="0" y="275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586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4" name="object 1994"/>
            <p:cNvSpPr/>
            <p:nvPr/>
          </p:nvSpPr>
          <p:spPr>
            <a:xfrm>
              <a:off x="4783834" y="7192695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5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5" name="object 1995"/>
            <p:cNvSpPr/>
            <p:nvPr/>
          </p:nvSpPr>
          <p:spPr>
            <a:xfrm>
              <a:off x="4781174" y="7187364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2660" y="0"/>
                  </a:moveTo>
                  <a:lnTo>
                    <a:pt x="0" y="275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657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6" name="object 1996"/>
            <p:cNvSpPr/>
            <p:nvPr/>
          </p:nvSpPr>
          <p:spPr>
            <a:xfrm>
              <a:off x="4783834" y="7187087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2660" y="0"/>
                  </a:moveTo>
                  <a:lnTo>
                    <a:pt x="0" y="276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5E69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7" name="object 1997"/>
            <p:cNvSpPr/>
            <p:nvPr/>
          </p:nvSpPr>
          <p:spPr>
            <a:xfrm>
              <a:off x="4783834" y="718736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546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8" name="object 1998"/>
            <p:cNvSpPr/>
            <p:nvPr/>
          </p:nvSpPr>
          <p:spPr>
            <a:xfrm>
              <a:off x="4781174" y="7190020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2660" y="0"/>
                  </a:moveTo>
                  <a:lnTo>
                    <a:pt x="0" y="297"/>
                  </a:lnTo>
                  <a:lnTo>
                    <a:pt x="2660" y="20"/>
                  </a:lnTo>
                  <a:close/>
                </a:path>
              </a:pathLst>
            </a:custGeom>
            <a:solidFill>
              <a:srgbClr val="6267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9" name="object 1999"/>
            <p:cNvSpPr/>
            <p:nvPr/>
          </p:nvSpPr>
          <p:spPr>
            <a:xfrm>
              <a:off x="4781174" y="718736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2660" y="0"/>
                  </a:moveTo>
                  <a:lnTo>
                    <a:pt x="0" y="297"/>
                  </a:lnTo>
                  <a:lnTo>
                    <a:pt x="0" y="2952"/>
                  </a:lnTo>
                  <a:lnTo>
                    <a:pt x="2660" y="2675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575E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0" name="object 2000"/>
            <p:cNvSpPr/>
            <p:nvPr/>
          </p:nvSpPr>
          <p:spPr>
            <a:xfrm>
              <a:off x="4781174" y="7190040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2660" y="0"/>
                  </a:moveTo>
                  <a:lnTo>
                    <a:pt x="0" y="298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6267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1" name="object 2001"/>
            <p:cNvSpPr/>
            <p:nvPr/>
          </p:nvSpPr>
          <p:spPr>
            <a:xfrm>
              <a:off x="4781174" y="719004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2660" y="0"/>
                  </a:moveTo>
                  <a:lnTo>
                    <a:pt x="0" y="298"/>
                  </a:lnTo>
                  <a:lnTo>
                    <a:pt x="0" y="2954"/>
                  </a:lnTo>
                  <a:lnTo>
                    <a:pt x="2660" y="2655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596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2" name="object 2002"/>
            <p:cNvSpPr/>
            <p:nvPr/>
          </p:nvSpPr>
          <p:spPr>
            <a:xfrm>
              <a:off x="4783834" y="718708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2660" y="0"/>
                  </a:moveTo>
                  <a:lnTo>
                    <a:pt x="0" y="276"/>
                  </a:lnTo>
                  <a:lnTo>
                    <a:pt x="0" y="2952"/>
                  </a:lnTo>
                  <a:lnTo>
                    <a:pt x="2660" y="2677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52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3" name="object 2003"/>
            <p:cNvSpPr/>
            <p:nvPr/>
          </p:nvSpPr>
          <p:spPr>
            <a:xfrm>
              <a:off x="4783834" y="7187364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0"/>
                  </a:moveTo>
                  <a:lnTo>
                    <a:pt x="0" y="2675"/>
                  </a:lnTo>
                  <a:close/>
                </a:path>
              </a:pathLst>
            </a:custGeom>
            <a:solidFill>
              <a:srgbClr val="4B53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4" name="object 2004"/>
            <p:cNvSpPr/>
            <p:nvPr/>
          </p:nvSpPr>
          <p:spPr>
            <a:xfrm>
              <a:off x="4783834" y="718976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2660" y="0"/>
                  </a:moveTo>
                  <a:lnTo>
                    <a:pt x="0" y="275"/>
                  </a:lnTo>
                  <a:lnTo>
                    <a:pt x="0" y="2931"/>
                  </a:lnTo>
                  <a:lnTo>
                    <a:pt x="2660" y="2655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545B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5" name="object 2005"/>
            <p:cNvSpPr/>
            <p:nvPr/>
          </p:nvSpPr>
          <p:spPr>
            <a:xfrm>
              <a:off x="4783834" y="7190040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0"/>
                  </a:moveTo>
                  <a:lnTo>
                    <a:pt x="0" y="2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55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6" name="object 2006"/>
            <p:cNvSpPr/>
            <p:nvPr/>
          </p:nvSpPr>
          <p:spPr>
            <a:xfrm>
              <a:off x="4781259" y="7421702"/>
              <a:ext cx="5715" cy="5080"/>
            </a:xfrm>
            <a:custGeom>
              <a:avLst/>
              <a:gdLst/>
              <a:ahLst/>
              <a:cxnLst/>
              <a:rect l="l" t="t" r="r" b="b"/>
              <a:pathLst>
                <a:path w="5714" h="5079">
                  <a:moveTo>
                    <a:pt x="0" y="0"/>
                  </a:moveTo>
                  <a:lnTo>
                    <a:pt x="0" y="3336"/>
                  </a:lnTo>
                  <a:lnTo>
                    <a:pt x="1894" y="4758"/>
                  </a:lnTo>
                  <a:lnTo>
                    <a:pt x="5321" y="4398"/>
                  </a:lnTo>
                  <a:lnTo>
                    <a:pt x="5321" y="1742"/>
                  </a:lnTo>
                  <a:lnTo>
                    <a:pt x="2767" y="1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7" name="object 2007"/>
            <p:cNvSpPr/>
            <p:nvPr/>
          </p:nvSpPr>
          <p:spPr>
            <a:xfrm>
              <a:off x="4781259" y="7418388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0" y="0"/>
                  </a:moveTo>
                  <a:lnTo>
                    <a:pt x="0" y="3313"/>
                  </a:lnTo>
                  <a:lnTo>
                    <a:pt x="2660" y="5311"/>
                  </a:lnTo>
                  <a:lnTo>
                    <a:pt x="266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6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8" name="object 2008"/>
            <p:cNvSpPr/>
            <p:nvPr/>
          </p:nvSpPr>
          <p:spPr>
            <a:xfrm>
              <a:off x="4783919" y="7420385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0"/>
                  </a:moveTo>
                  <a:lnTo>
                    <a:pt x="0" y="3314"/>
                  </a:lnTo>
                  <a:lnTo>
                    <a:pt x="2660" y="3059"/>
                  </a:lnTo>
                  <a:lnTo>
                    <a:pt x="2660" y="382"/>
                  </a:lnTo>
                  <a:lnTo>
                    <a:pt x="765" y="5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6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9" name="object 2009"/>
            <p:cNvSpPr/>
            <p:nvPr/>
          </p:nvSpPr>
          <p:spPr>
            <a:xfrm>
              <a:off x="4783919" y="7420385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5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0" name="object 2010"/>
            <p:cNvSpPr/>
            <p:nvPr/>
          </p:nvSpPr>
          <p:spPr>
            <a:xfrm>
              <a:off x="4786367" y="6862018"/>
              <a:ext cx="220979" cy="23495"/>
            </a:xfrm>
            <a:custGeom>
              <a:avLst/>
              <a:gdLst/>
              <a:ahLst/>
              <a:cxnLst/>
              <a:rect l="l" t="t" r="r" b="b"/>
              <a:pathLst>
                <a:path w="220979" h="23495">
                  <a:moveTo>
                    <a:pt x="220724" y="0"/>
                  </a:moveTo>
                  <a:lnTo>
                    <a:pt x="0" y="23282"/>
                  </a:lnTo>
                  <a:lnTo>
                    <a:pt x="220724" y="0"/>
                  </a:lnTo>
                  <a:close/>
                </a:path>
              </a:pathLst>
            </a:custGeom>
            <a:solidFill>
              <a:srgbClr val="708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1" name="object 2011"/>
            <p:cNvSpPr/>
            <p:nvPr/>
          </p:nvSpPr>
          <p:spPr>
            <a:xfrm>
              <a:off x="5012413" y="6857365"/>
              <a:ext cx="39370" cy="4445"/>
            </a:xfrm>
            <a:custGeom>
              <a:avLst/>
              <a:gdLst/>
              <a:ahLst/>
              <a:cxnLst/>
              <a:rect l="l" t="t" r="r" b="b"/>
              <a:pathLst>
                <a:path w="39370" h="4445">
                  <a:moveTo>
                    <a:pt x="38865" y="0"/>
                  </a:moveTo>
                  <a:lnTo>
                    <a:pt x="0" y="4100"/>
                  </a:lnTo>
                  <a:lnTo>
                    <a:pt x="38865" y="0"/>
                  </a:lnTo>
                  <a:close/>
                </a:path>
              </a:pathLst>
            </a:custGeom>
            <a:solidFill>
              <a:srgbClr val="778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2" name="object 2012"/>
            <p:cNvSpPr/>
            <p:nvPr/>
          </p:nvSpPr>
          <p:spPr>
            <a:xfrm>
              <a:off x="5007091" y="68620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26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3" name="object 2013"/>
            <p:cNvSpPr/>
            <p:nvPr/>
          </p:nvSpPr>
          <p:spPr>
            <a:xfrm>
              <a:off x="5012413" y="686146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28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4" name="object 2014"/>
            <p:cNvSpPr/>
            <p:nvPr/>
          </p:nvSpPr>
          <p:spPr>
            <a:xfrm>
              <a:off x="5009752" y="686174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8889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5" name="object 2015"/>
            <p:cNvSpPr/>
            <p:nvPr/>
          </p:nvSpPr>
          <p:spPr>
            <a:xfrm>
              <a:off x="5007091" y="6861741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2660" y="0"/>
                  </a:moveTo>
                  <a:lnTo>
                    <a:pt x="0" y="276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5E69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6" name="object 2016"/>
            <p:cNvSpPr/>
            <p:nvPr/>
          </p:nvSpPr>
          <p:spPr>
            <a:xfrm>
              <a:off x="5009752" y="6861465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2660" y="0"/>
                  </a:moveTo>
                  <a:lnTo>
                    <a:pt x="0" y="275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636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7" name="object 2017"/>
            <p:cNvSpPr/>
            <p:nvPr/>
          </p:nvSpPr>
          <p:spPr>
            <a:xfrm>
              <a:off x="4513878" y="6683295"/>
              <a:ext cx="267335" cy="201295"/>
            </a:xfrm>
            <a:custGeom>
              <a:avLst/>
              <a:gdLst/>
              <a:ahLst/>
              <a:cxnLst/>
              <a:rect l="l" t="t" r="r" b="b"/>
              <a:pathLst>
                <a:path w="267335" h="201295">
                  <a:moveTo>
                    <a:pt x="0" y="0"/>
                  </a:moveTo>
                  <a:lnTo>
                    <a:pt x="267167" y="2009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90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8" name="object 2018"/>
            <p:cNvSpPr/>
            <p:nvPr/>
          </p:nvSpPr>
          <p:spPr>
            <a:xfrm>
              <a:off x="5284817" y="6829004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09">
                  <a:moveTo>
                    <a:pt x="0" y="0"/>
                  </a:moveTo>
                  <a:lnTo>
                    <a:pt x="0" y="3718"/>
                  </a:lnTo>
                  <a:lnTo>
                    <a:pt x="4320" y="32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98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9" name="object 2019"/>
            <p:cNvSpPr/>
            <p:nvPr/>
          </p:nvSpPr>
          <p:spPr>
            <a:xfrm>
              <a:off x="4518220" y="6628954"/>
              <a:ext cx="483234" cy="51435"/>
            </a:xfrm>
            <a:custGeom>
              <a:avLst/>
              <a:gdLst/>
              <a:ahLst/>
              <a:cxnLst/>
              <a:rect l="l" t="t" r="r" b="b"/>
              <a:pathLst>
                <a:path w="483235" h="51434">
                  <a:moveTo>
                    <a:pt x="483039" y="0"/>
                  </a:moveTo>
                  <a:lnTo>
                    <a:pt x="0" y="50962"/>
                  </a:lnTo>
                  <a:lnTo>
                    <a:pt x="483039" y="0"/>
                  </a:lnTo>
                  <a:close/>
                </a:path>
              </a:pathLst>
            </a:custGeom>
            <a:solidFill>
              <a:srgbClr val="778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0" name="object 2020"/>
            <p:cNvSpPr/>
            <p:nvPr/>
          </p:nvSpPr>
          <p:spPr>
            <a:xfrm>
              <a:off x="4511983" y="6622644"/>
              <a:ext cx="499745" cy="55244"/>
            </a:xfrm>
            <a:custGeom>
              <a:avLst/>
              <a:gdLst/>
              <a:ahLst/>
              <a:cxnLst/>
              <a:rect l="l" t="t" r="r" b="b"/>
              <a:pathLst>
                <a:path w="499745" h="55245">
                  <a:moveTo>
                    <a:pt x="498449" y="0"/>
                  </a:moveTo>
                  <a:lnTo>
                    <a:pt x="0" y="52577"/>
                  </a:lnTo>
                  <a:lnTo>
                    <a:pt x="3107" y="54914"/>
                  </a:lnTo>
                  <a:lnTo>
                    <a:pt x="490681" y="3483"/>
                  </a:lnTo>
                  <a:lnTo>
                    <a:pt x="491298" y="2251"/>
                  </a:lnTo>
                  <a:lnTo>
                    <a:pt x="493256" y="3208"/>
                  </a:lnTo>
                  <a:lnTo>
                    <a:pt x="495023" y="3016"/>
                  </a:lnTo>
                  <a:lnTo>
                    <a:pt x="495023" y="2760"/>
                  </a:lnTo>
                  <a:lnTo>
                    <a:pt x="497683" y="2760"/>
                  </a:lnTo>
                  <a:lnTo>
                    <a:pt x="499280" y="637"/>
                  </a:lnTo>
                  <a:lnTo>
                    <a:pt x="498449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1" name="object 2021"/>
            <p:cNvSpPr/>
            <p:nvPr/>
          </p:nvSpPr>
          <p:spPr>
            <a:xfrm>
              <a:off x="5002657" y="6624904"/>
              <a:ext cx="3175" cy="1270"/>
            </a:xfrm>
            <a:custGeom>
              <a:avLst/>
              <a:gdLst/>
              <a:ahLst/>
              <a:cxnLst/>
              <a:rect l="l" t="t" r="r" b="b"/>
              <a:pathLst>
                <a:path w="3175" h="1270">
                  <a:moveTo>
                    <a:pt x="2578" y="952"/>
                  </a:moveTo>
                  <a:lnTo>
                    <a:pt x="622" y="0"/>
                  </a:lnTo>
                  <a:lnTo>
                    <a:pt x="0" y="1231"/>
                  </a:lnTo>
                  <a:lnTo>
                    <a:pt x="2578" y="952"/>
                  </a:lnTo>
                  <a:close/>
                </a:path>
                <a:path w="3175" h="1270">
                  <a:moveTo>
                    <a:pt x="2895" y="927"/>
                  </a:moveTo>
                  <a:lnTo>
                    <a:pt x="2730" y="825"/>
                  </a:lnTo>
                  <a:lnTo>
                    <a:pt x="2667" y="952"/>
                  </a:lnTo>
                  <a:lnTo>
                    <a:pt x="2895" y="927"/>
                  </a:lnTo>
                  <a:close/>
                </a:path>
              </a:pathLst>
            </a:custGeom>
            <a:solidFill>
              <a:srgbClr val="7C4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2" name="object 2022"/>
            <p:cNvSpPr/>
            <p:nvPr/>
          </p:nvSpPr>
          <p:spPr>
            <a:xfrm>
              <a:off x="4515091" y="6626128"/>
              <a:ext cx="487680" cy="53975"/>
            </a:xfrm>
            <a:custGeom>
              <a:avLst/>
              <a:gdLst/>
              <a:ahLst/>
              <a:cxnLst/>
              <a:rect l="l" t="t" r="r" b="b"/>
              <a:pathLst>
                <a:path w="487679" h="53975">
                  <a:moveTo>
                    <a:pt x="487573" y="0"/>
                  </a:moveTo>
                  <a:lnTo>
                    <a:pt x="0" y="51431"/>
                  </a:lnTo>
                  <a:lnTo>
                    <a:pt x="3129" y="53788"/>
                  </a:lnTo>
                  <a:lnTo>
                    <a:pt x="486168" y="2825"/>
                  </a:lnTo>
                  <a:lnTo>
                    <a:pt x="487573" y="0"/>
                  </a:lnTo>
                  <a:close/>
                </a:path>
              </a:pathLst>
            </a:custGeom>
            <a:solidFill>
              <a:srgbClr val="677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3" name="object 2023"/>
            <p:cNvSpPr/>
            <p:nvPr/>
          </p:nvSpPr>
          <p:spPr>
            <a:xfrm>
              <a:off x="5001260" y="6625831"/>
              <a:ext cx="6350" cy="3175"/>
            </a:xfrm>
            <a:custGeom>
              <a:avLst/>
              <a:gdLst/>
              <a:ahLst/>
              <a:cxnLst/>
              <a:rect l="l" t="t" r="r" b="b"/>
              <a:pathLst>
                <a:path w="6350" h="3175">
                  <a:moveTo>
                    <a:pt x="5740" y="723"/>
                  </a:moveTo>
                  <a:lnTo>
                    <a:pt x="4292" y="0"/>
                  </a:lnTo>
                  <a:lnTo>
                    <a:pt x="4064" y="25"/>
                  </a:lnTo>
                  <a:lnTo>
                    <a:pt x="1397" y="304"/>
                  </a:lnTo>
                  <a:lnTo>
                    <a:pt x="0" y="3124"/>
                  </a:lnTo>
                  <a:lnTo>
                    <a:pt x="1041" y="3022"/>
                  </a:lnTo>
                  <a:lnTo>
                    <a:pt x="5295" y="2578"/>
                  </a:lnTo>
                  <a:lnTo>
                    <a:pt x="5740" y="2514"/>
                  </a:lnTo>
                  <a:lnTo>
                    <a:pt x="5740" y="723"/>
                  </a:lnTo>
                  <a:close/>
                </a:path>
              </a:pathLst>
            </a:custGeom>
            <a:solidFill>
              <a:srgbClr val="6256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4" name="object 2024"/>
            <p:cNvSpPr/>
            <p:nvPr/>
          </p:nvSpPr>
          <p:spPr>
            <a:xfrm>
              <a:off x="5007006" y="6625405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2575" y="0"/>
                  </a:moveTo>
                  <a:lnTo>
                    <a:pt x="0" y="0"/>
                  </a:lnTo>
                  <a:lnTo>
                    <a:pt x="0" y="255"/>
                  </a:lnTo>
                  <a:lnTo>
                    <a:pt x="2575" y="0"/>
                  </a:lnTo>
                  <a:close/>
                </a:path>
              </a:pathLst>
            </a:custGeom>
            <a:solidFill>
              <a:srgbClr val="8889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5" name="object 2025"/>
            <p:cNvSpPr/>
            <p:nvPr/>
          </p:nvSpPr>
          <p:spPr>
            <a:xfrm>
              <a:off x="5007006" y="6625405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4">
                  <a:moveTo>
                    <a:pt x="2660" y="0"/>
                  </a:moveTo>
                  <a:lnTo>
                    <a:pt x="0" y="255"/>
                  </a:lnTo>
                  <a:lnTo>
                    <a:pt x="0" y="1148"/>
                  </a:lnTo>
                  <a:lnTo>
                    <a:pt x="1297" y="1784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636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6" name="object 2026"/>
            <p:cNvSpPr/>
            <p:nvPr/>
          </p:nvSpPr>
          <p:spPr>
            <a:xfrm>
              <a:off x="5007006" y="6626554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0" y="1784"/>
                  </a:lnTo>
                  <a:lnTo>
                    <a:pt x="1894" y="1592"/>
                  </a:lnTo>
                  <a:lnTo>
                    <a:pt x="2660" y="2166"/>
                  </a:lnTo>
                  <a:lnTo>
                    <a:pt x="1064" y="976"/>
                  </a:lnTo>
                  <a:lnTo>
                    <a:pt x="1297" y="6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7" name="object 2027"/>
            <p:cNvSpPr/>
            <p:nvPr/>
          </p:nvSpPr>
          <p:spPr>
            <a:xfrm>
              <a:off x="5012328" y="6624067"/>
              <a:ext cx="39370" cy="33020"/>
            </a:xfrm>
            <a:custGeom>
              <a:avLst/>
              <a:gdLst/>
              <a:ahLst/>
              <a:cxnLst/>
              <a:rect l="l" t="t" r="r" b="b"/>
              <a:pathLst>
                <a:path w="39370" h="33020">
                  <a:moveTo>
                    <a:pt x="35227" y="29784"/>
                  </a:moveTo>
                  <a:lnTo>
                    <a:pt x="38865" y="32546"/>
                  </a:lnTo>
                  <a:lnTo>
                    <a:pt x="38865" y="31526"/>
                  </a:lnTo>
                  <a:lnTo>
                    <a:pt x="35227" y="29784"/>
                  </a:lnTo>
                  <a:close/>
                </a:path>
                <a:path w="39370" h="33020">
                  <a:moveTo>
                    <a:pt x="0" y="0"/>
                  </a:moveTo>
                  <a:lnTo>
                    <a:pt x="0" y="3314"/>
                  </a:lnTo>
                  <a:lnTo>
                    <a:pt x="7236" y="8752"/>
                  </a:lnTo>
                  <a:lnTo>
                    <a:pt x="11898" y="11089"/>
                  </a:lnTo>
                  <a:lnTo>
                    <a:pt x="11473" y="11939"/>
                  </a:lnTo>
                  <a:lnTo>
                    <a:pt x="27542" y="24027"/>
                  </a:lnTo>
                  <a:lnTo>
                    <a:pt x="28756" y="216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8" name="object 2028"/>
            <p:cNvSpPr/>
            <p:nvPr/>
          </p:nvSpPr>
          <p:spPr>
            <a:xfrm>
              <a:off x="5019561" y="6632828"/>
              <a:ext cx="32384" cy="22860"/>
            </a:xfrm>
            <a:custGeom>
              <a:avLst/>
              <a:gdLst/>
              <a:ahLst/>
              <a:cxnLst/>
              <a:rect l="l" t="t" r="r" b="b"/>
              <a:pathLst>
                <a:path w="32385" h="22859">
                  <a:moveTo>
                    <a:pt x="4660" y="2336"/>
                  </a:moveTo>
                  <a:lnTo>
                    <a:pt x="0" y="0"/>
                  </a:lnTo>
                  <a:lnTo>
                    <a:pt x="4229" y="3187"/>
                  </a:lnTo>
                  <a:lnTo>
                    <a:pt x="4660" y="2336"/>
                  </a:lnTo>
                  <a:close/>
                </a:path>
                <a:path w="32385" h="22859">
                  <a:moveTo>
                    <a:pt x="31800" y="22771"/>
                  </a:moveTo>
                  <a:lnTo>
                    <a:pt x="28155" y="21031"/>
                  </a:lnTo>
                  <a:lnTo>
                    <a:pt x="31623" y="22682"/>
                  </a:lnTo>
                  <a:lnTo>
                    <a:pt x="31623" y="20472"/>
                  </a:lnTo>
                  <a:lnTo>
                    <a:pt x="22237" y="13423"/>
                  </a:lnTo>
                  <a:lnTo>
                    <a:pt x="21780" y="13423"/>
                  </a:lnTo>
                  <a:lnTo>
                    <a:pt x="21894" y="13169"/>
                  </a:lnTo>
                  <a:lnTo>
                    <a:pt x="21513" y="12865"/>
                  </a:lnTo>
                  <a:lnTo>
                    <a:pt x="20307" y="15265"/>
                  </a:lnTo>
                  <a:lnTo>
                    <a:pt x="20751" y="15595"/>
                  </a:lnTo>
                  <a:lnTo>
                    <a:pt x="21183" y="15595"/>
                  </a:lnTo>
                  <a:lnTo>
                    <a:pt x="21069" y="15849"/>
                  </a:lnTo>
                  <a:lnTo>
                    <a:pt x="27622" y="20777"/>
                  </a:lnTo>
                  <a:lnTo>
                    <a:pt x="28143" y="21031"/>
                  </a:lnTo>
                  <a:lnTo>
                    <a:pt x="27990" y="21031"/>
                  </a:lnTo>
                  <a:lnTo>
                    <a:pt x="31623" y="22771"/>
                  </a:lnTo>
                  <a:lnTo>
                    <a:pt x="31800" y="22771"/>
                  </a:lnTo>
                  <a:close/>
                </a:path>
              </a:pathLst>
            </a:custGeom>
            <a:solidFill>
              <a:srgbClr val="7C4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9" name="object 2029"/>
            <p:cNvSpPr/>
            <p:nvPr/>
          </p:nvSpPr>
          <p:spPr>
            <a:xfrm>
              <a:off x="5255954" y="6807315"/>
              <a:ext cx="27305" cy="20955"/>
            </a:xfrm>
            <a:custGeom>
              <a:avLst/>
              <a:gdLst/>
              <a:ahLst/>
              <a:cxnLst/>
              <a:rect l="l" t="t" r="r" b="b"/>
              <a:pathLst>
                <a:path w="27304" h="20954">
                  <a:moveTo>
                    <a:pt x="0" y="0"/>
                  </a:moveTo>
                  <a:lnTo>
                    <a:pt x="0" y="3228"/>
                  </a:lnTo>
                  <a:lnTo>
                    <a:pt x="23073" y="20670"/>
                  </a:lnTo>
                  <a:lnTo>
                    <a:pt x="26968" y="20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0" name="object 2030"/>
            <p:cNvSpPr/>
            <p:nvPr/>
          </p:nvSpPr>
          <p:spPr>
            <a:xfrm>
              <a:off x="5009667" y="6623282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1596" y="0"/>
                  </a:moveTo>
                  <a:lnTo>
                    <a:pt x="0" y="2103"/>
                  </a:lnTo>
                  <a:lnTo>
                    <a:pt x="2660" y="2123"/>
                  </a:lnTo>
                  <a:lnTo>
                    <a:pt x="2660" y="784"/>
                  </a:lnTo>
                  <a:lnTo>
                    <a:pt x="159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1" name="object 2031"/>
            <p:cNvSpPr/>
            <p:nvPr/>
          </p:nvSpPr>
          <p:spPr>
            <a:xfrm>
              <a:off x="5012328" y="6625405"/>
              <a:ext cx="0" cy="2540"/>
            </a:xfrm>
            <a:custGeom>
              <a:avLst/>
              <a:gdLst/>
              <a:ahLst/>
              <a:cxnLst/>
              <a:rect l="l" t="t" r="r" b="b"/>
              <a:pathLst>
                <a:path h="2540">
                  <a:moveTo>
                    <a:pt x="0" y="0"/>
                  </a:moveTo>
                  <a:lnTo>
                    <a:pt x="0" y="19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89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2" name="object 2032"/>
            <p:cNvSpPr/>
            <p:nvPr/>
          </p:nvSpPr>
          <p:spPr>
            <a:xfrm>
              <a:off x="5009688" y="6625405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2639" y="0"/>
                  </a:moveTo>
                  <a:lnTo>
                    <a:pt x="0" y="0"/>
                  </a:lnTo>
                  <a:lnTo>
                    <a:pt x="2639" y="1976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6E70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3" name="object 2033"/>
            <p:cNvSpPr/>
            <p:nvPr/>
          </p:nvSpPr>
          <p:spPr>
            <a:xfrm>
              <a:off x="5008304" y="6625405"/>
              <a:ext cx="1905" cy="2540"/>
            </a:xfrm>
            <a:custGeom>
              <a:avLst/>
              <a:gdLst/>
              <a:ahLst/>
              <a:cxnLst/>
              <a:rect l="l" t="t" r="r" b="b"/>
              <a:pathLst>
                <a:path w="1904" h="2540">
                  <a:moveTo>
                    <a:pt x="1362" y="0"/>
                  </a:moveTo>
                  <a:lnTo>
                    <a:pt x="0" y="1784"/>
                  </a:lnTo>
                  <a:lnTo>
                    <a:pt x="1362" y="2465"/>
                  </a:lnTo>
                  <a:lnTo>
                    <a:pt x="1362" y="0"/>
                  </a:lnTo>
                  <a:close/>
                </a:path>
              </a:pathLst>
            </a:custGeom>
            <a:solidFill>
              <a:srgbClr val="565C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4" name="object 2034"/>
            <p:cNvSpPr/>
            <p:nvPr/>
          </p:nvSpPr>
          <p:spPr>
            <a:xfrm>
              <a:off x="5008071" y="6627190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233" y="0"/>
                  </a:moveTo>
                  <a:lnTo>
                    <a:pt x="0" y="318"/>
                  </a:lnTo>
                  <a:lnTo>
                    <a:pt x="1596" y="1530"/>
                  </a:lnTo>
                  <a:lnTo>
                    <a:pt x="1596" y="680"/>
                  </a:lnTo>
                  <a:lnTo>
                    <a:pt x="233" y="0"/>
                  </a:lnTo>
                  <a:close/>
                </a:path>
              </a:pathLst>
            </a:custGeom>
            <a:solidFill>
              <a:srgbClr val="514A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5" name="object 2035"/>
            <p:cNvSpPr/>
            <p:nvPr/>
          </p:nvSpPr>
          <p:spPr>
            <a:xfrm>
              <a:off x="4504235" y="6675583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09">
                  <a:moveTo>
                    <a:pt x="4321" y="0"/>
                  </a:moveTo>
                  <a:lnTo>
                    <a:pt x="0" y="467"/>
                  </a:lnTo>
                  <a:lnTo>
                    <a:pt x="4321" y="3717"/>
                  </a:lnTo>
                  <a:lnTo>
                    <a:pt x="4321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6" name="object 2036"/>
            <p:cNvSpPr/>
            <p:nvPr/>
          </p:nvSpPr>
          <p:spPr>
            <a:xfrm>
              <a:off x="4508557" y="6675583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7" name="object 2037"/>
            <p:cNvSpPr/>
            <p:nvPr/>
          </p:nvSpPr>
          <p:spPr>
            <a:xfrm>
              <a:off x="4786367" y="688530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26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8" name="object 2038"/>
            <p:cNvSpPr/>
            <p:nvPr/>
          </p:nvSpPr>
          <p:spPr>
            <a:xfrm>
              <a:off x="4514345" y="6680320"/>
              <a:ext cx="266700" cy="200660"/>
            </a:xfrm>
            <a:custGeom>
              <a:avLst/>
              <a:gdLst/>
              <a:ahLst/>
              <a:cxnLst/>
              <a:rect l="l" t="t" r="r" b="b"/>
              <a:pathLst>
                <a:path w="266700" h="200659">
                  <a:moveTo>
                    <a:pt x="0" y="0"/>
                  </a:moveTo>
                  <a:lnTo>
                    <a:pt x="266700" y="200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9" name="object 2039"/>
            <p:cNvSpPr/>
            <p:nvPr/>
          </p:nvSpPr>
          <p:spPr>
            <a:xfrm>
              <a:off x="4514345" y="6680320"/>
              <a:ext cx="266700" cy="200660"/>
            </a:xfrm>
            <a:custGeom>
              <a:avLst/>
              <a:gdLst/>
              <a:ahLst/>
              <a:cxnLst/>
              <a:rect l="l" t="t" r="r" b="b"/>
              <a:pathLst>
                <a:path w="266700" h="200659">
                  <a:moveTo>
                    <a:pt x="0" y="0"/>
                  </a:moveTo>
                  <a:lnTo>
                    <a:pt x="266700" y="2006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7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0" name="object 2040"/>
            <p:cNvSpPr/>
            <p:nvPr/>
          </p:nvSpPr>
          <p:spPr>
            <a:xfrm>
              <a:off x="4513878" y="6680320"/>
              <a:ext cx="267335" cy="204470"/>
            </a:xfrm>
            <a:custGeom>
              <a:avLst/>
              <a:gdLst/>
              <a:ahLst/>
              <a:cxnLst/>
              <a:rect l="l" t="t" r="r" b="b"/>
              <a:pathLst>
                <a:path w="267335" h="204470">
                  <a:moveTo>
                    <a:pt x="447" y="0"/>
                  </a:moveTo>
                  <a:lnTo>
                    <a:pt x="0" y="43"/>
                  </a:lnTo>
                  <a:lnTo>
                    <a:pt x="0" y="2974"/>
                  </a:lnTo>
                  <a:lnTo>
                    <a:pt x="267167" y="203917"/>
                  </a:lnTo>
                  <a:lnTo>
                    <a:pt x="267167" y="200604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6976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1" name="object 2041"/>
            <p:cNvSpPr/>
            <p:nvPr/>
          </p:nvSpPr>
          <p:spPr>
            <a:xfrm>
              <a:off x="4514345" y="6679916"/>
              <a:ext cx="270510" cy="201295"/>
            </a:xfrm>
            <a:custGeom>
              <a:avLst/>
              <a:gdLst/>
              <a:ahLst/>
              <a:cxnLst/>
              <a:rect l="l" t="t" r="r" b="b"/>
              <a:pathLst>
                <a:path w="270510" h="201295">
                  <a:moveTo>
                    <a:pt x="3874" y="0"/>
                  </a:moveTo>
                  <a:lnTo>
                    <a:pt x="0" y="403"/>
                  </a:lnTo>
                  <a:lnTo>
                    <a:pt x="266700" y="200986"/>
                  </a:lnTo>
                  <a:lnTo>
                    <a:pt x="266700" y="200604"/>
                  </a:lnTo>
                  <a:lnTo>
                    <a:pt x="270127" y="200243"/>
                  </a:lnTo>
                  <a:lnTo>
                    <a:pt x="3874" y="0"/>
                  </a:lnTo>
                  <a:close/>
                </a:path>
              </a:pathLst>
            </a:custGeom>
            <a:solidFill>
              <a:srgbClr val="677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2" name="object 2042"/>
            <p:cNvSpPr/>
            <p:nvPr/>
          </p:nvSpPr>
          <p:spPr>
            <a:xfrm>
              <a:off x="4508557" y="6675222"/>
              <a:ext cx="6985" cy="6350"/>
            </a:xfrm>
            <a:custGeom>
              <a:avLst/>
              <a:gdLst/>
              <a:ahLst/>
              <a:cxnLst/>
              <a:rect l="l" t="t" r="r" b="b"/>
              <a:pathLst>
                <a:path w="6985" h="6350">
                  <a:moveTo>
                    <a:pt x="3426" y="0"/>
                  </a:moveTo>
                  <a:lnTo>
                    <a:pt x="0" y="360"/>
                  </a:lnTo>
                  <a:lnTo>
                    <a:pt x="0" y="4077"/>
                  </a:lnTo>
                  <a:lnTo>
                    <a:pt x="2660" y="6075"/>
                  </a:lnTo>
                  <a:lnTo>
                    <a:pt x="2660" y="2740"/>
                  </a:lnTo>
                  <a:lnTo>
                    <a:pt x="6534" y="2336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3" name="object 2043"/>
            <p:cNvSpPr/>
            <p:nvPr/>
          </p:nvSpPr>
          <p:spPr>
            <a:xfrm>
              <a:off x="4511217" y="6677963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3107" y="23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67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4" name="object 2044"/>
            <p:cNvSpPr/>
            <p:nvPr/>
          </p:nvSpPr>
          <p:spPr>
            <a:xfrm>
              <a:off x="4511217" y="6677963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6D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5" name="object 2045"/>
            <p:cNvSpPr/>
            <p:nvPr/>
          </p:nvSpPr>
          <p:spPr>
            <a:xfrm>
              <a:off x="4511217" y="6677963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0" y="0"/>
                  </a:moveTo>
                  <a:lnTo>
                    <a:pt x="0" y="3335"/>
                  </a:lnTo>
                  <a:lnTo>
                    <a:pt x="2660" y="5331"/>
                  </a:lnTo>
                  <a:lnTo>
                    <a:pt x="2660" y="2400"/>
                  </a:lnTo>
                  <a:lnTo>
                    <a:pt x="3107" y="23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6" name="object 2046"/>
            <p:cNvSpPr/>
            <p:nvPr/>
          </p:nvSpPr>
          <p:spPr>
            <a:xfrm>
              <a:off x="4511217" y="6677559"/>
              <a:ext cx="7620" cy="3175"/>
            </a:xfrm>
            <a:custGeom>
              <a:avLst/>
              <a:gdLst/>
              <a:ahLst/>
              <a:cxnLst/>
              <a:rect l="l" t="t" r="r" b="b"/>
              <a:pathLst>
                <a:path w="7620" h="3175">
                  <a:moveTo>
                    <a:pt x="3873" y="0"/>
                  </a:moveTo>
                  <a:lnTo>
                    <a:pt x="0" y="403"/>
                  </a:lnTo>
                  <a:lnTo>
                    <a:pt x="3128" y="2760"/>
                  </a:lnTo>
                  <a:lnTo>
                    <a:pt x="7002" y="2357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rgbClr val="5961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7" name="object 2047"/>
            <p:cNvSpPr/>
            <p:nvPr/>
          </p:nvSpPr>
          <p:spPr>
            <a:xfrm>
              <a:off x="4786367" y="6868943"/>
              <a:ext cx="130175" cy="13970"/>
            </a:xfrm>
            <a:custGeom>
              <a:avLst/>
              <a:gdLst/>
              <a:ahLst/>
              <a:cxnLst/>
              <a:rect l="l" t="t" r="r" b="b"/>
              <a:pathLst>
                <a:path w="130175" h="13970">
                  <a:moveTo>
                    <a:pt x="129668" y="0"/>
                  </a:moveTo>
                  <a:lnTo>
                    <a:pt x="0" y="13702"/>
                  </a:lnTo>
                  <a:lnTo>
                    <a:pt x="129668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8" name="object 2048"/>
            <p:cNvSpPr/>
            <p:nvPr/>
          </p:nvSpPr>
          <p:spPr>
            <a:xfrm>
              <a:off x="4786367" y="6859341"/>
              <a:ext cx="220979" cy="26034"/>
            </a:xfrm>
            <a:custGeom>
              <a:avLst/>
              <a:gdLst/>
              <a:ahLst/>
              <a:cxnLst/>
              <a:rect l="l" t="t" r="r" b="b"/>
              <a:pathLst>
                <a:path w="220979" h="26034">
                  <a:moveTo>
                    <a:pt x="220724" y="0"/>
                  </a:moveTo>
                  <a:lnTo>
                    <a:pt x="0" y="23304"/>
                  </a:lnTo>
                  <a:lnTo>
                    <a:pt x="0" y="25960"/>
                  </a:lnTo>
                  <a:lnTo>
                    <a:pt x="220724" y="2677"/>
                  </a:lnTo>
                  <a:lnTo>
                    <a:pt x="220724" y="0"/>
                  </a:lnTo>
                  <a:close/>
                </a:path>
              </a:pathLst>
            </a:custGeom>
            <a:solidFill>
              <a:srgbClr val="626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9" name="object 2049"/>
            <p:cNvSpPr/>
            <p:nvPr/>
          </p:nvSpPr>
          <p:spPr>
            <a:xfrm>
              <a:off x="4784473" y="6856685"/>
              <a:ext cx="222885" cy="26034"/>
            </a:xfrm>
            <a:custGeom>
              <a:avLst/>
              <a:gdLst/>
              <a:ahLst/>
              <a:cxnLst/>
              <a:rect l="l" t="t" r="r" b="b"/>
              <a:pathLst>
                <a:path w="222885" h="26034">
                  <a:moveTo>
                    <a:pt x="222618" y="0"/>
                  </a:moveTo>
                  <a:lnTo>
                    <a:pt x="0" y="23474"/>
                  </a:lnTo>
                  <a:lnTo>
                    <a:pt x="1893" y="24897"/>
                  </a:lnTo>
                  <a:lnTo>
                    <a:pt x="1893" y="25938"/>
                  </a:lnTo>
                  <a:lnTo>
                    <a:pt x="222618" y="2655"/>
                  </a:lnTo>
                  <a:lnTo>
                    <a:pt x="222618" y="0"/>
                  </a:lnTo>
                  <a:close/>
                </a:path>
              </a:pathLst>
            </a:custGeom>
            <a:solidFill>
              <a:srgbClr val="677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0" name="object 2050"/>
            <p:cNvSpPr/>
            <p:nvPr/>
          </p:nvSpPr>
          <p:spPr>
            <a:xfrm>
              <a:off x="4916035" y="6859341"/>
              <a:ext cx="91440" cy="10160"/>
            </a:xfrm>
            <a:custGeom>
              <a:avLst/>
              <a:gdLst/>
              <a:ahLst/>
              <a:cxnLst/>
              <a:rect l="l" t="t" r="r" b="b"/>
              <a:pathLst>
                <a:path w="91439" h="10159">
                  <a:moveTo>
                    <a:pt x="91056" y="0"/>
                  </a:moveTo>
                  <a:lnTo>
                    <a:pt x="0" y="9602"/>
                  </a:lnTo>
                  <a:lnTo>
                    <a:pt x="91056" y="0"/>
                  </a:lnTo>
                  <a:close/>
                </a:path>
              </a:pathLst>
            </a:custGeom>
            <a:solidFill>
              <a:srgbClr val="536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1" name="object 2051"/>
            <p:cNvSpPr/>
            <p:nvPr/>
          </p:nvSpPr>
          <p:spPr>
            <a:xfrm>
              <a:off x="5012413" y="6855921"/>
              <a:ext cx="27305" cy="3175"/>
            </a:xfrm>
            <a:custGeom>
              <a:avLst/>
              <a:gdLst/>
              <a:ahLst/>
              <a:cxnLst/>
              <a:rect l="l" t="t" r="r" b="b"/>
              <a:pathLst>
                <a:path w="27304" h="3175">
                  <a:moveTo>
                    <a:pt x="27075" y="0"/>
                  </a:moveTo>
                  <a:lnTo>
                    <a:pt x="0" y="2825"/>
                  </a:lnTo>
                  <a:lnTo>
                    <a:pt x="27075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2" name="object 2052"/>
            <p:cNvSpPr/>
            <p:nvPr/>
          </p:nvSpPr>
          <p:spPr>
            <a:xfrm>
              <a:off x="5012413" y="6854709"/>
              <a:ext cx="39370" cy="6985"/>
            </a:xfrm>
            <a:custGeom>
              <a:avLst/>
              <a:gdLst/>
              <a:ahLst/>
              <a:cxnLst/>
              <a:rect l="l" t="t" r="r" b="b"/>
              <a:pathLst>
                <a:path w="39370" h="6984">
                  <a:moveTo>
                    <a:pt x="38865" y="0"/>
                  </a:moveTo>
                  <a:lnTo>
                    <a:pt x="0" y="4079"/>
                  </a:lnTo>
                  <a:lnTo>
                    <a:pt x="0" y="6756"/>
                  </a:lnTo>
                  <a:lnTo>
                    <a:pt x="38865" y="2655"/>
                  </a:lnTo>
                  <a:lnTo>
                    <a:pt x="38865" y="0"/>
                  </a:lnTo>
                  <a:close/>
                </a:path>
              </a:pathLst>
            </a:custGeom>
            <a:solidFill>
              <a:srgbClr val="677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3" name="object 2053"/>
            <p:cNvSpPr/>
            <p:nvPr/>
          </p:nvSpPr>
          <p:spPr>
            <a:xfrm>
              <a:off x="5284817" y="6829004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4" name="object 2054"/>
            <p:cNvSpPr/>
            <p:nvPr/>
          </p:nvSpPr>
          <p:spPr>
            <a:xfrm>
              <a:off x="5007091" y="6859341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0"/>
                  </a:moveTo>
                  <a:lnTo>
                    <a:pt x="0" y="2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5D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5" name="object 2055"/>
            <p:cNvSpPr/>
            <p:nvPr/>
          </p:nvSpPr>
          <p:spPr>
            <a:xfrm>
              <a:off x="5007091" y="6856685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0"/>
                  </a:moveTo>
                  <a:lnTo>
                    <a:pt x="0" y="2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61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6" name="object 2056"/>
            <p:cNvSpPr/>
            <p:nvPr/>
          </p:nvSpPr>
          <p:spPr>
            <a:xfrm>
              <a:off x="5007091" y="685934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4C5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7" name="object 2057"/>
            <p:cNvSpPr/>
            <p:nvPr/>
          </p:nvSpPr>
          <p:spPr>
            <a:xfrm>
              <a:off x="5012413" y="685874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89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8" name="object 2058"/>
            <p:cNvSpPr/>
            <p:nvPr/>
          </p:nvSpPr>
          <p:spPr>
            <a:xfrm>
              <a:off x="5012413" y="6858788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0"/>
                  </a:moveTo>
                  <a:lnTo>
                    <a:pt x="0" y="2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36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9" name="object 2059"/>
            <p:cNvSpPr/>
            <p:nvPr/>
          </p:nvSpPr>
          <p:spPr>
            <a:xfrm>
              <a:off x="5007091" y="685906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2660" y="0"/>
                  </a:moveTo>
                  <a:lnTo>
                    <a:pt x="0" y="275"/>
                  </a:lnTo>
                  <a:lnTo>
                    <a:pt x="0" y="2952"/>
                  </a:lnTo>
                  <a:lnTo>
                    <a:pt x="2660" y="2675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52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0" name="object 2060"/>
            <p:cNvSpPr/>
            <p:nvPr/>
          </p:nvSpPr>
          <p:spPr>
            <a:xfrm>
              <a:off x="5009752" y="6858788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2660" y="0"/>
                  </a:moveTo>
                  <a:lnTo>
                    <a:pt x="0" y="276"/>
                  </a:lnTo>
                  <a:lnTo>
                    <a:pt x="0" y="2952"/>
                  </a:lnTo>
                  <a:lnTo>
                    <a:pt x="2660" y="2677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565C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1" name="object 2061"/>
            <p:cNvSpPr/>
            <p:nvPr/>
          </p:nvSpPr>
          <p:spPr>
            <a:xfrm>
              <a:off x="5009752" y="685906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5159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2" name="object 2062"/>
            <p:cNvSpPr/>
            <p:nvPr/>
          </p:nvSpPr>
          <p:spPr>
            <a:xfrm>
              <a:off x="5007091" y="685641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2575" y="0"/>
                  </a:moveTo>
                  <a:lnTo>
                    <a:pt x="0" y="275"/>
                  </a:lnTo>
                  <a:lnTo>
                    <a:pt x="0" y="2931"/>
                  </a:lnTo>
                  <a:lnTo>
                    <a:pt x="2575" y="2655"/>
                  </a:lnTo>
                  <a:lnTo>
                    <a:pt x="2575" y="0"/>
                  </a:lnTo>
                  <a:close/>
                </a:path>
              </a:pathLst>
            </a:custGeom>
            <a:solidFill>
              <a:srgbClr val="565C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3" name="object 2063"/>
            <p:cNvSpPr/>
            <p:nvPr/>
          </p:nvSpPr>
          <p:spPr>
            <a:xfrm>
              <a:off x="5007091" y="6859065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2660" y="0"/>
                  </a:moveTo>
                  <a:lnTo>
                    <a:pt x="0" y="275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4952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4" name="object 2064"/>
            <p:cNvSpPr/>
            <p:nvPr/>
          </p:nvSpPr>
          <p:spPr>
            <a:xfrm>
              <a:off x="5278986" y="6827986"/>
              <a:ext cx="3175" cy="5080"/>
            </a:xfrm>
            <a:custGeom>
              <a:avLst/>
              <a:gdLst/>
              <a:ahLst/>
              <a:cxnLst/>
              <a:rect l="l" t="t" r="r" b="b"/>
              <a:pathLst>
                <a:path w="3175" h="5079">
                  <a:moveTo>
                    <a:pt x="41" y="0"/>
                  </a:moveTo>
                  <a:lnTo>
                    <a:pt x="3086" y="2357"/>
                  </a:lnTo>
                  <a:lnTo>
                    <a:pt x="3086" y="5034"/>
                  </a:lnTo>
                  <a:lnTo>
                    <a:pt x="3171" y="2357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5" name="object 2065"/>
            <p:cNvSpPr/>
            <p:nvPr/>
          </p:nvSpPr>
          <p:spPr>
            <a:xfrm>
              <a:off x="5279028" y="6827582"/>
              <a:ext cx="6350" cy="5715"/>
            </a:xfrm>
            <a:custGeom>
              <a:avLst/>
              <a:gdLst/>
              <a:ahLst/>
              <a:cxnLst/>
              <a:rect l="l" t="t" r="r" b="b"/>
              <a:pathLst>
                <a:path w="6350" h="5715">
                  <a:moveTo>
                    <a:pt x="4725" y="637"/>
                  </a:moveTo>
                  <a:lnTo>
                    <a:pt x="3129" y="2760"/>
                  </a:lnTo>
                  <a:lnTo>
                    <a:pt x="3129" y="5416"/>
                  </a:lnTo>
                  <a:lnTo>
                    <a:pt x="5789" y="5140"/>
                  </a:lnTo>
                  <a:lnTo>
                    <a:pt x="5789" y="1422"/>
                  </a:lnTo>
                  <a:lnTo>
                    <a:pt x="4725" y="637"/>
                  </a:lnTo>
                  <a:close/>
                </a:path>
                <a:path w="6350" h="5715">
                  <a:moveTo>
                    <a:pt x="3895" y="0"/>
                  </a:moveTo>
                  <a:lnTo>
                    <a:pt x="0" y="403"/>
                  </a:lnTo>
                  <a:lnTo>
                    <a:pt x="3129" y="2760"/>
                  </a:lnTo>
                  <a:lnTo>
                    <a:pt x="4725" y="637"/>
                  </a:lnTo>
                  <a:lnTo>
                    <a:pt x="3895" y="0"/>
                  </a:lnTo>
                  <a:close/>
                </a:path>
              </a:pathLst>
            </a:custGeom>
            <a:solidFill>
              <a:srgbClr val="5F67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6" name="object 2066"/>
            <p:cNvSpPr/>
            <p:nvPr/>
          </p:nvSpPr>
          <p:spPr>
            <a:xfrm>
              <a:off x="4783337" y="6882624"/>
              <a:ext cx="3175" cy="635"/>
            </a:xfrm>
            <a:custGeom>
              <a:avLst/>
              <a:gdLst/>
              <a:ahLst/>
              <a:cxnLst/>
              <a:rect l="l" t="t" r="r" b="b"/>
              <a:pathLst>
                <a:path w="3175" h="634">
                  <a:moveTo>
                    <a:pt x="3029" y="0"/>
                  </a:moveTo>
                  <a:lnTo>
                    <a:pt x="0" y="0"/>
                  </a:lnTo>
                  <a:lnTo>
                    <a:pt x="395" y="297"/>
                  </a:lnTo>
                  <a:lnTo>
                    <a:pt x="3029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7" name="object 2067"/>
            <p:cNvSpPr/>
            <p:nvPr/>
          </p:nvSpPr>
          <p:spPr>
            <a:xfrm>
              <a:off x="4781045" y="6880903"/>
              <a:ext cx="3175" cy="5080"/>
            </a:xfrm>
            <a:custGeom>
              <a:avLst/>
              <a:gdLst/>
              <a:ahLst/>
              <a:cxnLst/>
              <a:rect l="l" t="t" r="r" b="b"/>
              <a:pathLst>
                <a:path w="3175" h="5079">
                  <a:moveTo>
                    <a:pt x="0" y="0"/>
                  </a:moveTo>
                  <a:lnTo>
                    <a:pt x="2660" y="2018"/>
                  </a:lnTo>
                  <a:lnTo>
                    <a:pt x="2660" y="4673"/>
                  </a:lnTo>
                  <a:lnTo>
                    <a:pt x="2660" y="1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67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8" name="object 2068"/>
            <p:cNvSpPr/>
            <p:nvPr/>
          </p:nvSpPr>
          <p:spPr>
            <a:xfrm>
              <a:off x="4781045" y="6880924"/>
              <a:ext cx="3175" cy="5080"/>
            </a:xfrm>
            <a:custGeom>
              <a:avLst/>
              <a:gdLst/>
              <a:ahLst/>
              <a:cxnLst/>
              <a:rect l="l" t="t" r="r" b="b"/>
              <a:pathLst>
                <a:path w="3175" h="5079">
                  <a:moveTo>
                    <a:pt x="0" y="0"/>
                  </a:moveTo>
                  <a:lnTo>
                    <a:pt x="0" y="3313"/>
                  </a:lnTo>
                  <a:lnTo>
                    <a:pt x="1894" y="4737"/>
                  </a:lnTo>
                  <a:lnTo>
                    <a:pt x="2660" y="4652"/>
                  </a:lnTo>
                  <a:lnTo>
                    <a:pt x="266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9" name="object 2069"/>
            <p:cNvSpPr/>
            <p:nvPr/>
          </p:nvSpPr>
          <p:spPr>
            <a:xfrm>
              <a:off x="4783706" y="688264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2660" y="0"/>
                  </a:moveTo>
                  <a:lnTo>
                    <a:pt x="0" y="255"/>
                  </a:lnTo>
                  <a:lnTo>
                    <a:pt x="0" y="2931"/>
                  </a:lnTo>
                  <a:lnTo>
                    <a:pt x="2660" y="2655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565D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0" name="object 2070"/>
            <p:cNvSpPr/>
            <p:nvPr/>
          </p:nvSpPr>
          <p:spPr>
            <a:xfrm>
              <a:off x="4783706" y="6882921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h="3175">
                  <a:moveTo>
                    <a:pt x="0" y="0"/>
                  </a:moveTo>
                  <a:lnTo>
                    <a:pt x="0" y="2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56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1" name="object 2071"/>
            <p:cNvSpPr/>
            <p:nvPr/>
          </p:nvSpPr>
          <p:spPr>
            <a:xfrm>
              <a:off x="4781045" y="6880160"/>
              <a:ext cx="5715" cy="3175"/>
            </a:xfrm>
            <a:custGeom>
              <a:avLst/>
              <a:gdLst/>
              <a:ahLst/>
              <a:cxnLst/>
              <a:rect l="l" t="t" r="r" b="b"/>
              <a:pathLst>
                <a:path w="5714" h="3175">
                  <a:moveTo>
                    <a:pt x="3427" y="0"/>
                  </a:moveTo>
                  <a:lnTo>
                    <a:pt x="0" y="360"/>
                  </a:lnTo>
                  <a:lnTo>
                    <a:pt x="0" y="742"/>
                  </a:lnTo>
                  <a:lnTo>
                    <a:pt x="2660" y="2740"/>
                  </a:lnTo>
                  <a:lnTo>
                    <a:pt x="5321" y="2463"/>
                  </a:lnTo>
                  <a:lnTo>
                    <a:pt x="5321" y="1422"/>
                  </a:lnTo>
                  <a:lnTo>
                    <a:pt x="3427" y="0"/>
                  </a:lnTo>
                  <a:close/>
                </a:path>
              </a:pathLst>
            </a:custGeom>
            <a:solidFill>
              <a:srgbClr val="5961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2" name="object 2072"/>
            <p:cNvSpPr/>
            <p:nvPr/>
          </p:nvSpPr>
          <p:spPr>
            <a:xfrm>
              <a:off x="5329196" y="7351980"/>
              <a:ext cx="196215" cy="20955"/>
            </a:xfrm>
            <a:custGeom>
              <a:avLst/>
              <a:gdLst/>
              <a:ahLst/>
              <a:cxnLst/>
              <a:rect l="l" t="t" r="r" b="b"/>
              <a:pathLst>
                <a:path w="196214" h="20954">
                  <a:moveTo>
                    <a:pt x="195969" y="0"/>
                  </a:moveTo>
                  <a:lnTo>
                    <a:pt x="0" y="20670"/>
                  </a:lnTo>
                  <a:lnTo>
                    <a:pt x="195969" y="0"/>
                  </a:lnTo>
                  <a:close/>
                </a:path>
              </a:pathLst>
            </a:custGeom>
            <a:solidFill>
              <a:srgbClr val="F5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3" name="object 2073"/>
            <p:cNvSpPr/>
            <p:nvPr/>
          </p:nvSpPr>
          <p:spPr>
            <a:xfrm>
              <a:off x="5329218" y="7347306"/>
              <a:ext cx="189865" cy="20320"/>
            </a:xfrm>
            <a:custGeom>
              <a:avLst/>
              <a:gdLst/>
              <a:ahLst/>
              <a:cxnLst/>
              <a:rect l="l" t="t" r="r" b="b"/>
              <a:pathLst>
                <a:path w="189864" h="20320">
                  <a:moveTo>
                    <a:pt x="189712" y="0"/>
                  </a:moveTo>
                  <a:lnTo>
                    <a:pt x="0" y="20012"/>
                  </a:lnTo>
                  <a:lnTo>
                    <a:pt x="189712" y="0"/>
                  </a:lnTo>
                  <a:close/>
                </a:path>
              </a:pathLst>
            </a:custGeom>
            <a:solidFill>
              <a:srgbClr val="81A6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4" name="object 2074"/>
            <p:cNvSpPr/>
            <p:nvPr/>
          </p:nvSpPr>
          <p:spPr>
            <a:xfrm>
              <a:off x="5285009" y="7335708"/>
              <a:ext cx="39370" cy="29845"/>
            </a:xfrm>
            <a:custGeom>
              <a:avLst/>
              <a:gdLst/>
              <a:ahLst/>
              <a:cxnLst/>
              <a:rect l="l" t="t" r="r" b="b"/>
              <a:pathLst>
                <a:path w="39370" h="29845">
                  <a:moveTo>
                    <a:pt x="0" y="0"/>
                  </a:moveTo>
                  <a:lnTo>
                    <a:pt x="38865" y="29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5" name="object 2075"/>
            <p:cNvSpPr/>
            <p:nvPr/>
          </p:nvSpPr>
          <p:spPr>
            <a:xfrm>
              <a:off x="5061155" y="7167353"/>
              <a:ext cx="219075" cy="164465"/>
            </a:xfrm>
            <a:custGeom>
              <a:avLst/>
              <a:gdLst/>
              <a:ahLst/>
              <a:cxnLst/>
              <a:rect l="l" t="t" r="r" b="b"/>
              <a:pathLst>
                <a:path w="219075" h="164465">
                  <a:moveTo>
                    <a:pt x="0" y="0"/>
                  </a:moveTo>
                  <a:lnTo>
                    <a:pt x="218532" y="164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BA6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6" name="object 2076"/>
            <p:cNvSpPr/>
            <p:nvPr/>
          </p:nvSpPr>
          <p:spPr>
            <a:xfrm>
              <a:off x="5279688" y="733171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087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7" name="object 2077"/>
            <p:cNvSpPr/>
            <p:nvPr/>
          </p:nvSpPr>
          <p:spPr>
            <a:xfrm>
              <a:off x="5285009" y="733570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E93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8" name="object 2078"/>
            <p:cNvSpPr/>
            <p:nvPr/>
          </p:nvSpPr>
          <p:spPr>
            <a:xfrm>
              <a:off x="5282369" y="7333711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4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8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9" name="object 2079"/>
            <p:cNvSpPr/>
            <p:nvPr/>
          </p:nvSpPr>
          <p:spPr>
            <a:xfrm>
              <a:off x="5279688" y="7331715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6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371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0" name="object 2080"/>
            <p:cNvSpPr/>
            <p:nvPr/>
          </p:nvSpPr>
          <p:spPr>
            <a:xfrm>
              <a:off x="5282348" y="7333711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0" y="0"/>
                  </a:lnTo>
                </a:path>
              </a:pathLst>
            </a:custGeom>
            <a:solidFill>
              <a:srgbClr val="5668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1" name="object 2081"/>
            <p:cNvSpPr/>
            <p:nvPr/>
          </p:nvSpPr>
          <p:spPr>
            <a:xfrm>
              <a:off x="5528593" y="7347924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09">
                  <a:moveTo>
                    <a:pt x="0" y="0"/>
                  </a:moveTo>
                  <a:lnTo>
                    <a:pt x="0" y="3695"/>
                  </a:lnTo>
                  <a:lnTo>
                    <a:pt x="4321" y="3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2" name="object 2082"/>
            <p:cNvSpPr/>
            <p:nvPr/>
          </p:nvSpPr>
          <p:spPr>
            <a:xfrm>
              <a:off x="5329153" y="7197922"/>
              <a:ext cx="194310" cy="146050"/>
            </a:xfrm>
            <a:custGeom>
              <a:avLst/>
              <a:gdLst/>
              <a:ahLst/>
              <a:cxnLst/>
              <a:rect l="l" t="t" r="r" b="b"/>
              <a:pathLst>
                <a:path w="194310" h="146050">
                  <a:moveTo>
                    <a:pt x="0" y="0"/>
                  </a:moveTo>
                  <a:lnTo>
                    <a:pt x="194097" y="1459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3AA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3" name="object 2083"/>
            <p:cNvSpPr/>
            <p:nvPr/>
          </p:nvSpPr>
          <p:spPr>
            <a:xfrm>
              <a:off x="5284944" y="7164675"/>
              <a:ext cx="39370" cy="29845"/>
            </a:xfrm>
            <a:custGeom>
              <a:avLst/>
              <a:gdLst/>
              <a:ahLst/>
              <a:cxnLst/>
              <a:rect l="l" t="t" r="r" b="b"/>
              <a:pathLst>
                <a:path w="39370" h="29845">
                  <a:moveTo>
                    <a:pt x="0" y="0"/>
                  </a:moveTo>
                  <a:lnTo>
                    <a:pt x="38867" y="29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4" name="object 2084"/>
            <p:cNvSpPr/>
            <p:nvPr/>
          </p:nvSpPr>
          <p:spPr>
            <a:xfrm>
              <a:off x="5284944" y="716467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8095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5" name="object 2085"/>
            <p:cNvSpPr/>
            <p:nvPr/>
          </p:nvSpPr>
          <p:spPr>
            <a:xfrm>
              <a:off x="5282264" y="7162657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0" y="0"/>
                  </a:moveTo>
                  <a:lnTo>
                    <a:pt x="2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9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6" name="object 2086"/>
            <p:cNvSpPr/>
            <p:nvPr/>
          </p:nvSpPr>
          <p:spPr>
            <a:xfrm>
              <a:off x="5282284" y="7162679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6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7" name="object 2087"/>
            <p:cNvSpPr/>
            <p:nvPr/>
          </p:nvSpPr>
          <p:spPr>
            <a:xfrm>
              <a:off x="5525166" y="7351619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426" y="0"/>
                  </a:moveTo>
                  <a:lnTo>
                    <a:pt x="0" y="360"/>
                  </a:lnTo>
                  <a:lnTo>
                    <a:pt x="3426" y="2952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8" name="object 2088"/>
            <p:cNvSpPr/>
            <p:nvPr/>
          </p:nvSpPr>
          <p:spPr>
            <a:xfrm>
              <a:off x="5329153" y="7204571"/>
              <a:ext cx="189865" cy="142875"/>
            </a:xfrm>
            <a:custGeom>
              <a:avLst/>
              <a:gdLst/>
              <a:ahLst/>
              <a:cxnLst/>
              <a:rect l="l" t="t" r="r" b="b"/>
              <a:pathLst>
                <a:path w="189864" h="142875">
                  <a:moveTo>
                    <a:pt x="0" y="0"/>
                  </a:moveTo>
                  <a:lnTo>
                    <a:pt x="189777" y="1427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8A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9" name="object 2089"/>
            <p:cNvSpPr/>
            <p:nvPr/>
          </p:nvSpPr>
          <p:spPr>
            <a:xfrm>
              <a:off x="5284944" y="7171325"/>
              <a:ext cx="39370" cy="29845"/>
            </a:xfrm>
            <a:custGeom>
              <a:avLst/>
              <a:gdLst/>
              <a:ahLst/>
              <a:cxnLst/>
              <a:rect l="l" t="t" r="r" b="b"/>
              <a:pathLst>
                <a:path w="39370" h="29845">
                  <a:moveTo>
                    <a:pt x="0" y="0"/>
                  </a:moveTo>
                  <a:lnTo>
                    <a:pt x="38867" y="29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96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0" name="object 2090"/>
            <p:cNvSpPr/>
            <p:nvPr/>
          </p:nvSpPr>
          <p:spPr>
            <a:xfrm>
              <a:off x="5252763" y="7147107"/>
              <a:ext cx="27305" cy="20320"/>
            </a:xfrm>
            <a:custGeom>
              <a:avLst/>
              <a:gdLst/>
              <a:ahLst/>
              <a:cxnLst/>
              <a:rect l="l" t="t" r="r" b="b"/>
              <a:pathLst>
                <a:path w="27304" h="20320">
                  <a:moveTo>
                    <a:pt x="0" y="0"/>
                  </a:moveTo>
                  <a:lnTo>
                    <a:pt x="26860" y="20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1" name="object 2091"/>
            <p:cNvSpPr/>
            <p:nvPr/>
          </p:nvSpPr>
          <p:spPr>
            <a:xfrm>
              <a:off x="5255891" y="6779868"/>
              <a:ext cx="635" cy="27940"/>
            </a:xfrm>
            <a:custGeom>
              <a:avLst/>
              <a:gdLst/>
              <a:ahLst/>
              <a:cxnLst/>
              <a:rect l="l" t="t" r="r" b="b"/>
              <a:pathLst>
                <a:path w="635" h="27940">
                  <a:moveTo>
                    <a:pt x="0" y="0"/>
                  </a:moveTo>
                  <a:lnTo>
                    <a:pt x="0" y="27383"/>
                  </a:lnTo>
                  <a:lnTo>
                    <a:pt x="63" y="43"/>
                  </a:lnTo>
                  <a:close/>
                </a:path>
              </a:pathLst>
            </a:custGeom>
            <a:solidFill>
              <a:srgbClr val="8198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2" name="object 2092"/>
            <p:cNvSpPr/>
            <p:nvPr/>
          </p:nvSpPr>
          <p:spPr>
            <a:xfrm>
              <a:off x="5279623" y="716733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472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3" name="object 2093"/>
            <p:cNvSpPr/>
            <p:nvPr/>
          </p:nvSpPr>
          <p:spPr>
            <a:xfrm>
              <a:off x="5255891" y="6807252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0" y="0"/>
                  </a:moveTo>
                  <a:close/>
                </a:path>
              </a:pathLst>
            </a:custGeom>
            <a:solidFill>
              <a:srgbClr val="6F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4" name="object 2094"/>
            <p:cNvSpPr/>
            <p:nvPr/>
          </p:nvSpPr>
          <p:spPr>
            <a:xfrm>
              <a:off x="5284944" y="717132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E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5" name="object 2095"/>
            <p:cNvSpPr/>
            <p:nvPr/>
          </p:nvSpPr>
          <p:spPr>
            <a:xfrm>
              <a:off x="5282305" y="7169327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39" y="1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6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6" name="object 2096"/>
            <p:cNvSpPr/>
            <p:nvPr/>
          </p:nvSpPr>
          <p:spPr>
            <a:xfrm>
              <a:off x="5279623" y="7167331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82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61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7" name="object 2097"/>
            <p:cNvSpPr/>
            <p:nvPr/>
          </p:nvSpPr>
          <p:spPr>
            <a:xfrm>
              <a:off x="5282305" y="716932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4F5A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8" name="object 2098"/>
            <p:cNvSpPr/>
            <p:nvPr/>
          </p:nvSpPr>
          <p:spPr>
            <a:xfrm>
              <a:off x="5255891" y="6807272"/>
              <a:ext cx="635" cy="3810"/>
            </a:xfrm>
            <a:custGeom>
              <a:avLst/>
              <a:gdLst/>
              <a:ahLst/>
              <a:cxnLst/>
              <a:rect l="l" t="t" r="r" b="b"/>
              <a:pathLst>
                <a:path w="635" h="3809">
                  <a:moveTo>
                    <a:pt x="0" y="0"/>
                  </a:moveTo>
                  <a:lnTo>
                    <a:pt x="0" y="3229"/>
                  </a:lnTo>
                  <a:lnTo>
                    <a:pt x="63" y="43"/>
                  </a:lnTo>
                  <a:close/>
                </a:path>
              </a:pathLst>
            </a:custGeom>
            <a:solidFill>
              <a:srgbClr val="5F67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9" name="object 2099"/>
            <p:cNvSpPr/>
            <p:nvPr/>
          </p:nvSpPr>
          <p:spPr>
            <a:xfrm>
              <a:off x="5250569" y="6598172"/>
              <a:ext cx="276225" cy="207645"/>
            </a:xfrm>
            <a:custGeom>
              <a:avLst/>
              <a:gdLst/>
              <a:ahLst/>
              <a:cxnLst/>
              <a:rect l="l" t="t" r="r" b="b"/>
              <a:pathLst>
                <a:path w="276225" h="207645">
                  <a:moveTo>
                    <a:pt x="140757" y="105878"/>
                  </a:moveTo>
                  <a:lnTo>
                    <a:pt x="275746" y="207529"/>
                  </a:lnTo>
                  <a:lnTo>
                    <a:pt x="275923" y="207529"/>
                  </a:lnTo>
                  <a:lnTo>
                    <a:pt x="140757" y="105878"/>
                  </a:lnTo>
                  <a:close/>
                </a:path>
                <a:path w="276225" h="207645">
                  <a:moveTo>
                    <a:pt x="0" y="0"/>
                  </a:moveTo>
                  <a:lnTo>
                    <a:pt x="0" y="2592"/>
                  </a:lnTo>
                  <a:lnTo>
                    <a:pt x="3448" y="25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0" name="object 2100"/>
            <p:cNvSpPr/>
            <p:nvPr/>
          </p:nvSpPr>
          <p:spPr>
            <a:xfrm>
              <a:off x="5525166" y="7351619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10" h="634">
                  <a:moveTo>
                    <a:pt x="3426" y="0"/>
                  </a:moveTo>
                  <a:lnTo>
                    <a:pt x="0" y="360"/>
                  </a:lnTo>
                  <a:lnTo>
                    <a:pt x="3426" y="0"/>
                  </a:lnTo>
                  <a:close/>
                </a:path>
              </a:pathLst>
            </a:custGeom>
            <a:solidFill>
              <a:srgbClr val="B7B9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1" name="object 2101"/>
            <p:cNvSpPr/>
            <p:nvPr/>
          </p:nvSpPr>
          <p:spPr>
            <a:xfrm>
              <a:off x="5329153" y="7201236"/>
              <a:ext cx="193675" cy="146685"/>
            </a:xfrm>
            <a:custGeom>
              <a:avLst/>
              <a:gdLst/>
              <a:ahLst/>
              <a:cxnLst/>
              <a:rect l="l" t="t" r="r" b="b"/>
              <a:pathLst>
                <a:path w="193675" h="146684">
                  <a:moveTo>
                    <a:pt x="0" y="0"/>
                  </a:moveTo>
                  <a:lnTo>
                    <a:pt x="0" y="3335"/>
                  </a:lnTo>
                  <a:lnTo>
                    <a:pt x="189777" y="146070"/>
                  </a:lnTo>
                  <a:lnTo>
                    <a:pt x="193650" y="145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88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2" name="object 2102"/>
            <p:cNvSpPr/>
            <p:nvPr/>
          </p:nvSpPr>
          <p:spPr>
            <a:xfrm>
              <a:off x="5329153" y="7197922"/>
              <a:ext cx="194310" cy="149225"/>
            </a:xfrm>
            <a:custGeom>
              <a:avLst/>
              <a:gdLst/>
              <a:ahLst/>
              <a:cxnLst/>
              <a:rect l="l" t="t" r="r" b="b"/>
              <a:pathLst>
                <a:path w="194310" h="149225">
                  <a:moveTo>
                    <a:pt x="0" y="0"/>
                  </a:moveTo>
                  <a:lnTo>
                    <a:pt x="0" y="3314"/>
                  </a:lnTo>
                  <a:lnTo>
                    <a:pt x="193650" y="148982"/>
                  </a:lnTo>
                  <a:lnTo>
                    <a:pt x="194119" y="148917"/>
                  </a:lnTo>
                  <a:lnTo>
                    <a:pt x="194119" y="1459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8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3" name="object 2103"/>
            <p:cNvSpPr/>
            <p:nvPr/>
          </p:nvSpPr>
          <p:spPr>
            <a:xfrm>
              <a:off x="5329153" y="7201236"/>
              <a:ext cx="193675" cy="146050"/>
            </a:xfrm>
            <a:custGeom>
              <a:avLst/>
              <a:gdLst/>
              <a:ahLst/>
              <a:cxnLst/>
              <a:rect l="l" t="t" r="r" b="b"/>
              <a:pathLst>
                <a:path w="193675" h="146050">
                  <a:moveTo>
                    <a:pt x="0" y="0"/>
                  </a:moveTo>
                  <a:lnTo>
                    <a:pt x="193650" y="145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77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4" name="object 2104"/>
            <p:cNvSpPr/>
            <p:nvPr/>
          </p:nvSpPr>
          <p:spPr>
            <a:xfrm>
              <a:off x="5284944" y="7168010"/>
              <a:ext cx="39370" cy="33020"/>
            </a:xfrm>
            <a:custGeom>
              <a:avLst/>
              <a:gdLst/>
              <a:ahLst/>
              <a:cxnLst/>
              <a:rect l="l" t="t" r="r" b="b"/>
              <a:pathLst>
                <a:path w="39370" h="33020">
                  <a:moveTo>
                    <a:pt x="0" y="0"/>
                  </a:moveTo>
                  <a:lnTo>
                    <a:pt x="0" y="3314"/>
                  </a:lnTo>
                  <a:lnTo>
                    <a:pt x="38867" y="32545"/>
                  </a:lnTo>
                  <a:lnTo>
                    <a:pt x="38867" y="29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5" name="object 2105"/>
            <p:cNvSpPr/>
            <p:nvPr/>
          </p:nvSpPr>
          <p:spPr>
            <a:xfrm>
              <a:off x="5252763" y="7146236"/>
              <a:ext cx="27305" cy="21590"/>
            </a:xfrm>
            <a:custGeom>
              <a:avLst/>
              <a:gdLst/>
              <a:ahLst/>
              <a:cxnLst/>
              <a:rect l="l" t="t" r="r" b="b"/>
              <a:pathLst>
                <a:path w="27304" h="21590">
                  <a:moveTo>
                    <a:pt x="3256" y="0"/>
                  </a:moveTo>
                  <a:lnTo>
                    <a:pt x="3256" y="530"/>
                  </a:lnTo>
                  <a:lnTo>
                    <a:pt x="0" y="871"/>
                  </a:lnTo>
                  <a:lnTo>
                    <a:pt x="26860" y="21094"/>
                  </a:lnTo>
                  <a:lnTo>
                    <a:pt x="26860" y="17844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7087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6" name="object 2106"/>
            <p:cNvSpPr/>
            <p:nvPr/>
          </p:nvSpPr>
          <p:spPr>
            <a:xfrm>
              <a:off x="5284944" y="7164675"/>
              <a:ext cx="39370" cy="33020"/>
            </a:xfrm>
            <a:custGeom>
              <a:avLst/>
              <a:gdLst/>
              <a:ahLst/>
              <a:cxnLst/>
              <a:rect l="l" t="t" r="r" b="b"/>
              <a:pathLst>
                <a:path w="39370" h="33020">
                  <a:moveTo>
                    <a:pt x="0" y="0"/>
                  </a:moveTo>
                  <a:lnTo>
                    <a:pt x="0" y="3314"/>
                  </a:lnTo>
                  <a:lnTo>
                    <a:pt x="38867" y="32545"/>
                  </a:lnTo>
                  <a:lnTo>
                    <a:pt x="38867" y="29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95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7" name="object 2107"/>
            <p:cNvSpPr/>
            <p:nvPr/>
          </p:nvSpPr>
          <p:spPr>
            <a:xfrm>
              <a:off x="5284944" y="7167990"/>
              <a:ext cx="29209" cy="22225"/>
            </a:xfrm>
            <a:custGeom>
              <a:avLst/>
              <a:gdLst/>
              <a:ahLst/>
              <a:cxnLst/>
              <a:rect l="l" t="t" r="r" b="b"/>
              <a:pathLst>
                <a:path w="29210" h="22225">
                  <a:moveTo>
                    <a:pt x="0" y="0"/>
                  </a:moveTo>
                  <a:lnTo>
                    <a:pt x="28905" y="21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85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8" name="object 2108"/>
            <p:cNvSpPr/>
            <p:nvPr/>
          </p:nvSpPr>
          <p:spPr>
            <a:xfrm>
              <a:off x="5279623" y="7164081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37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9" name="object 2109"/>
            <p:cNvSpPr/>
            <p:nvPr/>
          </p:nvSpPr>
          <p:spPr>
            <a:xfrm>
              <a:off x="5284944" y="7168010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C78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0" name="object 2110"/>
            <p:cNvSpPr/>
            <p:nvPr/>
          </p:nvSpPr>
          <p:spPr>
            <a:xfrm>
              <a:off x="5284944" y="7164675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1" name="object 2111"/>
            <p:cNvSpPr/>
            <p:nvPr/>
          </p:nvSpPr>
          <p:spPr>
            <a:xfrm>
              <a:off x="5284944" y="7167990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70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2" name="object 2112"/>
            <p:cNvSpPr/>
            <p:nvPr/>
          </p:nvSpPr>
          <p:spPr>
            <a:xfrm>
              <a:off x="5282264" y="7162657"/>
              <a:ext cx="635" cy="3810"/>
            </a:xfrm>
            <a:custGeom>
              <a:avLst/>
              <a:gdLst/>
              <a:ahLst/>
              <a:cxnLst/>
              <a:rect l="l" t="t" r="r" b="b"/>
              <a:pathLst>
                <a:path w="635" h="3809">
                  <a:moveTo>
                    <a:pt x="0" y="0"/>
                  </a:moveTo>
                  <a:lnTo>
                    <a:pt x="0" y="3313"/>
                  </a:lnTo>
                  <a:lnTo>
                    <a:pt x="20" y="21"/>
                  </a:lnTo>
                  <a:close/>
                </a:path>
              </a:pathLst>
            </a:custGeom>
            <a:solidFill>
              <a:srgbClr val="7374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3" name="object 2113"/>
            <p:cNvSpPr/>
            <p:nvPr/>
          </p:nvSpPr>
          <p:spPr>
            <a:xfrm>
              <a:off x="5282305" y="7166014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0" y="0"/>
                  </a:moveTo>
                  <a:lnTo>
                    <a:pt x="0" y="3313"/>
                  </a:lnTo>
                  <a:lnTo>
                    <a:pt x="2639" y="5311"/>
                  </a:lnTo>
                  <a:lnTo>
                    <a:pt x="2639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64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4" name="object 2114"/>
            <p:cNvSpPr/>
            <p:nvPr/>
          </p:nvSpPr>
          <p:spPr>
            <a:xfrm>
              <a:off x="5279623" y="7164081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0" y="0"/>
                  </a:moveTo>
                  <a:lnTo>
                    <a:pt x="0" y="3249"/>
                  </a:lnTo>
                  <a:lnTo>
                    <a:pt x="2682" y="5246"/>
                  </a:lnTo>
                  <a:lnTo>
                    <a:pt x="2660" y="1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5E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5" name="object 2115"/>
            <p:cNvSpPr/>
            <p:nvPr/>
          </p:nvSpPr>
          <p:spPr>
            <a:xfrm>
              <a:off x="5282284" y="7165992"/>
              <a:ext cx="635" cy="3810"/>
            </a:xfrm>
            <a:custGeom>
              <a:avLst/>
              <a:gdLst/>
              <a:ahLst/>
              <a:cxnLst/>
              <a:rect l="l" t="t" r="r" b="b"/>
              <a:pathLst>
                <a:path w="635" h="3809">
                  <a:moveTo>
                    <a:pt x="0" y="0"/>
                  </a:moveTo>
                  <a:lnTo>
                    <a:pt x="21" y="3335"/>
                  </a:lnTo>
                  <a:lnTo>
                    <a:pt x="21" y="21"/>
                  </a:lnTo>
                  <a:close/>
                </a:path>
              </a:pathLst>
            </a:custGeom>
            <a:solidFill>
              <a:srgbClr val="4E58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6" name="object 2116"/>
            <p:cNvSpPr/>
            <p:nvPr/>
          </p:nvSpPr>
          <p:spPr>
            <a:xfrm>
              <a:off x="5282284" y="7162679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0" y="0"/>
                  </a:moveTo>
                  <a:lnTo>
                    <a:pt x="0" y="3291"/>
                  </a:lnTo>
                  <a:lnTo>
                    <a:pt x="2660" y="5311"/>
                  </a:lnTo>
                  <a:lnTo>
                    <a:pt x="266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65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7" name="object 2117"/>
            <p:cNvSpPr/>
            <p:nvPr/>
          </p:nvSpPr>
          <p:spPr>
            <a:xfrm>
              <a:off x="5282305" y="7165992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39" y="2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5F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8" name="object 2118"/>
            <p:cNvSpPr/>
            <p:nvPr/>
          </p:nvSpPr>
          <p:spPr>
            <a:xfrm>
              <a:off x="5282284" y="7165971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0" y="0"/>
                  </a:moveTo>
                  <a:close/>
                </a:path>
              </a:pathLst>
            </a:custGeom>
            <a:solidFill>
              <a:srgbClr val="515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9" name="object 2119"/>
            <p:cNvSpPr/>
            <p:nvPr/>
          </p:nvSpPr>
          <p:spPr>
            <a:xfrm>
              <a:off x="5282284" y="7165992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21" y="0"/>
                  </a:moveTo>
                  <a:close/>
                </a:path>
              </a:pathLst>
            </a:custGeom>
            <a:solidFill>
              <a:srgbClr val="4D5A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0" name="object 2120"/>
            <p:cNvSpPr/>
            <p:nvPr/>
          </p:nvSpPr>
          <p:spPr>
            <a:xfrm>
              <a:off x="5051173" y="6619203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0" y="0"/>
                  </a:moveTo>
                  <a:lnTo>
                    <a:pt x="9" y="2570"/>
                  </a:lnTo>
                  <a:lnTo>
                    <a:pt x="3426" y="2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1" name="object 2121"/>
            <p:cNvSpPr/>
            <p:nvPr/>
          </p:nvSpPr>
          <p:spPr>
            <a:xfrm>
              <a:off x="5051184" y="6648653"/>
              <a:ext cx="635" cy="5080"/>
            </a:xfrm>
            <a:custGeom>
              <a:avLst/>
              <a:gdLst/>
              <a:ahLst/>
              <a:cxnLst/>
              <a:rect l="l" t="t" r="r" b="b"/>
              <a:pathLst>
                <a:path w="635" h="5079">
                  <a:moveTo>
                    <a:pt x="50" y="25"/>
                  </a:moveTo>
                  <a:lnTo>
                    <a:pt x="0" y="977"/>
                  </a:lnTo>
                  <a:lnTo>
                    <a:pt x="0" y="4648"/>
                  </a:lnTo>
                  <a:lnTo>
                    <a:pt x="50" y="1003"/>
                  </a:lnTo>
                  <a:lnTo>
                    <a:pt x="50" y="25"/>
                  </a:lnTo>
                  <a:close/>
                </a:path>
              </a:pathLst>
            </a:custGeom>
            <a:solidFill>
              <a:srgbClr val="9B46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2" name="object 2122"/>
            <p:cNvSpPr/>
            <p:nvPr/>
          </p:nvSpPr>
          <p:spPr>
            <a:xfrm>
              <a:off x="5279688" y="7338363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0" y="0"/>
                  </a:lnTo>
                </a:path>
              </a:pathLst>
            </a:custGeom>
            <a:solidFill>
              <a:srgbClr val="6874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3" name="object 2123"/>
            <p:cNvSpPr/>
            <p:nvPr/>
          </p:nvSpPr>
          <p:spPr>
            <a:xfrm>
              <a:off x="5051193" y="6653299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0" y="0"/>
                  </a:moveTo>
                  <a:lnTo>
                    <a:pt x="43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4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4" name="object 2124"/>
            <p:cNvSpPr/>
            <p:nvPr/>
          </p:nvSpPr>
          <p:spPr>
            <a:xfrm>
              <a:off x="5285009" y="7342357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0" y="0"/>
                  </a:lnTo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5" name="object 2125"/>
            <p:cNvSpPr/>
            <p:nvPr/>
          </p:nvSpPr>
          <p:spPr>
            <a:xfrm>
              <a:off x="5282369" y="7340361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4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6" name="object 2126"/>
            <p:cNvSpPr/>
            <p:nvPr/>
          </p:nvSpPr>
          <p:spPr>
            <a:xfrm>
              <a:off x="5279708" y="7338363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60" y="1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61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7" name="object 2127"/>
            <p:cNvSpPr/>
            <p:nvPr/>
          </p:nvSpPr>
          <p:spPr>
            <a:xfrm>
              <a:off x="5051278" y="6857344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43" y="0"/>
                  </a:moveTo>
                  <a:close/>
                </a:path>
              </a:pathLst>
            </a:custGeom>
            <a:solidFill>
              <a:srgbClr val="6874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8" name="object 2128"/>
            <p:cNvSpPr/>
            <p:nvPr/>
          </p:nvSpPr>
          <p:spPr>
            <a:xfrm>
              <a:off x="5051193" y="6655593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5" h="1270">
                  <a:moveTo>
                    <a:pt x="0" y="0"/>
                  </a:moveTo>
                  <a:lnTo>
                    <a:pt x="0" y="1019"/>
                  </a:lnTo>
                  <a:lnTo>
                    <a:pt x="43" y="2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9" name="object 2129"/>
            <p:cNvSpPr/>
            <p:nvPr/>
          </p:nvSpPr>
          <p:spPr>
            <a:xfrm>
              <a:off x="5051184" y="6653301"/>
              <a:ext cx="635" cy="2540"/>
            </a:xfrm>
            <a:custGeom>
              <a:avLst/>
              <a:gdLst/>
              <a:ahLst/>
              <a:cxnLst/>
              <a:rect l="l" t="t" r="r" b="b"/>
              <a:pathLst>
                <a:path w="635" h="2540">
                  <a:moveTo>
                    <a:pt x="50" y="50"/>
                  </a:moveTo>
                  <a:lnTo>
                    <a:pt x="0" y="2209"/>
                  </a:lnTo>
                  <a:lnTo>
                    <a:pt x="50" y="50"/>
                  </a:lnTo>
                  <a:close/>
                </a:path>
              </a:pathLst>
            </a:custGeom>
            <a:solidFill>
              <a:srgbClr val="6749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0" name="object 2130"/>
            <p:cNvSpPr/>
            <p:nvPr/>
          </p:nvSpPr>
          <p:spPr>
            <a:xfrm>
              <a:off x="5051278" y="6854709"/>
              <a:ext cx="635" cy="3175"/>
            </a:xfrm>
            <a:custGeom>
              <a:avLst/>
              <a:gdLst/>
              <a:ahLst/>
              <a:cxnLst/>
              <a:rect l="l" t="t" r="r" b="b"/>
              <a:pathLst>
                <a:path w="635" h="3175">
                  <a:moveTo>
                    <a:pt x="43" y="0"/>
                  </a:moveTo>
                  <a:lnTo>
                    <a:pt x="0" y="2655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5961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1" name="object 2131"/>
            <p:cNvSpPr/>
            <p:nvPr/>
          </p:nvSpPr>
          <p:spPr>
            <a:xfrm>
              <a:off x="5323832" y="7200577"/>
              <a:ext cx="635" cy="164465"/>
            </a:xfrm>
            <a:custGeom>
              <a:avLst/>
              <a:gdLst/>
              <a:ahLst/>
              <a:cxnLst/>
              <a:rect l="l" t="t" r="r" b="b"/>
              <a:pathLst>
                <a:path w="635" h="164465">
                  <a:moveTo>
                    <a:pt x="0" y="0"/>
                  </a:moveTo>
                  <a:lnTo>
                    <a:pt x="64" y="164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96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2" name="object 2132"/>
            <p:cNvSpPr/>
            <p:nvPr/>
          </p:nvSpPr>
          <p:spPr>
            <a:xfrm>
              <a:off x="5285030" y="7339022"/>
              <a:ext cx="39370" cy="33020"/>
            </a:xfrm>
            <a:custGeom>
              <a:avLst/>
              <a:gdLst/>
              <a:ahLst/>
              <a:cxnLst/>
              <a:rect l="l" t="t" r="r" b="b"/>
              <a:pathLst>
                <a:path w="39370" h="33020">
                  <a:moveTo>
                    <a:pt x="0" y="0"/>
                  </a:moveTo>
                  <a:lnTo>
                    <a:pt x="0" y="3335"/>
                  </a:lnTo>
                  <a:lnTo>
                    <a:pt x="38867" y="32566"/>
                  </a:lnTo>
                  <a:lnTo>
                    <a:pt x="38867" y="29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B9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3" name="object 2133"/>
            <p:cNvSpPr/>
            <p:nvPr/>
          </p:nvSpPr>
          <p:spPr>
            <a:xfrm>
              <a:off x="5053407" y="7167756"/>
              <a:ext cx="226695" cy="170815"/>
            </a:xfrm>
            <a:custGeom>
              <a:avLst/>
              <a:gdLst/>
              <a:ahLst/>
              <a:cxnLst/>
              <a:rect l="l" t="t" r="r" b="b"/>
              <a:pathLst>
                <a:path w="226695" h="170815">
                  <a:moveTo>
                    <a:pt x="3874" y="0"/>
                  </a:moveTo>
                  <a:lnTo>
                    <a:pt x="0" y="402"/>
                  </a:lnTo>
                  <a:lnTo>
                    <a:pt x="226280" y="170606"/>
                  </a:lnTo>
                  <a:lnTo>
                    <a:pt x="226280" y="167271"/>
                  </a:lnTo>
                  <a:lnTo>
                    <a:pt x="3874" y="0"/>
                  </a:lnTo>
                  <a:close/>
                </a:path>
              </a:pathLst>
            </a:custGeom>
            <a:solidFill>
              <a:srgbClr val="768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4" name="object 2134"/>
            <p:cNvSpPr/>
            <p:nvPr/>
          </p:nvSpPr>
          <p:spPr>
            <a:xfrm>
              <a:off x="5285009" y="7335708"/>
              <a:ext cx="39370" cy="33020"/>
            </a:xfrm>
            <a:custGeom>
              <a:avLst/>
              <a:gdLst/>
              <a:ahLst/>
              <a:cxnLst/>
              <a:rect l="l" t="t" r="r" b="b"/>
              <a:pathLst>
                <a:path w="39370" h="33020">
                  <a:moveTo>
                    <a:pt x="0" y="0"/>
                  </a:moveTo>
                  <a:lnTo>
                    <a:pt x="20" y="3314"/>
                  </a:lnTo>
                  <a:lnTo>
                    <a:pt x="38887" y="32566"/>
                  </a:lnTo>
                  <a:lnTo>
                    <a:pt x="38887" y="29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D92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5" name="object 2135"/>
            <p:cNvSpPr/>
            <p:nvPr/>
          </p:nvSpPr>
          <p:spPr>
            <a:xfrm>
              <a:off x="5057282" y="7167353"/>
              <a:ext cx="222885" cy="168275"/>
            </a:xfrm>
            <a:custGeom>
              <a:avLst/>
              <a:gdLst/>
              <a:ahLst/>
              <a:cxnLst/>
              <a:rect l="l" t="t" r="r" b="b"/>
              <a:pathLst>
                <a:path w="222885" h="168275">
                  <a:moveTo>
                    <a:pt x="3873" y="0"/>
                  </a:moveTo>
                  <a:lnTo>
                    <a:pt x="0" y="403"/>
                  </a:lnTo>
                  <a:lnTo>
                    <a:pt x="222406" y="167653"/>
                  </a:lnTo>
                  <a:lnTo>
                    <a:pt x="222406" y="164362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rgbClr val="7087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6" name="object 2136"/>
            <p:cNvSpPr/>
            <p:nvPr/>
          </p:nvSpPr>
          <p:spPr>
            <a:xfrm>
              <a:off x="5057282" y="7167756"/>
              <a:ext cx="75565" cy="57150"/>
            </a:xfrm>
            <a:custGeom>
              <a:avLst/>
              <a:gdLst/>
              <a:ahLst/>
              <a:cxnLst/>
              <a:rect l="l" t="t" r="r" b="b"/>
              <a:pathLst>
                <a:path w="75564" h="57150">
                  <a:moveTo>
                    <a:pt x="0" y="0"/>
                  </a:moveTo>
                  <a:lnTo>
                    <a:pt x="75369" y="566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77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7" name="object 2137"/>
            <p:cNvSpPr/>
            <p:nvPr/>
          </p:nvSpPr>
          <p:spPr>
            <a:xfrm>
              <a:off x="5279688" y="7335007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9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8" name="object 2138"/>
            <p:cNvSpPr/>
            <p:nvPr/>
          </p:nvSpPr>
          <p:spPr>
            <a:xfrm>
              <a:off x="5279688" y="7335028"/>
              <a:ext cx="635" cy="3810"/>
            </a:xfrm>
            <a:custGeom>
              <a:avLst/>
              <a:gdLst/>
              <a:ahLst/>
              <a:cxnLst/>
              <a:rect l="l" t="t" r="r" b="b"/>
              <a:pathLst>
                <a:path w="635" h="3809">
                  <a:moveTo>
                    <a:pt x="0" y="0"/>
                  </a:moveTo>
                  <a:lnTo>
                    <a:pt x="0" y="3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73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9" name="object 2139"/>
            <p:cNvSpPr/>
            <p:nvPr/>
          </p:nvSpPr>
          <p:spPr>
            <a:xfrm>
              <a:off x="5279688" y="7331715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0"/>
                  </a:moveTo>
                  <a:lnTo>
                    <a:pt x="0" y="33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370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0" name="object 2140"/>
            <p:cNvSpPr/>
            <p:nvPr/>
          </p:nvSpPr>
          <p:spPr>
            <a:xfrm>
              <a:off x="5285009" y="7339022"/>
              <a:ext cx="635" cy="3810"/>
            </a:xfrm>
            <a:custGeom>
              <a:avLst/>
              <a:gdLst/>
              <a:ahLst/>
              <a:cxnLst/>
              <a:rect l="l" t="t" r="r" b="b"/>
              <a:pathLst>
                <a:path w="635" h="3809">
                  <a:moveTo>
                    <a:pt x="0" y="0"/>
                  </a:moveTo>
                  <a:lnTo>
                    <a:pt x="0" y="333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8E9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1" name="object 2141"/>
            <p:cNvSpPr/>
            <p:nvPr/>
          </p:nvSpPr>
          <p:spPr>
            <a:xfrm>
              <a:off x="5285009" y="7335708"/>
              <a:ext cx="635" cy="3810"/>
            </a:xfrm>
            <a:custGeom>
              <a:avLst/>
              <a:gdLst/>
              <a:ahLst/>
              <a:cxnLst/>
              <a:rect l="l" t="t" r="r" b="b"/>
              <a:pathLst>
                <a:path w="635" h="3809">
                  <a:moveTo>
                    <a:pt x="0" y="0"/>
                  </a:moveTo>
                  <a:lnTo>
                    <a:pt x="0" y="3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C78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2" name="object 2142"/>
            <p:cNvSpPr/>
            <p:nvPr/>
          </p:nvSpPr>
          <p:spPr>
            <a:xfrm>
              <a:off x="5279688" y="7335028"/>
              <a:ext cx="5715" cy="7620"/>
            </a:xfrm>
            <a:custGeom>
              <a:avLst/>
              <a:gdLst/>
              <a:ahLst/>
              <a:cxnLst/>
              <a:rect l="l" t="t" r="r" b="b"/>
              <a:pathLst>
                <a:path w="5714" h="7620">
                  <a:moveTo>
                    <a:pt x="0" y="0"/>
                  </a:moveTo>
                  <a:lnTo>
                    <a:pt x="2680" y="2018"/>
                  </a:lnTo>
                  <a:lnTo>
                    <a:pt x="2680" y="5332"/>
                  </a:lnTo>
                  <a:lnTo>
                    <a:pt x="5321" y="7329"/>
                  </a:lnTo>
                  <a:lnTo>
                    <a:pt x="5321" y="3994"/>
                  </a:lnTo>
                  <a:lnTo>
                    <a:pt x="266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74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3" name="object 2143"/>
            <p:cNvSpPr/>
            <p:nvPr/>
          </p:nvSpPr>
          <p:spPr>
            <a:xfrm>
              <a:off x="5279688" y="7335028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0" y="0"/>
                  </a:moveTo>
                  <a:lnTo>
                    <a:pt x="20" y="3335"/>
                  </a:lnTo>
                  <a:lnTo>
                    <a:pt x="2680" y="5332"/>
                  </a:lnTo>
                  <a:lnTo>
                    <a:pt x="2680" y="2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5F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4" name="object 2144"/>
            <p:cNvSpPr/>
            <p:nvPr/>
          </p:nvSpPr>
          <p:spPr>
            <a:xfrm>
              <a:off x="5282348" y="7333711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20" y="0"/>
                  </a:moveTo>
                  <a:lnTo>
                    <a:pt x="20" y="3313"/>
                  </a:lnTo>
                  <a:lnTo>
                    <a:pt x="2660" y="5311"/>
                  </a:lnTo>
                  <a:lnTo>
                    <a:pt x="2660" y="1996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5C64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5" name="object 2145"/>
            <p:cNvSpPr/>
            <p:nvPr/>
          </p:nvSpPr>
          <p:spPr>
            <a:xfrm>
              <a:off x="5279688" y="7331715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0" y="0"/>
                  </a:moveTo>
                  <a:lnTo>
                    <a:pt x="2660" y="1996"/>
                  </a:lnTo>
                  <a:lnTo>
                    <a:pt x="2660" y="5309"/>
                  </a:lnTo>
                  <a:lnTo>
                    <a:pt x="0" y="3313"/>
                  </a:lnTo>
                  <a:close/>
                </a:path>
              </a:pathLst>
            </a:custGeom>
            <a:solidFill>
              <a:srgbClr val="565E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6" name="object 2146"/>
            <p:cNvSpPr/>
            <p:nvPr/>
          </p:nvSpPr>
          <p:spPr>
            <a:xfrm>
              <a:off x="5282348" y="7333711"/>
              <a:ext cx="635" cy="3810"/>
            </a:xfrm>
            <a:custGeom>
              <a:avLst/>
              <a:gdLst/>
              <a:ahLst/>
              <a:cxnLst/>
              <a:rect l="l" t="t" r="r" b="b"/>
              <a:pathLst>
                <a:path w="635" h="3809">
                  <a:moveTo>
                    <a:pt x="20" y="0"/>
                  </a:moveTo>
                  <a:lnTo>
                    <a:pt x="20" y="3313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4E58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7" name="object 2147"/>
            <p:cNvSpPr/>
            <p:nvPr/>
          </p:nvSpPr>
          <p:spPr>
            <a:xfrm>
              <a:off x="5323811" y="7193907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0" y="0"/>
                  </a:lnTo>
                </a:path>
              </a:pathLst>
            </a:custGeom>
            <a:solidFill>
              <a:srgbClr val="8095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8" name="object 2148"/>
            <p:cNvSpPr/>
            <p:nvPr/>
          </p:nvSpPr>
          <p:spPr>
            <a:xfrm>
              <a:off x="5323811" y="7200556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20" y="0"/>
                  </a:moveTo>
                  <a:close/>
                </a:path>
              </a:pathLst>
            </a:custGeom>
            <a:solidFill>
              <a:srgbClr val="6D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9" name="object 2149"/>
            <p:cNvSpPr/>
            <p:nvPr/>
          </p:nvSpPr>
          <p:spPr>
            <a:xfrm>
              <a:off x="5323811" y="7197220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0" y="0"/>
                  </a:moveTo>
                  <a:close/>
                </a:path>
              </a:pathLst>
            </a:custGeom>
            <a:solidFill>
              <a:srgbClr val="8E9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0" name="object 2150"/>
            <p:cNvSpPr/>
            <p:nvPr/>
          </p:nvSpPr>
          <p:spPr>
            <a:xfrm>
              <a:off x="5323811" y="7197242"/>
              <a:ext cx="635" cy="3810"/>
            </a:xfrm>
            <a:custGeom>
              <a:avLst/>
              <a:gdLst/>
              <a:ahLst/>
              <a:cxnLst/>
              <a:rect l="l" t="t" r="r" b="b"/>
              <a:pathLst>
                <a:path w="635" h="3809">
                  <a:moveTo>
                    <a:pt x="0" y="0"/>
                  </a:moveTo>
                  <a:lnTo>
                    <a:pt x="0" y="3313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6B78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1" name="object 2151"/>
            <p:cNvSpPr/>
            <p:nvPr/>
          </p:nvSpPr>
          <p:spPr>
            <a:xfrm>
              <a:off x="5323811" y="7193907"/>
              <a:ext cx="635" cy="3810"/>
            </a:xfrm>
            <a:custGeom>
              <a:avLst/>
              <a:gdLst/>
              <a:ahLst/>
              <a:cxnLst/>
              <a:rect l="l" t="t" r="r" b="b"/>
              <a:pathLst>
                <a:path w="635" h="3809">
                  <a:moveTo>
                    <a:pt x="20" y="0"/>
                  </a:moveTo>
                  <a:lnTo>
                    <a:pt x="0" y="3313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6D79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2" name="object 2152"/>
            <p:cNvSpPr/>
            <p:nvPr/>
          </p:nvSpPr>
          <p:spPr>
            <a:xfrm>
              <a:off x="5325790" y="7372651"/>
              <a:ext cx="3810" cy="3175"/>
            </a:xfrm>
            <a:custGeom>
              <a:avLst/>
              <a:gdLst/>
              <a:ahLst/>
              <a:cxnLst/>
              <a:rect l="l" t="t" r="r" b="b"/>
              <a:pathLst>
                <a:path w="3810" h="3175">
                  <a:moveTo>
                    <a:pt x="3406" y="0"/>
                  </a:moveTo>
                  <a:lnTo>
                    <a:pt x="0" y="360"/>
                  </a:lnTo>
                  <a:lnTo>
                    <a:pt x="3406" y="2952"/>
                  </a:lnTo>
                  <a:lnTo>
                    <a:pt x="3406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3" name="object 2153"/>
            <p:cNvSpPr/>
            <p:nvPr/>
          </p:nvSpPr>
          <p:spPr>
            <a:xfrm>
              <a:off x="5325812" y="7372651"/>
              <a:ext cx="3810" cy="635"/>
            </a:xfrm>
            <a:custGeom>
              <a:avLst/>
              <a:gdLst/>
              <a:ahLst/>
              <a:cxnLst/>
              <a:rect l="l" t="t" r="r" b="b"/>
              <a:pathLst>
                <a:path w="3810" h="634">
                  <a:moveTo>
                    <a:pt x="3384" y="0"/>
                  </a:moveTo>
                  <a:lnTo>
                    <a:pt x="0" y="360"/>
                  </a:lnTo>
                  <a:lnTo>
                    <a:pt x="3384" y="0"/>
                  </a:lnTo>
                  <a:close/>
                </a:path>
              </a:pathLst>
            </a:custGeom>
            <a:solidFill>
              <a:srgbClr val="B7B9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4" name="object 2154"/>
            <p:cNvSpPr/>
            <p:nvPr/>
          </p:nvSpPr>
          <p:spPr>
            <a:xfrm>
              <a:off x="5526464" y="6805488"/>
              <a:ext cx="2540" cy="1905"/>
            </a:xfrm>
            <a:custGeom>
              <a:avLst/>
              <a:gdLst/>
              <a:ahLst/>
              <a:cxnLst/>
              <a:rect l="l" t="t" r="r" b="b"/>
              <a:pathLst>
                <a:path w="2539" h="1904">
                  <a:moveTo>
                    <a:pt x="1859" y="191"/>
                  </a:moveTo>
                  <a:lnTo>
                    <a:pt x="0" y="191"/>
                  </a:lnTo>
                  <a:lnTo>
                    <a:pt x="1916" y="1635"/>
                  </a:lnTo>
                  <a:lnTo>
                    <a:pt x="1859" y="191"/>
                  </a:lnTo>
                  <a:close/>
                </a:path>
                <a:path w="2539" h="1904">
                  <a:moveTo>
                    <a:pt x="1859" y="191"/>
                  </a:moveTo>
                  <a:lnTo>
                    <a:pt x="1852" y="0"/>
                  </a:lnTo>
                  <a:lnTo>
                    <a:pt x="1911" y="1635"/>
                  </a:lnTo>
                  <a:lnTo>
                    <a:pt x="1859" y="191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5" name="object 2155"/>
            <p:cNvSpPr/>
            <p:nvPr/>
          </p:nvSpPr>
          <p:spPr>
            <a:xfrm>
              <a:off x="5528593" y="7347902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h="3809">
                  <a:moveTo>
                    <a:pt x="0" y="3717"/>
                  </a:moveTo>
                  <a:lnTo>
                    <a:pt x="0" y="0"/>
                  </a:lnTo>
                  <a:lnTo>
                    <a:pt x="0" y="3717"/>
                  </a:lnTo>
                  <a:close/>
                </a:path>
                <a:path h="3809">
                  <a:moveTo>
                    <a:pt x="0" y="1338"/>
                  </a:moveTo>
                  <a:lnTo>
                    <a:pt x="0" y="1338"/>
                  </a:lnTo>
                </a:path>
              </a:pathLst>
            </a:custGeom>
            <a:solidFill>
              <a:srgbClr val="B7B9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6" name="object 2156"/>
            <p:cNvSpPr/>
            <p:nvPr/>
          </p:nvSpPr>
          <p:spPr>
            <a:xfrm>
              <a:off x="5525720" y="6805701"/>
              <a:ext cx="3175" cy="542290"/>
            </a:xfrm>
            <a:custGeom>
              <a:avLst/>
              <a:gdLst/>
              <a:ahLst/>
              <a:cxnLst/>
              <a:rect l="l" t="t" r="r" b="b"/>
              <a:pathLst>
                <a:path w="3175" h="542290">
                  <a:moveTo>
                    <a:pt x="2724" y="206593"/>
                  </a:moveTo>
                  <a:lnTo>
                    <a:pt x="63" y="208060"/>
                  </a:lnTo>
                  <a:lnTo>
                    <a:pt x="191" y="540203"/>
                  </a:lnTo>
                  <a:lnTo>
                    <a:pt x="2872" y="542201"/>
                  </a:lnTo>
                  <a:lnTo>
                    <a:pt x="2724" y="208060"/>
                  </a:lnTo>
                  <a:lnTo>
                    <a:pt x="2724" y="206593"/>
                  </a:lnTo>
                  <a:close/>
                </a:path>
                <a:path w="3175" h="542290">
                  <a:moveTo>
                    <a:pt x="2724" y="165338"/>
                  </a:moveTo>
                  <a:lnTo>
                    <a:pt x="63" y="166380"/>
                  </a:lnTo>
                  <a:lnTo>
                    <a:pt x="63" y="201814"/>
                  </a:lnTo>
                  <a:lnTo>
                    <a:pt x="2724" y="200327"/>
                  </a:lnTo>
                  <a:lnTo>
                    <a:pt x="2724" y="165338"/>
                  </a:lnTo>
                  <a:close/>
                </a:path>
                <a:path w="3175" h="542290">
                  <a:moveTo>
                    <a:pt x="2702" y="107853"/>
                  </a:moveTo>
                  <a:lnTo>
                    <a:pt x="21" y="107853"/>
                  </a:lnTo>
                  <a:lnTo>
                    <a:pt x="41" y="160665"/>
                  </a:lnTo>
                  <a:lnTo>
                    <a:pt x="2702" y="159623"/>
                  </a:lnTo>
                  <a:lnTo>
                    <a:pt x="2702" y="107853"/>
                  </a:lnTo>
                  <a:close/>
                </a:path>
                <a:path w="3175" h="542290">
                  <a:moveTo>
                    <a:pt x="2682" y="78919"/>
                  </a:moveTo>
                  <a:lnTo>
                    <a:pt x="21" y="78919"/>
                  </a:lnTo>
                  <a:lnTo>
                    <a:pt x="21" y="102160"/>
                  </a:lnTo>
                  <a:lnTo>
                    <a:pt x="2682" y="102160"/>
                  </a:lnTo>
                  <a:lnTo>
                    <a:pt x="2682" y="78919"/>
                  </a:lnTo>
                  <a:close/>
                </a:path>
                <a:path w="3175" h="542290">
                  <a:moveTo>
                    <a:pt x="2660" y="5480"/>
                  </a:moveTo>
                  <a:lnTo>
                    <a:pt x="0" y="5480"/>
                  </a:lnTo>
                  <a:lnTo>
                    <a:pt x="21" y="73566"/>
                  </a:lnTo>
                  <a:lnTo>
                    <a:pt x="2682" y="73566"/>
                  </a:lnTo>
                  <a:lnTo>
                    <a:pt x="2660" y="5480"/>
                  </a:lnTo>
                  <a:close/>
                </a:path>
                <a:path w="3175" h="542290">
                  <a:moveTo>
                    <a:pt x="2660" y="5480"/>
                  </a:moveTo>
                  <a:lnTo>
                    <a:pt x="2660" y="5204"/>
                  </a:lnTo>
                  <a:lnTo>
                    <a:pt x="2682" y="73566"/>
                  </a:lnTo>
                  <a:lnTo>
                    <a:pt x="2660" y="5480"/>
                  </a:lnTo>
                  <a:close/>
                </a:path>
                <a:path w="3175" h="542290">
                  <a:moveTo>
                    <a:pt x="772" y="0"/>
                  </a:moveTo>
                  <a:lnTo>
                    <a:pt x="595" y="0"/>
                  </a:lnTo>
                  <a:lnTo>
                    <a:pt x="2489" y="1422"/>
                  </a:lnTo>
                  <a:lnTo>
                    <a:pt x="2660" y="1422"/>
                  </a:lnTo>
                  <a:lnTo>
                    <a:pt x="772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7" name="object 2157"/>
            <p:cNvSpPr/>
            <p:nvPr/>
          </p:nvSpPr>
          <p:spPr>
            <a:xfrm>
              <a:off x="5523059" y="6811181"/>
              <a:ext cx="3175" cy="535305"/>
            </a:xfrm>
            <a:custGeom>
              <a:avLst/>
              <a:gdLst/>
              <a:ahLst/>
              <a:cxnLst/>
              <a:rect l="l" t="t" r="r" b="b"/>
              <a:pathLst>
                <a:path w="3175" h="535304">
                  <a:moveTo>
                    <a:pt x="2724" y="202580"/>
                  </a:moveTo>
                  <a:lnTo>
                    <a:pt x="85" y="204024"/>
                  </a:lnTo>
                  <a:lnTo>
                    <a:pt x="213" y="532726"/>
                  </a:lnTo>
                  <a:lnTo>
                    <a:pt x="2852" y="534723"/>
                  </a:lnTo>
                  <a:lnTo>
                    <a:pt x="2851" y="532726"/>
                  </a:lnTo>
                  <a:lnTo>
                    <a:pt x="2724" y="204024"/>
                  </a:lnTo>
                  <a:lnTo>
                    <a:pt x="2724" y="202580"/>
                  </a:lnTo>
                  <a:close/>
                </a:path>
                <a:path w="3175" h="535304">
                  <a:moveTo>
                    <a:pt x="2724" y="160900"/>
                  </a:moveTo>
                  <a:lnTo>
                    <a:pt x="63" y="161919"/>
                  </a:lnTo>
                  <a:lnTo>
                    <a:pt x="63" y="197821"/>
                  </a:lnTo>
                  <a:lnTo>
                    <a:pt x="2724" y="196334"/>
                  </a:lnTo>
                  <a:lnTo>
                    <a:pt x="2724" y="160900"/>
                  </a:lnTo>
                  <a:close/>
                </a:path>
                <a:path w="3175" h="535304">
                  <a:moveTo>
                    <a:pt x="2682" y="102777"/>
                  </a:moveTo>
                  <a:lnTo>
                    <a:pt x="41" y="102777"/>
                  </a:lnTo>
                  <a:lnTo>
                    <a:pt x="63" y="156204"/>
                  </a:lnTo>
                  <a:lnTo>
                    <a:pt x="2702" y="155185"/>
                  </a:lnTo>
                  <a:lnTo>
                    <a:pt x="2682" y="102777"/>
                  </a:lnTo>
                  <a:close/>
                </a:path>
                <a:path w="3175" h="535304">
                  <a:moveTo>
                    <a:pt x="2682" y="102777"/>
                  </a:moveTo>
                  <a:lnTo>
                    <a:pt x="2682" y="102373"/>
                  </a:lnTo>
                  <a:lnTo>
                    <a:pt x="2702" y="155185"/>
                  </a:lnTo>
                  <a:lnTo>
                    <a:pt x="2682" y="102777"/>
                  </a:lnTo>
                  <a:close/>
                </a:path>
                <a:path w="3175" h="535304">
                  <a:moveTo>
                    <a:pt x="2682" y="73567"/>
                  </a:moveTo>
                  <a:lnTo>
                    <a:pt x="21" y="73567"/>
                  </a:lnTo>
                  <a:lnTo>
                    <a:pt x="41" y="97083"/>
                  </a:lnTo>
                  <a:lnTo>
                    <a:pt x="2682" y="97083"/>
                  </a:lnTo>
                  <a:lnTo>
                    <a:pt x="2682" y="73567"/>
                  </a:lnTo>
                  <a:close/>
                </a:path>
                <a:path w="3175" h="535304">
                  <a:moveTo>
                    <a:pt x="2660" y="276"/>
                  </a:moveTo>
                  <a:lnTo>
                    <a:pt x="0" y="276"/>
                  </a:lnTo>
                  <a:lnTo>
                    <a:pt x="21" y="68192"/>
                  </a:lnTo>
                  <a:lnTo>
                    <a:pt x="2682" y="68192"/>
                  </a:lnTo>
                  <a:lnTo>
                    <a:pt x="2660" y="276"/>
                  </a:lnTo>
                  <a:close/>
                </a:path>
                <a:path w="3175" h="535304">
                  <a:moveTo>
                    <a:pt x="2660" y="276"/>
                  </a:moveTo>
                  <a:lnTo>
                    <a:pt x="2660" y="0"/>
                  </a:lnTo>
                  <a:lnTo>
                    <a:pt x="2682" y="68192"/>
                  </a:lnTo>
                  <a:lnTo>
                    <a:pt x="2660" y="276"/>
                  </a:lnTo>
                  <a:close/>
                </a:path>
              </a:pathLst>
            </a:custGeom>
            <a:solidFill>
              <a:srgbClr val="677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8" name="object 2158"/>
            <p:cNvSpPr/>
            <p:nvPr/>
          </p:nvSpPr>
          <p:spPr>
            <a:xfrm>
              <a:off x="5522037" y="7345904"/>
              <a:ext cx="6985" cy="6350"/>
            </a:xfrm>
            <a:custGeom>
              <a:avLst/>
              <a:gdLst/>
              <a:ahLst/>
              <a:cxnLst/>
              <a:rect l="l" t="t" r="r" b="b"/>
              <a:pathLst>
                <a:path w="6985" h="6350">
                  <a:moveTo>
                    <a:pt x="3874" y="0"/>
                  </a:moveTo>
                  <a:lnTo>
                    <a:pt x="3895" y="3336"/>
                  </a:lnTo>
                  <a:lnTo>
                    <a:pt x="0" y="3738"/>
                  </a:lnTo>
                  <a:lnTo>
                    <a:pt x="3129" y="6075"/>
                  </a:lnTo>
                  <a:lnTo>
                    <a:pt x="6555" y="5715"/>
                  </a:lnTo>
                  <a:lnTo>
                    <a:pt x="6555" y="1997"/>
                  </a:lnTo>
                  <a:lnTo>
                    <a:pt x="3874" y="0"/>
                  </a:lnTo>
                  <a:close/>
                </a:path>
              </a:pathLst>
            </a:custGeom>
            <a:solidFill>
              <a:srgbClr val="8E9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9" name="object 2159"/>
            <p:cNvSpPr/>
            <p:nvPr/>
          </p:nvSpPr>
          <p:spPr>
            <a:xfrm>
              <a:off x="5518931" y="7346904"/>
              <a:ext cx="7620" cy="3175"/>
            </a:xfrm>
            <a:custGeom>
              <a:avLst/>
              <a:gdLst/>
              <a:ahLst/>
              <a:cxnLst/>
              <a:rect l="l" t="t" r="r" b="b"/>
              <a:pathLst>
                <a:path w="7620" h="3175">
                  <a:moveTo>
                    <a:pt x="3873" y="0"/>
                  </a:moveTo>
                  <a:lnTo>
                    <a:pt x="0" y="402"/>
                  </a:lnTo>
                  <a:lnTo>
                    <a:pt x="3106" y="2739"/>
                  </a:lnTo>
                  <a:lnTo>
                    <a:pt x="7001" y="2336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rgbClr val="647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0" name="object 2160"/>
            <p:cNvSpPr/>
            <p:nvPr/>
          </p:nvSpPr>
          <p:spPr>
            <a:xfrm>
              <a:off x="5522804" y="7343908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468" y="0"/>
                  </a:moveTo>
                  <a:lnTo>
                    <a:pt x="468" y="2931"/>
                  </a:lnTo>
                  <a:lnTo>
                    <a:pt x="0" y="2995"/>
                  </a:lnTo>
                  <a:lnTo>
                    <a:pt x="3128" y="5332"/>
                  </a:lnTo>
                  <a:lnTo>
                    <a:pt x="3107" y="1996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6672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1" name="object 2161"/>
            <p:cNvSpPr/>
            <p:nvPr/>
          </p:nvSpPr>
          <p:spPr>
            <a:xfrm>
              <a:off x="5522804" y="7346904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3128" y="23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6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2" name="object 2162"/>
            <p:cNvSpPr/>
            <p:nvPr/>
          </p:nvSpPr>
          <p:spPr>
            <a:xfrm>
              <a:off x="5323897" y="7371609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0"/>
                  </a:moveTo>
                  <a:lnTo>
                    <a:pt x="0" y="1615"/>
                  </a:lnTo>
                  <a:lnTo>
                    <a:pt x="1893" y="1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3" name="object 2163"/>
            <p:cNvSpPr/>
            <p:nvPr/>
          </p:nvSpPr>
          <p:spPr>
            <a:xfrm>
              <a:off x="5329153" y="7204571"/>
              <a:ext cx="635" cy="163195"/>
            </a:xfrm>
            <a:custGeom>
              <a:avLst/>
              <a:gdLst/>
              <a:ahLst/>
              <a:cxnLst/>
              <a:rect l="l" t="t" r="r" b="b"/>
              <a:pathLst>
                <a:path w="635" h="163195">
                  <a:moveTo>
                    <a:pt x="0" y="0"/>
                  </a:moveTo>
                  <a:lnTo>
                    <a:pt x="43" y="1627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8A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4" name="object 2164"/>
            <p:cNvSpPr/>
            <p:nvPr/>
          </p:nvSpPr>
          <p:spPr>
            <a:xfrm>
              <a:off x="5329196" y="7349643"/>
              <a:ext cx="196215" cy="23495"/>
            </a:xfrm>
            <a:custGeom>
              <a:avLst/>
              <a:gdLst/>
              <a:ahLst/>
              <a:cxnLst/>
              <a:rect l="l" t="t" r="r" b="b"/>
              <a:pathLst>
                <a:path w="196214" h="23495">
                  <a:moveTo>
                    <a:pt x="192840" y="0"/>
                  </a:moveTo>
                  <a:lnTo>
                    <a:pt x="0" y="20351"/>
                  </a:lnTo>
                  <a:lnTo>
                    <a:pt x="0" y="23007"/>
                  </a:lnTo>
                  <a:lnTo>
                    <a:pt x="195969" y="2336"/>
                  </a:lnTo>
                  <a:lnTo>
                    <a:pt x="192840" y="0"/>
                  </a:lnTo>
                  <a:close/>
                </a:path>
              </a:pathLst>
            </a:custGeom>
            <a:solidFill>
              <a:srgbClr val="B7B9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5" name="object 2165"/>
            <p:cNvSpPr/>
            <p:nvPr/>
          </p:nvSpPr>
          <p:spPr>
            <a:xfrm>
              <a:off x="5329196" y="7347306"/>
              <a:ext cx="193040" cy="22860"/>
            </a:xfrm>
            <a:custGeom>
              <a:avLst/>
              <a:gdLst/>
              <a:ahLst/>
              <a:cxnLst/>
              <a:rect l="l" t="t" r="r" b="b"/>
              <a:pathLst>
                <a:path w="193039" h="22859">
                  <a:moveTo>
                    <a:pt x="189734" y="0"/>
                  </a:moveTo>
                  <a:lnTo>
                    <a:pt x="21" y="20012"/>
                  </a:lnTo>
                  <a:lnTo>
                    <a:pt x="0" y="22688"/>
                  </a:lnTo>
                  <a:lnTo>
                    <a:pt x="192840" y="2336"/>
                  </a:lnTo>
                  <a:lnTo>
                    <a:pt x="189734" y="0"/>
                  </a:lnTo>
                  <a:close/>
                </a:path>
              </a:pathLst>
            </a:custGeom>
            <a:solidFill>
              <a:srgbClr val="7488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6" name="object 2166"/>
            <p:cNvSpPr/>
            <p:nvPr/>
          </p:nvSpPr>
          <p:spPr>
            <a:xfrm>
              <a:off x="5329133" y="7197922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0" y="0"/>
                  </a:lnTo>
                </a:path>
              </a:pathLst>
            </a:custGeom>
            <a:solidFill>
              <a:srgbClr val="768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7" name="object 2167"/>
            <p:cNvSpPr/>
            <p:nvPr/>
          </p:nvSpPr>
          <p:spPr>
            <a:xfrm>
              <a:off x="5329133" y="7204571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0" y="0"/>
                  </a:lnTo>
                </a:path>
              </a:pathLst>
            </a:custGeom>
            <a:solidFill>
              <a:srgbClr val="6572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8" name="object 2168"/>
            <p:cNvSpPr/>
            <p:nvPr/>
          </p:nvSpPr>
          <p:spPr>
            <a:xfrm>
              <a:off x="5329133" y="7201236"/>
              <a:ext cx="635" cy="3810"/>
            </a:xfrm>
            <a:custGeom>
              <a:avLst/>
              <a:gdLst/>
              <a:ahLst/>
              <a:cxnLst/>
              <a:rect l="l" t="t" r="r" b="b"/>
              <a:pathLst>
                <a:path w="635" h="3809">
                  <a:moveTo>
                    <a:pt x="0" y="0"/>
                  </a:moveTo>
                  <a:lnTo>
                    <a:pt x="0" y="3335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647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9" name="object 2169"/>
            <p:cNvSpPr/>
            <p:nvPr/>
          </p:nvSpPr>
          <p:spPr>
            <a:xfrm>
              <a:off x="5329133" y="7197922"/>
              <a:ext cx="635" cy="3810"/>
            </a:xfrm>
            <a:custGeom>
              <a:avLst/>
              <a:gdLst/>
              <a:ahLst/>
              <a:cxnLst/>
              <a:rect l="l" t="t" r="r" b="b"/>
              <a:pathLst>
                <a:path w="635" h="3809">
                  <a:moveTo>
                    <a:pt x="0" y="0"/>
                  </a:moveTo>
                  <a:lnTo>
                    <a:pt x="0" y="3314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6672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0" name="object 2170"/>
            <p:cNvSpPr/>
            <p:nvPr/>
          </p:nvSpPr>
          <p:spPr>
            <a:xfrm>
              <a:off x="5329133" y="7201236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20" y="0"/>
                  </a:lnTo>
                </a:path>
              </a:pathLst>
            </a:custGeom>
            <a:solidFill>
              <a:srgbClr val="546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1" name="object 2171"/>
            <p:cNvSpPr/>
            <p:nvPr/>
          </p:nvSpPr>
          <p:spPr>
            <a:xfrm>
              <a:off x="5323832" y="7200577"/>
              <a:ext cx="3175" cy="166370"/>
            </a:xfrm>
            <a:custGeom>
              <a:avLst/>
              <a:gdLst/>
              <a:ahLst/>
              <a:cxnLst/>
              <a:rect l="l" t="t" r="r" b="b"/>
              <a:pathLst>
                <a:path w="3175" h="166370">
                  <a:moveTo>
                    <a:pt x="0" y="0"/>
                  </a:moveTo>
                  <a:lnTo>
                    <a:pt x="64" y="164362"/>
                  </a:lnTo>
                  <a:lnTo>
                    <a:pt x="2703" y="166358"/>
                  </a:lnTo>
                  <a:lnTo>
                    <a:pt x="2660" y="1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2" name="object 2172"/>
            <p:cNvSpPr/>
            <p:nvPr/>
          </p:nvSpPr>
          <p:spPr>
            <a:xfrm>
              <a:off x="5326481" y="7202170"/>
              <a:ext cx="3175" cy="165100"/>
            </a:xfrm>
            <a:custGeom>
              <a:avLst/>
              <a:gdLst/>
              <a:ahLst/>
              <a:cxnLst/>
              <a:rect l="l" t="t" r="r" b="b"/>
              <a:pathLst>
                <a:path w="3175" h="165100">
                  <a:moveTo>
                    <a:pt x="2679" y="2540"/>
                  </a:moveTo>
                  <a:lnTo>
                    <a:pt x="1143" y="2540"/>
                  </a:lnTo>
                  <a:lnTo>
                    <a:pt x="1143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38" y="165100"/>
                  </a:lnTo>
                  <a:lnTo>
                    <a:pt x="2679" y="165100"/>
                  </a:lnTo>
                  <a:lnTo>
                    <a:pt x="2679" y="2540"/>
                  </a:lnTo>
                  <a:close/>
                </a:path>
              </a:pathLst>
            </a:custGeom>
            <a:solidFill>
              <a:srgbClr val="6572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3" name="object 2173"/>
            <p:cNvSpPr/>
            <p:nvPr/>
          </p:nvSpPr>
          <p:spPr>
            <a:xfrm>
              <a:off x="5326344" y="6832170"/>
              <a:ext cx="0" cy="4445"/>
            </a:xfrm>
            <a:custGeom>
              <a:avLst/>
              <a:gdLst/>
              <a:ahLst/>
              <a:cxnLst/>
              <a:rect l="l" t="t" r="r" b="b"/>
              <a:pathLst>
                <a:path h="4445">
                  <a:moveTo>
                    <a:pt x="0" y="0"/>
                  </a:moveTo>
                  <a:lnTo>
                    <a:pt x="0" y="4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4" name="object 2174"/>
            <p:cNvSpPr/>
            <p:nvPr/>
          </p:nvSpPr>
          <p:spPr>
            <a:xfrm>
              <a:off x="5323675" y="6831330"/>
              <a:ext cx="3175" cy="365125"/>
            </a:xfrm>
            <a:custGeom>
              <a:avLst/>
              <a:gdLst/>
              <a:ahLst/>
              <a:cxnLst/>
              <a:rect l="l" t="t" r="r" b="b"/>
              <a:pathLst>
                <a:path w="3175" h="365125">
                  <a:moveTo>
                    <a:pt x="2679" y="1270"/>
                  </a:moveTo>
                  <a:lnTo>
                    <a:pt x="1485" y="1270"/>
                  </a:lnTo>
                  <a:lnTo>
                    <a:pt x="1485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12" y="63500"/>
                  </a:lnTo>
                  <a:lnTo>
                    <a:pt x="2679" y="63500"/>
                  </a:lnTo>
                  <a:lnTo>
                    <a:pt x="2679" y="1270"/>
                  </a:lnTo>
                  <a:close/>
                </a:path>
                <a:path w="3175" h="365125">
                  <a:moveTo>
                    <a:pt x="2794" y="364578"/>
                  </a:moveTo>
                  <a:lnTo>
                    <a:pt x="2743" y="221564"/>
                  </a:lnTo>
                  <a:lnTo>
                    <a:pt x="88" y="221564"/>
                  </a:lnTo>
                  <a:lnTo>
                    <a:pt x="152" y="362585"/>
                  </a:lnTo>
                  <a:lnTo>
                    <a:pt x="2794" y="364578"/>
                  </a:lnTo>
                  <a:close/>
                </a:path>
              </a:pathLst>
            </a:custGeom>
            <a:solidFill>
              <a:srgbClr val="6E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5" name="object 2175"/>
            <p:cNvSpPr/>
            <p:nvPr/>
          </p:nvSpPr>
          <p:spPr>
            <a:xfrm>
              <a:off x="5326342" y="6832180"/>
              <a:ext cx="3175" cy="365760"/>
            </a:xfrm>
            <a:custGeom>
              <a:avLst/>
              <a:gdLst/>
              <a:ahLst/>
              <a:cxnLst/>
              <a:rect l="l" t="t" r="r" b="b"/>
              <a:pathLst>
                <a:path w="3175" h="365759">
                  <a:moveTo>
                    <a:pt x="2679" y="62915"/>
                  </a:moveTo>
                  <a:lnTo>
                    <a:pt x="2654" y="0"/>
                  </a:lnTo>
                  <a:lnTo>
                    <a:pt x="0" y="0"/>
                  </a:lnTo>
                  <a:lnTo>
                    <a:pt x="12" y="62915"/>
                  </a:lnTo>
                  <a:lnTo>
                    <a:pt x="2679" y="62915"/>
                  </a:lnTo>
                  <a:close/>
                </a:path>
                <a:path w="3175" h="365759">
                  <a:moveTo>
                    <a:pt x="2781" y="365747"/>
                  </a:moveTo>
                  <a:lnTo>
                    <a:pt x="2743" y="220446"/>
                  </a:lnTo>
                  <a:lnTo>
                    <a:pt x="76" y="220446"/>
                  </a:lnTo>
                  <a:lnTo>
                    <a:pt x="139" y="363753"/>
                  </a:lnTo>
                  <a:lnTo>
                    <a:pt x="2781" y="365747"/>
                  </a:lnTo>
                  <a:close/>
                </a:path>
              </a:pathLst>
            </a:custGeom>
            <a:solidFill>
              <a:srgbClr val="677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6" name="object 2176"/>
            <p:cNvSpPr/>
            <p:nvPr/>
          </p:nvSpPr>
          <p:spPr>
            <a:xfrm>
              <a:off x="5323897" y="7366936"/>
              <a:ext cx="5715" cy="6350"/>
            </a:xfrm>
            <a:custGeom>
              <a:avLst/>
              <a:gdLst/>
              <a:ahLst/>
              <a:cxnLst/>
              <a:rect l="l" t="t" r="r" b="b"/>
              <a:pathLst>
                <a:path w="5714" h="6350">
                  <a:moveTo>
                    <a:pt x="2660" y="0"/>
                  </a:moveTo>
                  <a:lnTo>
                    <a:pt x="2639" y="3336"/>
                  </a:lnTo>
                  <a:lnTo>
                    <a:pt x="0" y="1338"/>
                  </a:lnTo>
                  <a:lnTo>
                    <a:pt x="0" y="4653"/>
                  </a:lnTo>
                  <a:lnTo>
                    <a:pt x="1893" y="6075"/>
                  </a:lnTo>
                  <a:lnTo>
                    <a:pt x="5299" y="5714"/>
                  </a:lnTo>
                  <a:lnTo>
                    <a:pt x="5299" y="3059"/>
                  </a:lnTo>
                  <a:lnTo>
                    <a:pt x="2660" y="3336"/>
                  </a:lnTo>
                  <a:lnTo>
                    <a:pt x="2660" y="0"/>
                  </a:lnTo>
                  <a:close/>
                </a:path>
              </a:pathLst>
            </a:custGeom>
            <a:solidFill>
              <a:srgbClr val="8E90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7" name="object 2177"/>
            <p:cNvSpPr/>
            <p:nvPr/>
          </p:nvSpPr>
          <p:spPr>
            <a:xfrm>
              <a:off x="5323897" y="7364939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0" y="0"/>
                  </a:moveTo>
                  <a:lnTo>
                    <a:pt x="0" y="3335"/>
                  </a:lnTo>
                  <a:lnTo>
                    <a:pt x="2639" y="5332"/>
                  </a:lnTo>
                  <a:lnTo>
                    <a:pt x="2639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8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8" name="object 2178"/>
            <p:cNvSpPr/>
            <p:nvPr/>
          </p:nvSpPr>
          <p:spPr>
            <a:xfrm>
              <a:off x="5326557" y="7366936"/>
              <a:ext cx="3175" cy="3810"/>
            </a:xfrm>
            <a:custGeom>
              <a:avLst/>
              <a:gdLst/>
              <a:ahLst/>
              <a:cxnLst/>
              <a:rect l="l" t="t" r="r" b="b"/>
              <a:pathLst>
                <a:path w="3175" h="3809">
                  <a:moveTo>
                    <a:pt x="0" y="0"/>
                  </a:moveTo>
                  <a:lnTo>
                    <a:pt x="0" y="3336"/>
                  </a:lnTo>
                  <a:lnTo>
                    <a:pt x="2639" y="3059"/>
                  </a:lnTo>
                  <a:lnTo>
                    <a:pt x="2639" y="383"/>
                  </a:lnTo>
                  <a:lnTo>
                    <a:pt x="765" y="5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47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9" name="object 2179"/>
            <p:cNvSpPr/>
            <p:nvPr/>
          </p:nvSpPr>
          <p:spPr>
            <a:xfrm>
              <a:off x="5323832" y="7193907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40" y="2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79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0" name="object 2180"/>
            <p:cNvSpPr/>
            <p:nvPr/>
          </p:nvSpPr>
          <p:spPr>
            <a:xfrm>
              <a:off x="5326493" y="7195925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4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72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1" name="object 2181"/>
            <p:cNvSpPr/>
            <p:nvPr/>
          </p:nvSpPr>
          <p:spPr>
            <a:xfrm>
              <a:off x="5326472" y="7195903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4">
                  <a:moveTo>
                    <a:pt x="0" y="0"/>
                  </a:moveTo>
                  <a:close/>
                </a:path>
              </a:pathLst>
            </a:custGeom>
            <a:solidFill>
              <a:srgbClr val="5869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2" name="object 2182"/>
            <p:cNvSpPr/>
            <p:nvPr/>
          </p:nvSpPr>
          <p:spPr>
            <a:xfrm>
              <a:off x="5326493" y="720257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3" name="object 2183"/>
            <p:cNvSpPr/>
            <p:nvPr/>
          </p:nvSpPr>
          <p:spPr>
            <a:xfrm>
              <a:off x="5323832" y="7200556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60" y="2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6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4" name="object 2184"/>
            <p:cNvSpPr/>
            <p:nvPr/>
          </p:nvSpPr>
          <p:spPr>
            <a:xfrm>
              <a:off x="5326493" y="7202575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4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6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5" name="object 2185"/>
            <p:cNvSpPr/>
            <p:nvPr/>
          </p:nvSpPr>
          <p:spPr>
            <a:xfrm>
              <a:off x="5323832" y="7197242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0" y="0"/>
                  </a:moveTo>
                  <a:lnTo>
                    <a:pt x="0" y="3313"/>
                  </a:lnTo>
                  <a:lnTo>
                    <a:pt x="2660" y="5332"/>
                  </a:lnTo>
                  <a:lnTo>
                    <a:pt x="266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64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6" name="object 2186"/>
            <p:cNvSpPr/>
            <p:nvPr/>
          </p:nvSpPr>
          <p:spPr>
            <a:xfrm>
              <a:off x="5323832" y="7193907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0" y="0"/>
                  </a:moveTo>
                  <a:lnTo>
                    <a:pt x="0" y="3335"/>
                  </a:lnTo>
                  <a:lnTo>
                    <a:pt x="2660" y="5331"/>
                  </a:lnTo>
                  <a:lnTo>
                    <a:pt x="2640" y="2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6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7" name="object 2187"/>
            <p:cNvSpPr/>
            <p:nvPr/>
          </p:nvSpPr>
          <p:spPr>
            <a:xfrm>
              <a:off x="5326493" y="7199239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0" y="0"/>
                  </a:moveTo>
                  <a:lnTo>
                    <a:pt x="0" y="3336"/>
                  </a:lnTo>
                  <a:lnTo>
                    <a:pt x="2640" y="5332"/>
                  </a:lnTo>
                  <a:lnTo>
                    <a:pt x="2640" y="1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E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8" name="object 2188"/>
            <p:cNvSpPr/>
            <p:nvPr/>
          </p:nvSpPr>
          <p:spPr>
            <a:xfrm>
              <a:off x="5326493" y="7195925"/>
              <a:ext cx="3175" cy="5715"/>
            </a:xfrm>
            <a:custGeom>
              <a:avLst/>
              <a:gdLst/>
              <a:ahLst/>
              <a:cxnLst/>
              <a:rect l="l" t="t" r="r" b="b"/>
              <a:pathLst>
                <a:path w="3175" h="5715">
                  <a:moveTo>
                    <a:pt x="0" y="0"/>
                  </a:moveTo>
                  <a:lnTo>
                    <a:pt x="0" y="3313"/>
                  </a:lnTo>
                  <a:lnTo>
                    <a:pt x="2640" y="5311"/>
                  </a:lnTo>
                  <a:lnTo>
                    <a:pt x="2640" y="1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5F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9" name="object 2189"/>
            <p:cNvSpPr/>
            <p:nvPr/>
          </p:nvSpPr>
          <p:spPr>
            <a:xfrm>
              <a:off x="5326493" y="719923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545D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0" name="object 2190"/>
            <p:cNvSpPr/>
            <p:nvPr/>
          </p:nvSpPr>
          <p:spPr>
            <a:xfrm>
              <a:off x="5326472" y="7195925"/>
              <a:ext cx="635" cy="3810"/>
            </a:xfrm>
            <a:custGeom>
              <a:avLst/>
              <a:gdLst/>
              <a:ahLst/>
              <a:cxnLst/>
              <a:rect l="l" t="t" r="r" b="b"/>
              <a:pathLst>
                <a:path w="635" h="3809">
                  <a:moveTo>
                    <a:pt x="20" y="0"/>
                  </a:moveTo>
                  <a:lnTo>
                    <a:pt x="20" y="3313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4F5A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1" name="object 2191"/>
            <p:cNvSpPr/>
            <p:nvPr/>
          </p:nvSpPr>
          <p:spPr>
            <a:xfrm>
              <a:off x="5326493" y="7199239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40">
                  <a:moveTo>
                    <a:pt x="0" y="0"/>
                  </a:moveTo>
                  <a:lnTo>
                    <a:pt x="2640" y="19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56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2" name="object 2192"/>
            <p:cNvSpPr/>
            <p:nvPr/>
          </p:nvSpPr>
          <p:spPr>
            <a:xfrm>
              <a:off x="3457714" y="6404686"/>
              <a:ext cx="99060" cy="1445895"/>
            </a:xfrm>
            <a:custGeom>
              <a:avLst/>
              <a:gdLst/>
              <a:ahLst/>
              <a:cxnLst/>
              <a:rect l="l" t="t" r="r" b="b"/>
              <a:pathLst>
                <a:path w="99060" h="1445895">
                  <a:moveTo>
                    <a:pt x="98831" y="679932"/>
                  </a:moveTo>
                  <a:lnTo>
                    <a:pt x="97536" y="603288"/>
                  </a:lnTo>
                  <a:lnTo>
                    <a:pt x="93916" y="528548"/>
                  </a:lnTo>
                  <a:lnTo>
                    <a:pt x="88366" y="456336"/>
                  </a:lnTo>
                  <a:lnTo>
                    <a:pt x="81267" y="387223"/>
                  </a:lnTo>
                  <a:lnTo>
                    <a:pt x="73012" y="321830"/>
                  </a:lnTo>
                  <a:lnTo>
                    <a:pt x="63982" y="260769"/>
                  </a:lnTo>
                  <a:lnTo>
                    <a:pt x="54559" y="204622"/>
                  </a:lnTo>
                  <a:lnTo>
                    <a:pt x="45135" y="154000"/>
                  </a:lnTo>
                  <a:lnTo>
                    <a:pt x="36106" y="109499"/>
                  </a:lnTo>
                  <a:lnTo>
                    <a:pt x="27838" y="71729"/>
                  </a:lnTo>
                  <a:lnTo>
                    <a:pt x="10261" y="0"/>
                  </a:lnTo>
                  <a:lnTo>
                    <a:pt x="0" y="2832"/>
                  </a:lnTo>
                  <a:lnTo>
                    <a:pt x="8509" y="36004"/>
                  </a:lnTo>
                  <a:lnTo>
                    <a:pt x="14719" y="62115"/>
                  </a:lnTo>
                  <a:lnTo>
                    <a:pt x="30289" y="133908"/>
                  </a:lnTo>
                  <a:lnTo>
                    <a:pt x="39001" y="178587"/>
                  </a:lnTo>
                  <a:lnTo>
                    <a:pt x="47891" y="228434"/>
                  </a:lnTo>
                  <a:lnTo>
                    <a:pt x="56642" y="282968"/>
                  </a:lnTo>
                  <a:lnTo>
                    <a:pt x="64935" y="341668"/>
                  </a:lnTo>
                  <a:lnTo>
                    <a:pt x="72453" y="404012"/>
                  </a:lnTo>
                  <a:lnTo>
                    <a:pt x="78854" y="469531"/>
                  </a:lnTo>
                  <a:lnTo>
                    <a:pt x="83820" y="537692"/>
                  </a:lnTo>
                  <a:lnTo>
                    <a:pt x="87045" y="607987"/>
                  </a:lnTo>
                  <a:lnTo>
                    <a:pt x="88188" y="679932"/>
                  </a:lnTo>
                  <a:lnTo>
                    <a:pt x="87655" y="740765"/>
                  </a:lnTo>
                  <a:lnTo>
                    <a:pt x="86169" y="801966"/>
                  </a:lnTo>
                  <a:lnTo>
                    <a:pt x="83845" y="863092"/>
                  </a:lnTo>
                  <a:lnTo>
                    <a:pt x="80797" y="923620"/>
                  </a:lnTo>
                  <a:lnTo>
                    <a:pt x="77152" y="983119"/>
                  </a:lnTo>
                  <a:lnTo>
                    <a:pt x="73025" y="1041082"/>
                  </a:lnTo>
                  <a:lnTo>
                    <a:pt x="68541" y="1097051"/>
                  </a:lnTo>
                  <a:lnTo>
                    <a:pt x="63817" y="1150543"/>
                  </a:lnTo>
                  <a:lnTo>
                    <a:pt x="58991" y="1201077"/>
                  </a:lnTo>
                  <a:lnTo>
                    <a:pt x="54178" y="1248194"/>
                  </a:lnTo>
                  <a:lnTo>
                    <a:pt x="45046" y="1330223"/>
                  </a:lnTo>
                  <a:lnTo>
                    <a:pt x="38201" y="1386332"/>
                  </a:lnTo>
                  <a:lnTo>
                    <a:pt x="14300" y="1368501"/>
                  </a:lnTo>
                  <a:lnTo>
                    <a:pt x="35826" y="1445463"/>
                  </a:lnTo>
                  <a:lnTo>
                    <a:pt x="74460" y="1375460"/>
                  </a:lnTo>
                  <a:lnTo>
                    <a:pt x="48895" y="1386573"/>
                  </a:lnTo>
                  <a:lnTo>
                    <a:pt x="55613" y="1331455"/>
                  </a:lnTo>
                  <a:lnTo>
                    <a:pt x="64757" y="1249299"/>
                  </a:lnTo>
                  <a:lnTo>
                    <a:pt x="69583" y="1202118"/>
                  </a:lnTo>
                  <a:lnTo>
                    <a:pt x="74422" y="1151509"/>
                  </a:lnTo>
                  <a:lnTo>
                    <a:pt x="79146" y="1097940"/>
                  </a:lnTo>
                  <a:lnTo>
                    <a:pt x="83642" y="1041882"/>
                  </a:lnTo>
                  <a:lnTo>
                    <a:pt x="87769" y="983818"/>
                  </a:lnTo>
                  <a:lnTo>
                    <a:pt x="91427" y="924217"/>
                  </a:lnTo>
                  <a:lnTo>
                    <a:pt x="94475" y="863549"/>
                  </a:lnTo>
                  <a:lnTo>
                    <a:pt x="96812" y="802297"/>
                  </a:lnTo>
                  <a:lnTo>
                    <a:pt x="98298" y="740930"/>
                  </a:lnTo>
                  <a:lnTo>
                    <a:pt x="98831" y="679932"/>
                  </a:lnTo>
                  <a:close/>
                </a:path>
              </a:pathLst>
            </a:custGeom>
            <a:solidFill>
              <a:srgbClr val="F794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93" name="object 2193"/>
          <p:cNvSpPr txBox="1"/>
          <p:nvPr/>
        </p:nvSpPr>
        <p:spPr>
          <a:xfrm>
            <a:off x="3531756" y="6931658"/>
            <a:ext cx="153670" cy="300990"/>
          </a:xfrm>
          <a:prstGeom prst="rect">
            <a:avLst/>
          </a:prstGeom>
        </p:spPr>
        <p:txBody>
          <a:bodyPr vert="vert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231F20"/>
                </a:solidFill>
                <a:latin typeface="Segoe UI Symbol"/>
                <a:cs typeface="Segoe UI Symbol"/>
              </a:rPr>
              <a:t>kernel</a:t>
            </a:r>
            <a:endParaRPr sz="800">
              <a:latin typeface="Segoe UI Symbol"/>
              <a:cs typeface="Segoe UI Symbol"/>
            </a:endParaRPr>
          </a:p>
        </p:txBody>
      </p:sp>
      <p:grpSp>
        <p:nvGrpSpPr>
          <p:cNvPr id="2194" name="object 2194"/>
          <p:cNvGrpSpPr/>
          <p:nvPr/>
        </p:nvGrpSpPr>
        <p:grpSpPr>
          <a:xfrm>
            <a:off x="1387188" y="5416550"/>
            <a:ext cx="9397365" cy="2841625"/>
            <a:chOff x="1387188" y="5416550"/>
            <a:chExt cx="9397365" cy="2841625"/>
          </a:xfrm>
        </p:grpSpPr>
        <p:sp>
          <p:nvSpPr>
            <p:cNvPr id="2195" name="object 2195"/>
            <p:cNvSpPr/>
            <p:nvPr/>
          </p:nvSpPr>
          <p:spPr>
            <a:xfrm>
              <a:off x="4872635" y="7454312"/>
              <a:ext cx="681990" cy="97155"/>
            </a:xfrm>
            <a:custGeom>
              <a:avLst/>
              <a:gdLst/>
              <a:ahLst/>
              <a:cxnLst/>
              <a:rect l="l" t="t" r="r" b="b"/>
              <a:pathLst>
                <a:path w="681989" h="97154">
                  <a:moveTo>
                    <a:pt x="675731" y="0"/>
                  </a:moveTo>
                  <a:lnTo>
                    <a:pt x="627479" y="32757"/>
                  </a:lnTo>
                  <a:lnTo>
                    <a:pt x="53787" y="85675"/>
                  </a:lnTo>
                  <a:lnTo>
                    <a:pt x="5980" y="53215"/>
                  </a:lnTo>
                  <a:lnTo>
                    <a:pt x="0" y="61988"/>
                  </a:lnTo>
                  <a:lnTo>
                    <a:pt x="50956" y="96615"/>
                  </a:lnTo>
                  <a:lnTo>
                    <a:pt x="631203" y="43082"/>
                  </a:lnTo>
                  <a:lnTo>
                    <a:pt x="681713" y="8773"/>
                  </a:lnTo>
                  <a:lnTo>
                    <a:pt x="67573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6" name="object 2196"/>
            <p:cNvSpPr/>
            <p:nvPr/>
          </p:nvSpPr>
          <p:spPr>
            <a:xfrm>
              <a:off x="2680766" y="5416549"/>
              <a:ext cx="8103870" cy="1270000"/>
            </a:xfrm>
            <a:custGeom>
              <a:avLst/>
              <a:gdLst/>
              <a:ahLst/>
              <a:cxnLst/>
              <a:rect l="l" t="t" r="r" b="b"/>
              <a:pathLst>
                <a:path w="8103870" h="1270000">
                  <a:moveTo>
                    <a:pt x="8103679" y="1086091"/>
                  </a:moveTo>
                  <a:lnTo>
                    <a:pt x="8050771" y="1086091"/>
                  </a:lnTo>
                  <a:lnTo>
                    <a:pt x="8050771" y="349250"/>
                  </a:lnTo>
                  <a:lnTo>
                    <a:pt x="8050771" y="106680"/>
                  </a:lnTo>
                  <a:lnTo>
                    <a:pt x="8050771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0" y="349250"/>
                  </a:lnTo>
                  <a:lnTo>
                    <a:pt x="106426" y="349250"/>
                  </a:lnTo>
                  <a:lnTo>
                    <a:pt x="106426" y="106680"/>
                  </a:lnTo>
                  <a:lnTo>
                    <a:pt x="7944345" y="106680"/>
                  </a:lnTo>
                  <a:lnTo>
                    <a:pt x="7944345" y="349250"/>
                  </a:lnTo>
                  <a:lnTo>
                    <a:pt x="7944345" y="1086091"/>
                  </a:lnTo>
                  <a:lnTo>
                    <a:pt x="7891412" y="1086091"/>
                  </a:lnTo>
                  <a:lnTo>
                    <a:pt x="7997558" y="1269530"/>
                  </a:lnTo>
                  <a:lnTo>
                    <a:pt x="8103679" y="1086091"/>
                  </a:lnTo>
                  <a:close/>
                </a:path>
              </a:pathLst>
            </a:custGeom>
            <a:solidFill>
              <a:srgbClr val="A7A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97" name="object 2197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0160255" y="6795928"/>
              <a:ext cx="114363" cy="308968"/>
            </a:xfrm>
            <a:prstGeom prst="rect">
              <a:avLst/>
            </a:prstGeom>
          </p:spPr>
        </p:pic>
        <p:pic>
          <p:nvPicPr>
            <p:cNvPr id="2198" name="object 2198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387188" y="7451911"/>
              <a:ext cx="141949" cy="309540"/>
            </a:xfrm>
            <a:prstGeom prst="rect">
              <a:avLst/>
            </a:prstGeom>
          </p:spPr>
        </p:pic>
        <p:pic>
          <p:nvPicPr>
            <p:cNvPr id="2199" name="object 2199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2547875" y="7575612"/>
              <a:ext cx="499982" cy="275700"/>
            </a:xfrm>
            <a:prstGeom prst="rect">
              <a:avLst/>
            </a:prstGeom>
          </p:spPr>
        </p:pic>
        <p:pic>
          <p:nvPicPr>
            <p:cNvPr id="2200" name="object 2200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896365" y="8002355"/>
              <a:ext cx="421824" cy="255816"/>
            </a:xfrm>
            <a:prstGeom prst="rect">
              <a:avLst/>
            </a:prstGeom>
          </p:spPr>
        </p:pic>
      </p:grpSp>
      <p:sp>
        <p:nvSpPr>
          <p:cNvPr id="2201" name="object 2201"/>
          <p:cNvSpPr txBox="1"/>
          <p:nvPr/>
        </p:nvSpPr>
        <p:spPr>
          <a:xfrm rot="2160000">
            <a:off x="1252925" y="6187229"/>
            <a:ext cx="255147" cy="10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5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7</a:t>
            </a:r>
            <a:r>
              <a:rPr sz="8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8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7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202" name="object 2202"/>
          <p:cNvSpPr txBox="1"/>
          <p:nvPr/>
        </p:nvSpPr>
        <p:spPr>
          <a:xfrm rot="2160000">
            <a:off x="1815778" y="6436494"/>
            <a:ext cx="255147" cy="10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5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5</a:t>
            </a:r>
            <a:r>
              <a:rPr sz="8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8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203" name="object 2203"/>
          <p:cNvSpPr txBox="1"/>
          <p:nvPr/>
        </p:nvSpPr>
        <p:spPr>
          <a:xfrm rot="2160000">
            <a:off x="3318661" y="6177099"/>
            <a:ext cx="255147" cy="10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5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r>
              <a:rPr sz="8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8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204" name="object 2204"/>
          <p:cNvSpPr txBox="1"/>
          <p:nvPr/>
        </p:nvSpPr>
        <p:spPr>
          <a:xfrm rot="2160000">
            <a:off x="3318637" y="6417791"/>
            <a:ext cx="255147" cy="10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5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r>
              <a:rPr sz="8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8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205" name="object 2205"/>
          <p:cNvSpPr txBox="1"/>
          <p:nvPr/>
        </p:nvSpPr>
        <p:spPr>
          <a:xfrm rot="2160000">
            <a:off x="4537636" y="7080067"/>
            <a:ext cx="255147" cy="10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15"/>
              </a:lnSpc>
            </a:pP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3</a:t>
            </a:r>
            <a:r>
              <a:rPr sz="8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800" spc="2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8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3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206" name="object 2206"/>
          <p:cNvSpPr txBox="1"/>
          <p:nvPr/>
        </p:nvSpPr>
        <p:spPr>
          <a:xfrm>
            <a:off x="991414" y="2805008"/>
            <a:ext cx="131381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FlowNetSimple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2207" name="object 2207"/>
          <p:cNvSpPr txBox="1"/>
          <p:nvPr/>
        </p:nvSpPr>
        <p:spPr>
          <a:xfrm>
            <a:off x="991414" y="5101729"/>
            <a:ext cx="110045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10" dirty="0">
                <a:solidFill>
                  <a:srgbClr val="231F20"/>
                </a:solidFill>
                <a:latin typeface="Microsoft Sans Serif"/>
                <a:cs typeface="Microsoft Sans Serif"/>
              </a:rPr>
              <a:t>FlowNetCorr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2208" name="object 2208"/>
          <p:cNvSpPr/>
          <p:nvPr/>
        </p:nvSpPr>
        <p:spPr>
          <a:xfrm>
            <a:off x="1004101" y="4992216"/>
            <a:ext cx="10637520" cy="5715"/>
          </a:xfrm>
          <a:custGeom>
            <a:avLst/>
            <a:gdLst/>
            <a:ahLst/>
            <a:cxnLst/>
            <a:rect l="l" t="t" r="r" b="b"/>
            <a:pathLst>
              <a:path w="10637520" h="5714">
                <a:moveTo>
                  <a:pt x="10637392" y="0"/>
                </a:moveTo>
                <a:lnTo>
                  <a:pt x="0" y="0"/>
                </a:lnTo>
                <a:lnTo>
                  <a:pt x="0" y="5311"/>
                </a:lnTo>
                <a:lnTo>
                  <a:pt x="10637392" y="5311"/>
                </a:lnTo>
                <a:lnTo>
                  <a:pt x="10637392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09" name="object 2209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2752465" y="3765340"/>
            <a:ext cx="6004198" cy="668020"/>
          </a:xfrm>
          <a:prstGeom prst="rect">
            <a:avLst/>
          </a:prstGeom>
        </p:spPr>
      </p:pic>
      <p:pic>
        <p:nvPicPr>
          <p:cNvPr id="2210" name="object 2210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1781234" y="3976751"/>
            <a:ext cx="900544" cy="269239"/>
          </a:xfrm>
          <a:prstGeom prst="rect">
            <a:avLst/>
          </a:prstGeom>
        </p:spPr>
      </p:pic>
      <p:pic>
        <p:nvPicPr>
          <p:cNvPr id="2211" name="object 2211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8905892" y="3858634"/>
            <a:ext cx="136968" cy="300746"/>
          </a:xfrm>
          <a:prstGeom prst="rect">
            <a:avLst/>
          </a:prstGeom>
        </p:spPr>
      </p:pic>
      <p:pic>
        <p:nvPicPr>
          <p:cNvPr id="2212" name="object 2212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1367073" y="5936326"/>
            <a:ext cx="141949" cy="309540"/>
          </a:xfrm>
          <a:prstGeom prst="rect">
            <a:avLst/>
          </a:prstGeom>
        </p:spPr>
      </p:pic>
      <p:pic>
        <p:nvPicPr>
          <p:cNvPr id="2213" name="object 2213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2527761" y="5871898"/>
            <a:ext cx="1408380" cy="596900"/>
          </a:xfrm>
          <a:prstGeom prst="rect">
            <a:avLst/>
          </a:prstGeom>
        </p:spPr>
      </p:pic>
      <p:pic>
        <p:nvPicPr>
          <p:cNvPr id="2214" name="object 2214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1876059" y="6489065"/>
            <a:ext cx="421825" cy="253521"/>
          </a:xfrm>
          <a:prstGeom prst="rect">
            <a:avLst/>
          </a:prstGeom>
        </p:spPr>
      </p:pic>
      <p:grpSp>
        <p:nvGrpSpPr>
          <p:cNvPr id="2215" name="object 2215"/>
          <p:cNvGrpSpPr/>
          <p:nvPr/>
        </p:nvGrpSpPr>
        <p:grpSpPr>
          <a:xfrm>
            <a:off x="4689372" y="6490211"/>
            <a:ext cx="4284345" cy="678815"/>
            <a:chOff x="4689372" y="6490211"/>
            <a:chExt cx="4284345" cy="678815"/>
          </a:xfrm>
        </p:grpSpPr>
        <p:pic>
          <p:nvPicPr>
            <p:cNvPr id="2216" name="object 2216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4689372" y="6500735"/>
              <a:ext cx="4283951" cy="668019"/>
            </a:xfrm>
            <a:prstGeom prst="rect">
              <a:avLst/>
            </a:prstGeom>
          </p:spPr>
        </p:pic>
        <p:pic>
          <p:nvPicPr>
            <p:cNvPr id="2217" name="object 2217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5271152" y="6490211"/>
              <a:ext cx="1077549" cy="366707"/>
            </a:xfrm>
            <a:prstGeom prst="rect">
              <a:avLst/>
            </a:prstGeom>
          </p:spPr>
        </p:pic>
      </p:grpSp>
      <p:pic>
        <p:nvPicPr>
          <p:cNvPr id="2218" name="object 2218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10425386" y="6742486"/>
            <a:ext cx="451318" cy="427853"/>
          </a:xfrm>
          <a:prstGeom prst="rect">
            <a:avLst/>
          </a:prstGeom>
        </p:spPr>
      </p:pic>
      <p:sp>
        <p:nvSpPr>
          <p:cNvPr id="2220" name="object 22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2221" name="object 22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FlowNet:</a:t>
            </a:r>
            <a:r>
              <a:rPr spc="10" dirty="0"/>
              <a:t> </a:t>
            </a:r>
            <a:r>
              <a:rPr dirty="0"/>
              <a:t>Learning</a:t>
            </a:r>
            <a:r>
              <a:rPr spc="10" dirty="0"/>
              <a:t> </a:t>
            </a:r>
            <a:r>
              <a:rPr spc="80" dirty="0"/>
              <a:t>Optical</a:t>
            </a:r>
            <a:r>
              <a:rPr spc="10" dirty="0"/>
              <a:t> </a:t>
            </a:r>
            <a:r>
              <a:rPr spc="-20" dirty="0"/>
              <a:t>Flow</a:t>
            </a:r>
          </a:p>
          <a:p>
            <a:pPr marL="12700">
              <a:lnSpc>
                <a:spcPct val="100000"/>
              </a:lnSpc>
              <a:tabLst>
                <a:tab pos="739140" algn="l"/>
                <a:tab pos="11035665" algn="l"/>
              </a:tabLst>
            </a:pPr>
            <a:r>
              <a:rPr u="sng" dirty="0">
                <a:uFill>
                  <a:solidFill>
                    <a:srgbClr val="A6AAA9"/>
                  </a:solidFill>
                </a:uFill>
              </a:rPr>
              <a:t>	with</a:t>
            </a:r>
            <a:r>
              <a:rPr u="sng" spc="-180" dirty="0">
                <a:uFill>
                  <a:solidFill>
                    <a:srgbClr val="A6AAA9"/>
                  </a:solidFill>
                </a:uFill>
              </a:rPr>
              <a:t> </a:t>
            </a:r>
            <a:r>
              <a:rPr u="sng" dirty="0">
                <a:uFill>
                  <a:solidFill>
                    <a:srgbClr val="A6AAA9"/>
                  </a:solidFill>
                </a:uFill>
              </a:rPr>
              <a:t>Convolutional</a:t>
            </a:r>
            <a:r>
              <a:rPr u="sng" spc="-180" dirty="0">
                <a:uFill>
                  <a:solidFill>
                    <a:srgbClr val="A6AAA9"/>
                  </a:solidFill>
                </a:uFill>
              </a:rPr>
              <a:t> </a:t>
            </a:r>
            <a:r>
              <a:rPr u="sng" spc="-10" dirty="0">
                <a:uFill>
                  <a:solidFill>
                    <a:srgbClr val="A6AAA9"/>
                  </a:solidFill>
                </a:uFill>
              </a:rPr>
              <a:t>Networks</a:t>
            </a:r>
            <a:r>
              <a:rPr u="sng" dirty="0">
                <a:uFill>
                  <a:solidFill>
                    <a:srgbClr val="A6AAA9"/>
                  </a:solidFill>
                </a:uFill>
              </a:rPr>
              <a:t>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09691" y="3289882"/>
            <a:ext cx="2451100" cy="4977765"/>
            <a:chOff x="7709691" y="3289882"/>
            <a:chExt cx="2451100" cy="49777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09691" y="3289882"/>
              <a:ext cx="2450870" cy="2235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47000" y="3302000"/>
              <a:ext cx="2374900" cy="2158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09691" y="6031917"/>
              <a:ext cx="2450870" cy="2235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47000" y="6045200"/>
              <a:ext cx="2374900" cy="21589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00177" y="4172532"/>
              <a:ext cx="469900" cy="4699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43950" y="41973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65277" y="4337632"/>
              <a:ext cx="139700" cy="1397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902700" y="4356100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0"/>
                  </a:moveTo>
                  <a:lnTo>
                    <a:pt x="63500" y="0"/>
                  </a:lnTo>
                  <a:lnTo>
                    <a:pt x="63500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46177" y="6660567"/>
              <a:ext cx="977900" cy="9779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489950" y="6673850"/>
              <a:ext cx="889000" cy="889000"/>
            </a:xfrm>
            <a:custGeom>
              <a:avLst/>
              <a:gdLst/>
              <a:ahLst/>
              <a:cxnLst/>
              <a:rect l="l" t="t" r="r" b="b"/>
              <a:pathLst>
                <a:path w="889000" h="889000">
                  <a:moveTo>
                    <a:pt x="0" y="0"/>
                  </a:moveTo>
                  <a:lnTo>
                    <a:pt x="889000" y="0"/>
                  </a:lnTo>
                  <a:lnTo>
                    <a:pt x="889000" y="889000"/>
                  </a:lnTo>
                  <a:lnTo>
                    <a:pt x="0" y="889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24355" y="7329752"/>
              <a:ext cx="139700" cy="1397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156700" y="7340600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0"/>
                  </a:moveTo>
                  <a:lnTo>
                    <a:pt x="63500" y="0"/>
                  </a:lnTo>
                  <a:lnTo>
                    <a:pt x="63500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59255" y="7164652"/>
              <a:ext cx="469900" cy="4699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997949" y="71818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0999" y="0"/>
                  </a:lnTo>
                  <a:lnTo>
                    <a:pt x="3809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44954" y="6659874"/>
              <a:ext cx="469900" cy="4699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489949" y="66738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00177" y="6914567"/>
              <a:ext cx="469900" cy="4699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743950" y="69278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865277" y="7079667"/>
              <a:ext cx="139700" cy="1397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902700" y="7086600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0"/>
                  </a:moveTo>
                  <a:lnTo>
                    <a:pt x="63500" y="0"/>
                  </a:lnTo>
                  <a:lnTo>
                    <a:pt x="63500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10054" y="6824974"/>
              <a:ext cx="139700" cy="1397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648700" y="6832600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0"/>
                  </a:moveTo>
                  <a:lnTo>
                    <a:pt x="63500" y="0"/>
                  </a:lnTo>
                  <a:lnTo>
                    <a:pt x="63500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687370" y="4570691"/>
              <a:ext cx="193675" cy="2049145"/>
            </a:xfrm>
            <a:custGeom>
              <a:avLst/>
              <a:gdLst/>
              <a:ahLst/>
              <a:cxnLst/>
              <a:rect l="l" t="t" r="r" b="b"/>
              <a:pathLst>
                <a:path w="193675" h="2049145">
                  <a:moveTo>
                    <a:pt x="193359" y="0"/>
                  </a:moveTo>
                  <a:lnTo>
                    <a:pt x="1193" y="2036426"/>
                  </a:lnTo>
                  <a:lnTo>
                    <a:pt x="0" y="2049070"/>
                  </a:lnTo>
                </a:path>
              </a:pathLst>
            </a:custGeom>
            <a:ln w="25400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27872" y="6601390"/>
              <a:ext cx="121920" cy="127635"/>
            </a:xfrm>
            <a:custGeom>
              <a:avLst/>
              <a:gdLst/>
              <a:ahLst/>
              <a:cxnLst/>
              <a:rect l="l" t="t" r="r" b="b"/>
              <a:pathLst>
                <a:path w="121920" h="127634">
                  <a:moveTo>
                    <a:pt x="0" y="0"/>
                  </a:moveTo>
                  <a:lnTo>
                    <a:pt x="49236" y="127107"/>
                  </a:lnTo>
                  <a:lnTo>
                    <a:pt x="121381" y="11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8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928100" y="4571999"/>
              <a:ext cx="0" cy="2311400"/>
            </a:xfrm>
            <a:custGeom>
              <a:avLst/>
              <a:gdLst/>
              <a:ahLst/>
              <a:cxnLst/>
              <a:rect l="l" t="t" r="r" b="b"/>
              <a:pathLst>
                <a:path h="2311400">
                  <a:moveTo>
                    <a:pt x="0" y="0"/>
                  </a:moveTo>
                  <a:lnTo>
                    <a:pt x="0" y="2298506"/>
                  </a:lnTo>
                  <a:lnTo>
                    <a:pt x="0" y="2311400"/>
                  </a:lnTo>
                </a:path>
              </a:pathLst>
            </a:custGeom>
            <a:ln w="25400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67140" y="6870700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0" y="0"/>
                  </a:lnTo>
                  <a:lnTo>
                    <a:pt x="60959" y="121919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858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979516" y="4577949"/>
              <a:ext cx="236220" cy="2526665"/>
            </a:xfrm>
            <a:custGeom>
              <a:avLst/>
              <a:gdLst/>
              <a:ahLst/>
              <a:cxnLst/>
              <a:rect l="l" t="t" r="r" b="b"/>
              <a:pathLst>
                <a:path w="236220" h="2526665">
                  <a:moveTo>
                    <a:pt x="0" y="0"/>
                  </a:moveTo>
                  <a:lnTo>
                    <a:pt x="234595" y="2513703"/>
                  </a:lnTo>
                  <a:lnTo>
                    <a:pt x="235775" y="2526348"/>
                  </a:lnTo>
                </a:path>
              </a:pathLst>
            </a:custGeom>
            <a:ln w="25400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153415" y="7085988"/>
              <a:ext cx="121920" cy="127635"/>
            </a:xfrm>
            <a:custGeom>
              <a:avLst/>
              <a:gdLst/>
              <a:ahLst/>
              <a:cxnLst/>
              <a:rect l="l" t="t" r="r" b="b"/>
              <a:pathLst>
                <a:path w="121920" h="127634">
                  <a:moveTo>
                    <a:pt x="121392" y="0"/>
                  </a:moveTo>
                  <a:lnTo>
                    <a:pt x="0" y="11329"/>
                  </a:lnTo>
                  <a:lnTo>
                    <a:pt x="72025" y="127057"/>
                  </a:lnTo>
                  <a:lnTo>
                    <a:pt x="121392" y="0"/>
                  </a:lnTo>
                  <a:close/>
                </a:path>
              </a:pathLst>
            </a:custGeom>
            <a:solidFill>
              <a:srgbClr val="8588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1971479" y="3213100"/>
            <a:ext cx="3680460" cy="3254375"/>
            <a:chOff x="1971479" y="3213100"/>
            <a:chExt cx="3680460" cy="3254375"/>
          </a:xfrm>
        </p:grpSpPr>
        <p:sp>
          <p:nvSpPr>
            <p:cNvPr id="33" name="object 33"/>
            <p:cNvSpPr/>
            <p:nvPr/>
          </p:nvSpPr>
          <p:spPr>
            <a:xfrm>
              <a:off x="2956979" y="5273712"/>
              <a:ext cx="1477010" cy="829310"/>
            </a:xfrm>
            <a:custGeom>
              <a:avLst/>
              <a:gdLst/>
              <a:ahLst/>
              <a:cxnLst/>
              <a:rect l="l" t="t" r="r" b="b"/>
              <a:pathLst>
                <a:path w="1477010" h="829310">
                  <a:moveTo>
                    <a:pt x="1476463" y="596849"/>
                  </a:moveTo>
                  <a:lnTo>
                    <a:pt x="1074508" y="364604"/>
                  </a:lnTo>
                  <a:lnTo>
                    <a:pt x="1074508" y="480428"/>
                  </a:lnTo>
                  <a:lnTo>
                    <a:pt x="457250" y="480428"/>
                  </a:lnTo>
                  <a:lnTo>
                    <a:pt x="458508" y="481126"/>
                  </a:lnTo>
                  <a:lnTo>
                    <a:pt x="459765" y="481774"/>
                  </a:lnTo>
                  <a:lnTo>
                    <a:pt x="461010" y="482333"/>
                  </a:lnTo>
                  <a:lnTo>
                    <a:pt x="456552" y="480428"/>
                  </a:lnTo>
                  <a:lnTo>
                    <a:pt x="457250" y="480428"/>
                  </a:lnTo>
                  <a:lnTo>
                    <a:pt x="433806" y="461137"/>
                  </a:lnTo>
                  <a:lnTo>
                    <a:pt x="408178" y="429475"/>
                  </a:lnTo>
                  <a:lnTo>
                    <a:pt x="381292" y="387959"/>
                  </a:lnTo>
                  <a:lnTo>
                    <a:pt x="354088" y="339064"/>
                  </a:lnTo>
                  <a:lnTo>
                    <a:pt x="327482" y="285305"/>
                  </a:lnTo>
                  <a:lnTo>
                    <a:pt x="302412" y="229158"/>
                  </a:lnTo>
                  <a:lnTo>
                    <a:pt x="279819" y="173126"/>
                  </a:lnTo>
                  <a:lnTo>
                    <a:pt x="260616" y="119710"/>
                  </a:lnTo>
                  <a:lnTo>
                    <a:pt x="245757" y="71386"/>
                  </a:lnTo>
                  <a:lnTo>
                    <a:pt x="236156" y="30670"/>
                  </a:lnTo>
                  <a:lnTo>
                    <a:pt x="232740" y="50"/>
                  </a:lnTo>
                  <a:lnTo>
                    <a:pt x="0" y="0"/>
                  </a:lnTo>
                  <a:lnTo>
                    <a:pt x="6819" y="58343"/>
                  </a:lnTo>
                  <a:lnTo>
                    <a:pt x="14909" y="96875"/>
                  </a:lnTo>
                  <a:lnTo>
                    <a:pt x="25996" y="140665"/>
                  </a:lnTo>
                  <a:lnTo>
                    <a:pt x="40005" y="188658"/>
                  </a:lnTo>
                  <a:lnTo>
                    <a:pt x="56819" y="239801"/>
                  </a:lnTo>
                  <a:lnTo>
                    <a:pt x="76352" y="293014"/>
                  </a:lnTo>
                  <a:lnTo>
                    <a:pt x="98513" y="347268"/>
                  </a:lnTo>
                  <a:lnTo>
                    <a:pt x="123215" y="401485"/>
                  </a:lnTo>
                  <a:lnTo>
                    <a:pt x="150368" y="454609"/>
                  </a:lnTo>
                  <a:lnTo>
                    <a:pt x="179870" y="505587"/>
                  </a:lnTo>
                  <a:lnTo>
                    <a:pt x="211620" y="553351"/>
                  </a:lnTo>
                  <a:lnTo>
                    <a:pt x="245541" y="596849"/>
                  </a:lnTo>
                  <a:lnTo>
                    <a:pt x="282333" y="557961"/>
                  </a:lnTo>
                  <a:lnTo>
                    <a:pt x="321195" y="525729"/>
                  </a:lnTo>
                  <a:lnTo>
                    <a:pt x="362013" y="501319"/>
                  </a:lnTo>
                  <a:lnTo>
                    <a:pt x="404698" y="485838"/>
                  </a:lnTo>
                  <a:lnTo>
                    <a:pt x="449160" y="480428"/>
                  </a:lnTo>
                  <a:lnTo>
                    <a:pt x="449160" y="713282"/>
                  </a:lnTo>
                  <a:lnTo>
                    <a:pt x="455815" y="713282"/>
                  </a:lnTo>
                  <a:lnTo>
                    <a:pt x="459714" y="711898"/>
                  </a:lnTo>
                  <a:lnTo>
                    <a:pt x="460794" y="711466"/>
                  </a:lnTo>
                  <a:lnTo>
                    <a:pt x="459714" y="711898"/>
                  </a:lnTo>
                  <a:lnTo>
                    <a:pt x="457441" y="713282"/>
                  </a:lnTo>
                  <a:lnTo>
                    <a:pt x="1074508" y="713282"/>
                  </a:lnTo>
                  <a:lnTo>
                    <a:pt x="1074508" y="829056"/>
                  </a:lnTo>
                  <a:lnTo>
                    <a:pt x="1476463" y="596849"/>
                  </a:lnTo>
                  <a:close/>
                </a:path>
              </a:pathLst>
            </a:custGeom>
            <a:solidFill>
              <a:srgbClr val="FCBB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413541" y="5754133"/>
              <a:ext cx="3175" cy="1905"/>
            </a:xfrm>
            <a:custGeom>
              <a:avLst/>
              <a:gdLst/>
              <a:ahLst/>
              <a:cxnLst/>
              <a:rect l="l" t="t" r="r" b="b"/>
              <a:pathLst>
                <a:path w="3175" h="1904">
                  <a:moveTo>
                    <a:pt x="697" y="0"/>
                  </a:moveTo>
                  <a:lnTo>
                    <a:pt x="0" y="0"/>
                  </a:lnTo>
                  <a:lnTo>
                    <a:pt x="3159" y="135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9A3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956981" y="5870559"/>
              <a:ext cx="457834" cy="596900"/>
            </a:xfrm>
            <a:custGeom>
              <a:avLst/>
              <a:gdLst/>
              <a:ahLst/>
              <a:cxnLst/>
              <a:rect l="l" t="t" r="r" b="b"/>
              <a:pathLst>
                <a:path w="457835" h="596900">
                  <a:moveTo>
                    <a:pt x="245549" y="0"/>
                  </a:moveTo>
                  <a:lnTo>
                    <a:pt x="211465" y="43713"/>
                  </a:lnTo>
                  <a:lnTo>
                    <a:pt x="179571" y="91729"/>
                  </a:lnTo>
                  <a:lnTo>
                    <a:pt x="149961" y="142975"/>
                  </a:lnTo>
                  <a:lnTo>
                    <a:pt x="122728" y="196376"/>
                  </a:lnTo>
                  <a:lnTo>
                    <a:pt x="97966" y="250859"/>
                  </a:lnTo>
                  <a:lnTo>
                    <a:pt x="75767" y="305349"/>
                  </a:lnTo>
                  <a:lnTo>
                    <a:pt x="56225" y="358773"/>
                  </a:lnTo>
                  <a:lnTo>
                    <a:pt x="39434" y="410058"/>
                  </a:lnTo>
                  <a:lnTo>
                    <a:pt x="25486" y="458129"/>
                  </a:lnTo>
                  <a:lnTo>
                    <a:pt x="14476" y="501912"/>
                  </a:lnTo>
                  <a:lnTo>
                    <a:pt x="6496" y="540334"/>
                  </a:lnTo>
                  <a:lnTo>
                    <a:pt x="0" y="596799"/>
                  </a:lnTo>
                  <a:lnTo>
                    <a:pt x="232749" y="596799"/>
                  </a:lnTo>
                  <a:lnTo>
                    <a:pt x="236655" y="557048"/>
                  </a:lnTo>
                  <a:lnTo>
                    <a:pt x="247553" y="510281"/>
                  </a:lnTo>
                  <a:lnTo>
                    <a:pt x="264215" y="458575"/>
                  </a:lnTo>
                  <a:lnTo>
                    <a:pt x="285410" y="404007"/>
                  </a:lnTo>
                  <a:lnTo>
                    <a:pt x="309910" y="348656"/>
                  </a:lnTo>
                  <a:lnTo>
                    <a:pt x="336484" y="294598"/>
                  </a:lnTo>
                  <a:lnTo>
                    <a:pt x="363903" y="243911"/>
                  </a:lnTo>
                  <a:lnTo>
                    <a:pt x="390938" y="198673"/>
                  </a:lnTo>
                  <a:lnTo>
                    <a:pt x="416359" y="160961"/>
                  </a:lnTo>
                  <a:lnTo>
                    <a:pt x="457443" y="116425"/>
                  </a:lnTo>
                  <a:lnTo>
                    <a:pt x="449158" y="116425"/>
                  </a:lnTo>
                  <a:lnTo>
                    <a:pt x="404705" y="111014"/>
                  </a:lnTo>
                  <a:lnTo>
                    <a:pt x="362017" y="95535"/>
                  </a:lnTo>
                  <a:lnTo>
                    <a:pt x="321194" y="71119"/>
                  </a:lnTo>
                  <a:lnTo>
                    <a:pt x="282338" y="38897"/>
                  </a:lnTo>
                  <a:lnTo>
                    <a:pt x="245549" y="0"/>
                  </a:lnTo>
                  <a:close/>
                </a:path>
              </a:pathLst>
            </a:custGeom>
            <a:solidFill>
              <a:srgbClr val="FCBB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12796" y="5985610"/>
              <a:ext cx="4445" cy="1905"/>
            </a:xfrm>
            <a:custGeom>
              <a:avLst/>
              <a:gdLst/>
              <a:ahLst/>
              <a:cxnLst/>
              <a:rect l="l" t="t" r="r" b="b"/>
              <a:pathLst>
                <a:path w="4445" h="1904">
                  <a:moveTo>
                    <a:pt x="3901" y="0"/>
                  </a:moveTo>
                  <a:lnTo>
                    <a:pt x="0" y="1375"/>
                  </a:lnTo>
                  <a:lnTo>
                    <a:pt x="1629" y="1375"/>
                  </a:lnTo>
                  <a:lnTo>
                    <a:pt x="3901" y="0"/>
                  </a:lnTo>
                  <a:close/>
                </a:path>
              </a:pathLst>
            </a:custGeom>
            <a:solidFill>
              <a:srgbClr val="F9A3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02531" y="5754133"/>
              <a:ext cx="203835" cy="233045"/>
            </a:xfrm>
            <a:custGeom>
              <a:avLst/>
              <a:gdLst/>
              <a:ahLst/>
              <a:cxnLst/>
              <a:rect l="l" t="t" r="r" b="b"/>
              <a:pathLst>
                <a:path w="203835" h="233045">
                  <a:moveTo>
                    <a:pt x="203608" y="0"/>
                  </a:moveTo>
                  <a:lnTo>
                    <a:pt x="159155" y="5411"/>
                  </a:lnTo>
                  <a:lnTo>
                    <a:pt x="116467" y="20890"/>
                  </a:lnTo>
                  <a:lnTo>
                    <a:pt x="75645" y="45306"/>
                  </a:lnTo>
                  <a:lnTo>
                    <a:pt x="36789" y="77528"/>
                  </a:lnTo>
                  <a:lnTo>
                    <a:pt x="0" y="116425"/>
                  </a:lnTo>
                  <a:lnTo>
                    <a:pt x="36789" y="155323"/>
                  </a:lnTo>
                  <a:lnTo>
                    <a:pt x="75645" y="187545"/>
                  </a:lnTo>
                  <a:lnTo>
                    <a:pt x="116467" y="211961"/>
                  </a:lnTo>
                  <a:lnTo>
                    <a:pt x="159155" y="227440"/>
                  </a:lnTo>
                  <a:lnTo>
                    <a:pt x="203608" y="232851"/>
                  </a:lnTo>
                  <a:lnTo>
                    <a:pt x="203608" y="0"/>
                  </a:lnTo>
                  <a:close/>
                </a:path>
              </a:pathLst>
            </a:custGeom>
            <a:solidFill>
              <a:srgbClr val="FCBB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306978" y="3687762"/>
              <a:ext cx="2345055" cy="1185545"/>
            </a:xfrm>
            <a:custGeom>
              <a:avLst/>
              <a:gdLst/>
              <a:ahLst/>
              <a:cxnLst/>
              <a:rect l="l" t="t" r="r" b="b"/>
              <a:pathLst>
                <a:path w="2345054" h="1185545">
                  <a:moveTo>
                    <a:pt x="26022" y="10388"/>
                  </a:moveTo>
                  <a:lnTo>
                    <a:pt x="5219" y="0"/>
                  </a:lnTo>
                  <a:lnTo>
                    <a:pt x="0" y="10426"/>
                  </a:lnTo>
                  <a:lnTo>
                    <a:pt x="20815" y="20815"/>
                  </a:lnTo>
                  <a:lnTo>
                    <a:pt x="26022" y="10388"/>
                  </a:lnTo>
                  <a:close/>
                </a:path>
                <a:path w="2345054" h="1185545">
                  <a:moveTo>
                    <a:pt x="26162" y="73063"/>
                  </a:moveTo>
                  <a:lnTo>
                    <a:pt x="5130" y="63106"/>
                  </a:lnTo>
                  <a:lnTo>
                    <a:pt x="139" y="73621"/>
                  </a:lnTo>
                  <a:lnTo>
                    <a:pt x="21183" y="83591"/>
                  </a:lnTo>
                  <a:lnTo>
                    <a:pt x="26162" y="73063"/>
                  </a:lnTo>
                  <a:close/>
                </a:path>
                <a:path w="2345054" h="1185545">
                  <a:moveTo>
                    <a:pt x="110426" y="52527"/>
                  </a:moveTo>
                  <a:lnTo>
                    <a:pt x="83121" y="38912"/>
                  </a:lnTo>
                  <a:lnTo>
                    <a:pt x="85382" y="34417"/>
                  </a:lnTo>
                  <a:lnTo>
                    <a:pt x="44183" y="13741"/>
                  </a:lnTo>
                  <a:lnTo>
                    <a:pt x="38963" y="24168"/>
                  </a:lnTo>
                  <a:lnTo>
                    <a:pt x="65290" y="37363"/>
                  </a:lnTo>
                  <a:lnTo>
                    <a:pt x="63030" y="41859"/>
                  </a:lnTo>
                  <a:lnTo>
                    <a:pt x="105257" y="62966"/>
                  </a:lnTo>
                  <a:lnTo>
                    <a:pt x="110426" y="52527"/>
                  </a:lnTo>
                  <a:close/>
                </a:path>
                <a:path w="2345054" h="1185545">
                  <a:moveTo>
                    <a:pt x="110566" y="113068"/>
                  </a:moveTo>
                  <a:lnTo>
                    <a:pt x="85915" y="101409"/>
                  </a:lnTo>
                  <a:lnTo>
                    <a:pt x="88315" y="96354"/>
                  </a:lnTo>
                  <a:lnTo>
                    <a:pt x="45720" y="76047"/>
                  </a:lnTo>
                  <a:lnTo>
                    <a:pt x="40690" y="86575"/>
                  </a:lnTo>
                  <a:lnTo>
                    <a:pt x="65760" y="98526"/>
                  </a:lnTo>
                  <a:lnTo>
                    <a:pt x="63360" y="103619"/>
                  </a:lnTo>
                  <a:lnTo>
                    <a:pt x="105575" y="123596"/>
                  </a:lnTo>
                  <a:lnTo>
                    <a:pt x="110566" y="113068"/>
                  </a:lnTo>
                  <a:close/>
                </a:path>
                <a:path w="2345054" h="1185545">
                  <a:moveTo>
                    <a:pt x="194818" y="94627"/>
                  </a:moveTo>
                  <a:lnTo>
                    <a:pt x="165608" y="80060"/>
                  </a:lnTo>
                  <a:lnTo>
                    <a:pt x="167767" y="75717"/>
                  </a:lnTo>
                  <a:lnTo>
                    <a:pt x="126568" y="55041"/>
                  </a:lnTo>
                  <a:lnTo>
                    <a:pt x="121361" y="65481"/>
                  </a:lnTo>
                  <a:lnTo>
                    <a:pt x="149618" y="79616"/>
                  </a:lnTo>
                  <a:lnTo>
                    <a:pt x="147421" y="84010"/>
                  </a:lnTo>
                  <a:lnTo>
                    <a:pt x="189649" y="105067"/>
                  </a:lnTo>
                  <a:lnTo>
                    <a:pt x="194818" y="94627"/>
                  </a:lnTo>
                  <a:close/>
                </a:path>
                <a:path w="2345054" h="1185545">
                  <a:moveTo>
                    <a:pt x="194906" y="153073"/>
                  </a:moveTo>
                  <a:lnTo>
                    <a:pt x="171234" y="141871"/>
                  </a:lnTo>
                  <a:lnTo>
                    <a:pt x="173545" y="137007"/>
                  </a:lnTo>
                  <a:lnTo>
                    <a:pt x="130949" y="116700"/>
                  </a:lnTo>
                  <a:lnTo>
                    <a:pt x="125920" y="127177"/>
                  </a:lnTo>
                  <a:lnTo>
                    <a:pt x="150075" y="138696"/>
                  </a:lnTo>
                  <a:lnTo>
                    <a:pt x="147751" y="143624"/>
                  </a:lnTo>
                  <a:lnTo>
                    <a:pt x="189928" y="163601"/>
                  </a:lnTo>
                  <a:lnTo>
                    <a:pt x="194906" y="153073"/>
                  </a:lnTo>
                  <a:close/>
                </a:path>
                <a:path w="2345054" h="1185545">
                  <a:moveTo>
                    <a:pt x="279209" y="136779"/>
                  </a:moveTo>
                  <a:lnTo>
                    <a:pt x="248107" y="121234"/>
                  </a:lnTo>
                  <a:lnTo>
                    <a:pt x="250215" y="117030"/>
                  </a:lnTo>
                  <a:lnTo>
                    <a:pt x="209016" y="96354"/>
                  </a:lnTo>
                  <a:lnTo>
                    <a:pt x="203796" y="106781"/>
                  </a:lnTo>
                  <a:lnTo>
                    <a:pt x="233934" y="121881"/>
                  </a:lnTo>
                  <a:lnTo>
                    <a:pt x="231825" y="126111"/>
                  </a:lnTo>
                  <a:lnTo>
                    <a:pt x="274040" y="147167"/>
                  </a:lnTo>
                  <a:lnTo>
                    <a:pt x="279209" y="136779"/>
                  </a:lnTo>
                  <a:close/>
                </a:path>
                <a:path w="2345054" h="1185545">
                  <a:moveTo>
                    <a:pt x="279298" y="193078"/>
                  </a:moveTo>
                  <a:lnTo>
                    <a:pt x="256540" y="182295"/>
                  </a:lnTo>
                  <a:lnTo>
                    <a:pt x="258775" y="177622"/>
                  </a:lnTo>
                  <a:lnTo>
                    <a:pt x="216179" y="157314"/>
                  </a:lnTo>
                  <a:lnTo>
                    <a:pt x="211150" y="167792"/>
                  </a:lnTo>
                  <a:lnTo>
                    <a:pt x="234378" y="178892"/>
                  </a:lnTo>
                  <a:lnTo>
                    <a:pt x="232143" y="183629"/>
                  </a:lnTo>
                  <a:lnTo>
                    <a:pt x="274320" y="203606"/>
                  </a:lnTo>
                  <a:lnTo>
                    <a:pt x="279298" y="193078"/>
                  </a:lnTo>
                  <a:close/>
                </a:path>
                <a:path w="2345054" h="1185545">
                  <a:moveTo>
                    <a:pt x="363601" y="178879"/>
                  </a:moveTo>
                  <a:lnTo>
                    <a:pt x="330568" y="162394"/>
                  </a:lnTo>
                  <a:lnTo>
                    <a:pt x="332600" y="158343"/>
                  </a:lnTo>
                  <a:lnTo>
                    <a:pt x="291401" y="137655"/>
                  </a:lnTo>
                  <a:lnTo>
                    <a:pt x="286194" y="148094"/>
                  </a:lnTo>
                  <a:lnTo>
                    <a:pt x="318249" y="164147"/>
                  </a:lnTo>
                  <a:lnTo>
                    <a:pt x="316217" y="168211"/>
                  </a:lnTo>
                  <a:lnTo>
                    <a:pt x="358432" y="189306"/>
                  </a:lnTo>
                  <a:lnTo>
                    <a:pt x="363601" y="178879"/>
                  </a:lnTo>
                  <a:close/>
                </a:path>
                <a:path w="2345054" h="1185545">
                  <a:moveTo>
                    <a:pt x="363702" y="233083"/>
                  </a:moveTo>
                  <a:lnTo>
                    <a:pt x="341845" y="222745"/>
                  </a:lnTo>
                  <a:lnTo>
                    <a:pt x="344004" y="218224"/>
                  </a:lnTo>
                  <a:lnTo>
                    <a:pt x="301371" y="197916"/>
                  </a:lnTo>
                  <a:lnTo>
                    <a:pt x="296392" y="208445"/>
                  </a:lnTo>
                  <a:lnTo>
                    <a:pt x="318668" y="219075"/>
                  </a:lnTo>
                  <a:lnTo>
                    <a:pt x="316496" y="223634"/>
                  </a:lnTo>
                  <a:lnTo>
                    <a:pt x="358711" y="243611"/>
                  </a:lnTo>
                  <a:lnTo>
                    <a:pt x="363702" y="233083"/>
                  </a:lnTo>
                  <a:close/>
                </a:path>
                <a:path w="2345054" h="1185545">
                  <a:moveTo>
                    <a:pt x="447992" y="220980"/>
                  </a:moveTo>
                  <a:lnTo>
                    <a:pt x="413042" y="203542"/>
                  </a:lnTo>
                  <a:lnTo>
                    <a:pt x="414997" y="199644"/>
                  </a:lnTo>
                  <a:lnTo>
                    <a:pt x="373799" y="179019"/>
                  </a:lnTo>
                  <a:lnTo>
                    <a:pt x="368579" y="189395"/>
                  </a:lnTo>
                  <a:lnTo>
                    <a:pt x="402551" y="206463"/>
                  </a:lnTo>
                  <a:lnTo>
                    <a:pt x="400608" y="210362"/>
                  </a:lnTo>
                  <a:lnTo>
                    <a:pt x="442785" y="231406"/>
                  </a:lnTo>
                  <a:lnTo>
                    <a:pt x="447992" y="220980"/>
                  </a:lnTo>
                  <a:close/>
                </a:path>
                <a:path w="2345054" h="1185545">
                  <a:moveTo>
                    <a:pt x="448094" y="273138"/>
                  </a:moveTo>
                  <a:lnTo>
                    <a:pt x="427126" y="263207"/>
                  </a:lnTo>
                  <a:lnTo>
                    <a:pt x="429196" y="258838"/>
                  </a:lnTo>
                  <a:lnTo>
                    <a:pt x="386600" y="238531"/>
                  </a:lnTo>
                  <a:lnTo>
                    <a:pt x="381622" y="249059"/>
                  </a:lnTo>
                  <a:lnTo>
                    <a:pt x="402958" y="259245"/>
                  </a:lnTo>
                  <a:lnTo>
                    <a:pt x="400888" y="263639"/>
                  </a:lnTo>
                  <a:lnTo>
                    <a:pt x="443115" y="283616"/>
                  </a:lnTo>
                  <a:lnTo>
                    <a:pt x="448094" y="273138"/>
                  </a:lnTo>
                  <a:close/>
                </a:path>
                <a:path w="2345054" h="1185545">
                  <a:moveTo>
                    <a:pt x="532396" y="263118"/>
                  </a:moveTo>
                  <a:lnTo>
                    <a:pt x="495490" y="244741"/>
                  </a:lnTo>
                  <a:lnTo>
                    <a:pt x="497382" y="240957"/>
                  </a:lnTo>
                  <a:lnTo>
                    <a:pt x="456196" y="220319"/>
                  </a:lnTo>
                  <a:lnTo>
                    <a:pt x="450977" y="230708"/>
                  </a:lnTo>
                  <a:lnTo>
                    <a:pt x="486854" y="248729"/>
                  </a:lnTo>
                  <a:lnTo>
                    <a:pt x="485000" y="252463"/>
                  </a:lnTo>
                  <a:lnTo>
                    <a:pt x="527177" y="273507"/>
                  </a:lnTo>
                  <a:lnTo>
                    <a:pt x="532396" y="263118"/>
                  </a:lnTo>
                  <a:close/>
                </a:path>
                <a:path w="2345054" h="1185545">
                  <a:moveTo>
                    <a:pt x="532434" y="313143"/>
                  </a:moveTo>
                  <a:lnTo>
                    <a:pt x="512445" y="303657"/>
                  </a:lnTo>
                  <a:lnTo>
                    <a:pt x="514426" y="299491"/>
                  </a:lnTo>
                  <a:lnTo>
                    <a:pt x="471830" y="279184"/>
                  </a:lnTo>
                  <a:lnTo>
                    <a:pt x="466801" y="289661"/>
                  </a:lnTo>
                  <a:lnTo>
                    <a:pt x="487273" y="299427"/>
                  </a:lnTo>
                  <a:lnTo>
                    <a:pt x="485279" y="303644"/>
                  </a:lnTo>
                  <a:lnTo>
                    <a:pt x="527456" y="323659"/>
                  </a:lnTo>
                  <a:lnTo>
                    <a:pt x="532434" y="313143"/>
                  </a:lnTo>
                  <a:close/>
                </a:path>
                <a:path w="2345054" h="1185545">
                  <a:moveTo>
                    <a:pt x="616788" y="305219"/>
                  </a:moveTo>
                  <a:lnTo>
                    <a:pt x="577977" y="285864"/>
                  </a:lnTo>
                  <a:lnTo>
                    <a:pt x="579780" y="282257"/>
                  </a:lnTo>
                  <a:lnTo>
                    <a:pt x="538581" y="261632"/>
                  </a:lnTo>
                  <a:lnTo>
                    <a:pt x="533374" y="272021"/>
                  </a:lnTo>
                  <a:lnTo>
                    <a:pt x="571195" y="291007"/>
                  </a:lnTo>
                  <a:lnTo>
                    <a:pt x="569404" y="294601"/>
                  </a:lnTo>
                  <a:lnTo>
                    <a:pt x="611568" y="315658"/>
                  </a:lnTo>
                  <a:lnTo>
                    <a:pt x="616788" y="305219"/>
                  </a:lnTo>
                  <a:close/>
                </a:path>
                <a:path w="2345054" h="1185545">
                  <a:moveTo>
                    <a:pt x="616839" y="353136"/>
                  </a:moveTo>
                  <a:lnTo>
                    <a:pt x="597763" y="344093"/>
                  </a:lnTo>
                  <a:lnTo>
                    <a:pt x="599655" y="340106"/>
                  </a:lnTo>
                  <a:lnTo>
                    <a:pt x="557060" y="319798"/>
                  </a:lnTo>
                  <a:lnTo>
                    <a:pt x="552043" y="330327"/>
                  </a:lnTo>
                  <a:lnTo>
                    <a:pt x="571576" y="339636"/>
                  </a:lnTo>
                  <a:lnTo>
                    <a:pt x="569683" y="343636"/>
                  </a:lnTo>
                  <a:lnTo>
                    <a:pt x="611847" y="363664"/>
                  </a:lnTo>
                  <a:lnTo>
                    <a:pt x="616839" y="353136"/>
                  </a:lnTo>
                  <a:close/>
                </a:path>
                <a:path w="2345054" h="1185545">
                  <a:moveTo>
                    <a:pt x="701179" y="347319"/>
                  </a:moveTo>
                  <a:lnTo>
                    <a:pt x="660463" y="327037"/>
                  </a:lnTo>
                  <a:lnTo>
                    <a:pt x="662216" y="323570"/>
                  </a:lnTo>
                  <a:lnTo>
                    <a:pt x="620979" y="302945"/>
                  </a:lnTo>
                  <a:lnTo>
                    <a:pt x="615759" y="313321"/>
                  </a:lnTo>
                  <a:lnTo>
                    <a:pt x="655497" y="333273"/>
                  </a:lnTo>
                  <a:lnTo>
                    <a:pt x="653796" y="336702"/>
                  </a:lnTo>
                  <a:lnTo>
                    <a:pt x="695972" y="357759"/>
                  </a:lnTo>
                  <a:lnTo>
                    <a:pt x="701179" y="347319"/>
                  </a:lnTo>
                  <a:close/>
                </a:path>
                <a:path w="2345054" h="1185545">
                  <a:moveTo>
                    <a:pt x="701230" y="393141"/>
                  </a:moveTo>
                  <a:lnTo>
                    <a:pt x="683056" y="384530"/>
                  </a:lnTo>
                  <a:lnTo>
                    <a:pt x="684885" y="380707"/>
                  </a:lnTo>
                  <a:lnTo>
                    <a:pt x="642302" y="360413"/>
                  </a:lnTo>
                  <a:lnTo>
                    <a:pt x="637273" y="370928"/>
                  </a:lnTo>
                  <a:lnTo>
                    <a:pt x="655840" y="379793"/>
                  </a:lnTo>
                  <a:lnTo>
                    <a:pt x="654024" y="383641"/>
                  </a:lnTo>
                  <a:lnTo>
                    <a:pt x="696252" y="403669"/>
                  </a:lnTo>
                  <a:lnTo>
                    <a:pt x="701230" y="393141"/>
                  </a:lnTo>
                  <a:close/>
                </a:path>
                <a:path w="2345054" h="1185545">
                  <a:moveTo>
                    <a:pt x="744613" y="364883"/>
                  </a:moveTo>
                  <a:lnTo>
                    <a:pt x="703414" y="344246"/>
                  </a:lnTo>
                  <a:lnTo>
                    <a:pt x="698207" y="354634"/>
                  </a:lnTo>
                  <a:lnTo>
                    <a:pt x="739394" y="375310"/>
                  </a:lnTo>
                  <a:lnTo>
                    <a:pt x="744613" y="364883"/>
                  </a:lnTo>
                  <a:close/>
                </a:path>
                <a:path w="2345054" h="1185545">
                  <a:moveTo>
                    <a:pt x="785622" y="433146"/>
                  </a:moveTo>
                  <a:lnTo>
                    <a:pt x="768388" y="424980"/>
                  </a:lnTo>
                  <a:lnTo>
                    <a:pt x="770128" y="421373"/>
                  </a:lnTo>
                  <a:lnTo>
                    <a:pt x="727481" y="401015"/>
                  </a:lnTo>
                  <a:lnTo>
                    <a:pt x="722503" y="411543"/>
                  </a:lnTo>
                  <a:lnTo>
                    <a:pt x="740156" y="419963"/>
                  </a:lnTo>
                  <a:lnTo>
                    <a:pt x="738416" y="423646"/>
                  </a:lnTo>
                  <a:lnTo>
                    <a:pt x="780643" y="443674"/>
                  </a:lnTo>
                  <a:lnTo>
                    <a:pt x="785622" y="433146"/>
                  </a:lnTo>
                  <a:close/>
                </a:path>
                <a:path w="2345054" h="1185545">
                  <a:moveTo>
                    <a:pt x="827011" y="406184"/>
                  </a:moveTo>
                  <a:lnTo>
                    <a:pt x="785812" y="385559"/>
                  </a:lnTo>
                  <a:lnTo>
                    <a:pt x="784186" y="388797"/>
                  </a:lnTo>
                  <a:lnTo>
                    <a:pt x="743356" y="368414"/>
                  </a:lnTo>
                  <a:lnTo>
                    <a:pt x="738187" y="378802"/>
                  </a:lnTo>
                  <a:lnTo>
                    <a:pt x="780364" y="399897"/>
                  </a:lnTo>
                  <a:lnTo>
                    <a:pt x="781964" y="396684"/>
                  </a:lnTo>
                  <a:lnTo>
                    <a:pt x="821791" y="416623"/>
                  </a:lnTo>
                  <a:lnTo>
                    <a:pt x="827011" y="406184"/>
                  </a:lnTo>
                  <a:close/>
                </a:path>
                <a:path w="2345054" h="1185545">
                  <a:moveTo>
                    <a:pt x="869975" y="473151"/>
                  </a:moveTo>
                  <a:lnTo>
                    <a:pt x="853706" y="465429"/>
                  </a:lnTo>
                  <a:lnTo>
                    <a:pt x="855357" y="461975"/>
                  </a:lnTo>
                  <a:lnTo>
                    <a:pt x="812711" y="441667"/>
                  </a:lnTo>
                  <a:lnTo>
                    <a:pt x="807732" y="452145"/>
                  </a:lnTo>
                  <a:lnTo>
                    <a:pt x="824471" y="460159"/>
                  </a:lnTo>
                  <a:lnTo>
                    <a:pt x="822820" y="463651"/>
                  </a:lnTo>
                  <a:lnTo>
                    <a:pt x="864997" y="483679"/>
                  </a:lnTo>
                  <a:lnTo>
                    <a:pt x="869975" y="473151"/>
                  </a:lnTo>
                  <a:close/>
                </a:path>
                <a:path w="2345054" h="1185545">
                  <a:moveTo>
                    <a:pt x="909396" y="447535"/>
                  </a:moveTo>
                  <a:lnTo>
                    <a:pt x="868197" y="426859"/>
                  </a:lnTo>
                  <a:lnTo>
                    <a:pt x="866660" y="429920"/>
                  </a:lnTo>
                  <a:lnTo>
                    <a:pt x="827747" y="410514"/>
                  </a:lnTo>
                  <a:lnTo>
                    <a:pt x="822579" y="420954"/>
                  </a:lnTo>
                  <a:lnTo>
                    <a:pt x="864755" y="441998"/>
                  </a:lnTo>
                  <a:lnTo>
                    <a:pt x="866292" y="438912"/>
                  </a:lnTo>
                  <a:lnTo>
                    <a:pt x="904189" y="457923"/>
                  </a:lnTo>
                  <a:lnTo>
                    <a:pt x="909396" y="447535"/>
                  </a:lnTo>
                  <a:close/>
                </a:path>
                <a:path w="2345054" h="1185545">
                  <a:moveTo>
                    <a:pt x="954366" y="513156"/>
                  </a:moveTo>
                  <a:lnTo>
                    <a:pt x="938974" y="505879"/>
                  </a:lnTo>
                  <a:lnTo>
                    <a:pt x="940536" y="502589"/>
                  </a:lnTo>
                  <a:lnTo>
                    <a:pt x="897953" y="482282"/>
                  </a:lnTo>
                  <a:lnTo>
                    <a:pt x="892962" y="492810"/>
                  </a:lnTo>
                  <a:lnTo>
                    <a:pt x="908773" y="500354"/>
                  </a:lnTo>
                  <a:lnTo>
                    <a:pt x="907211" y="503656"/>
                  </a:lnTo>
                  <a:lnTo>
                    <a:pt x="949388" y="523684"/>
                  </a:lnTo>
                  <a:lnTo>
                    <a:pt x="954366" y="513156"/>
                  </a:lnTo>
                  <a:close/>
                </a:path>
                <a:path w="2345054" h="1185545">
                  <a:moveTo>
                    <a:pt x="991793" y="488848"/>
                  </a:moveTo>
                  <a:lnTo>
                    <a:pt x="950595" y="468172"/>
                  </a:lnTo>
                  <a:lnTo>
                    <a:pt x="949134" y="471106"/>
                  </a:lnTo>
                  <a:lnTo>
                    <a:pt x="912139" y="452615"/>
                  </a:lnTo>
                  <a:lnTo>
                    <a:pt x="906983" y="463054"/>
                  </a:lnTo>
                  <a:lnTo>
                    <a:pt x="949147" y="484098"/>
                  </a:lnTo>
                  <a:lnTo>
                    <a:pt x="950595" y="481215"/>
                  </a:lnTo>
                  <a:lnTo>
                    <a:pt x="986574" y="499237"/>
                  </a:lnTo>
                  <a:lnTo>
                    <a:pt x="991793" y="488848"/>
                  </a:lnTo>
                  <a:close/>
                </a:path>
                <a:path w="2345054" h="1185545">
                  <a:moveTo>
                    <a:pt x="1038758" y="553161"/>
                  </a:moveTo>
                  <a:lnTo>
                    <a:pt x="1024293" y="546328"/>
                  </a:lnTo>
                  <a:lnTo>
                    <a:pt x="1025779" y="543191"/>
                  </a:lnTo>
                  <a:lnTo>
                    <a:pt x="983183" y="522897"/>
                  </a:lnTo>
                  <a:lnTo>
                    <a:pt x="978154" y="533412"/>
                  </a:lnTo>
                  <a:lnTo>
                    <a:pt x="993051" y="540524"/>
                  </a:lnTo>
                  <a:lnTo>
                    <a:pt x="991565" y="543661"/>
                  </a:lnTo>
                  <a:lnTo>
                    <a:pt x="1033780" y="563689"/>
                  </a:lnTo>
                  <a:lnTo>
                    <a:pt x="1038758" y="553161"/>
                  </a:lnTo>
                  <a:close/>
                </a:path>
                <a:path w="2345054" h="1185545">
                  <a:moveTo>
                    <a:pt x="1074178" y="530161"/>
                  </a:moveTo>
                  <a:lnTo>
                    <a:pt x="1032992" y="509473"/>
                  </a:lnTo>
                  <a:lnTo>
                    <a:pt x="1031595" y="512254"/>
                  </a:lnTo>
                  <a:lnTo>
                    <a:pt x="996543" y="494766"/>
                  </a:lnTo>
                  <a:lnTo>
                    <a:pt x="991374" y="505142"/>
                  </a:lnTo>
                  <a:lnTo>
                    <a:pt x="1033551" y="526249"/>
                  </a:lnTo>
                  <a:lnTo>
                    <a:pt x="1034923" y="523494"/>
                  </a:lnTo>
                  <a:lnTo>
                    <a:pt x="1068971" y="540537"/>
                  </a:lnTo>
                  <a:lnTo>
                    <a:pt x="1074178" y="530161"/>
                  </a:lnTo>
                  <a:close/>
                </a:path>
                <a:path w="2345054" h="1185545">
                  <a:moveTo>
                    <a:pt x="1123111" y="593166"/>
                  </a:moveTo>
                  <a:lnTo>
                    <a:pt x="1109611" y="586778"/>
                  </a:lnTo>
                  <a:lnTo>
                    <a:pt x="1111008" y="583857"/>
                  </a:lnTo>
                  <a:lnTo>
                    <a:pt x="1068412" y="563549"/>
                  </a:lnTo>
                  <a:lnTo>
                    <a:pt x="1063383" y="574027"/>
                  </a:lnTo>
                  <a:lnTo>
                    <a:pt x="1077379" y="580707"/>
                  </a:lnTo>
                  <a:lnTo>
                    <a:pt x="1075956" y="583717"/>
                  </a:lnTo>
                  <a:lnTo>
                    <a:pt x="1118133" y="603694"/>
                  </a:lnTo>
                  <a:lnTo>
                    <a:pt x="1123111" y="593166"/>
                  </a:lnTo>
                  <a:close/>
                </a:path>
                <a:path w="2345054" h="1185545">
                  <a:moveTo>
                    <a:pt x="1156576" y="571461"/>
                  </a:moveTo>
                  <a:lnTo>
                    <a:pt x="1115377" y="550786"/>
                  </a:lnTo>
                  <a:lnTo>
                    <a:pt x="1114069" y="553389"/>
                  </a:lnTo>
                  <a:lnTo>
                    <a:pt x="1080935" y="536867"/>
                  </a:lnTo>
                  <a:lnTo>
                    <a:pt x="1075766" y="547293"/>
                  </a:lnTo>
                  <a:lnTo>
                    <a:pt x="1117942" y="568350"/>
                  </a:lnTo>
                  <a:lnTo>
                    <a:pt x="1119225" y="565759"/>
                  </a:lnTo>
                  <a:lnTo>
                    <a:pt x="1151369" y="581850"/>
                  </a:lnTo>
                  <a:lnTo>
                    <a:pt x="1156576" y="571461"/>
                  </a:lnTo>
                  <a:close/>
                </a:path>
                <a:path w="2345054" h="1185545">
                  <a:moveTo>
                    <a:pt x="1207503" y="633171"/>
                  </a:moveTo>
                  <a:lnTo>
                    <a:pt x="1194917" y="627214"/>
                  </a:lnTo>
                  <a:lnTo>
                    <a:pt x="1196238" y="624459"/>
                  </a:lnTo>
                  <a:lnTo>
                    <a:pt x="1153604" y="604151"/>
                  </a:lnTo>
                  <a:lnTo>
                    <a:pt x="1148613" y="614680"/>
                  </a:lnTo>
                  <a:lnTo>
                    <a:pt x="1161669" y="620915"/>
                  </a:lnTo>
                  <a:lnTo>
                    <a:pt x="1160348" y="623722"/>
                  </a:lnTo>
                  <a:lnTo>
                    <a:pt x="1202524" y="643699"/>
                  </a:lnTo>
                  <a:lnTo>
                    <a:pt x="1207503" y="633171"/>
                  </a:lnTo>
                  <a:close/>
                </a:path>
                <a:path w="2345054" h="1185545">
                  <a:moveTo>
                    <a:pt x="1239012" y="612775"/>
                  </a:moveTo>
                  <a:lnTo>
                    <a:pt x="1197825" y="592099"/>
                  </a:lnTo>
                  <a:lnTo>
                    <a:pt x="1196568" y="594601"/>
                  </a:lnTo>
                  <a:lnTo>
                    <a:pt x="1165326" y="579005"/>
                  </a:lnTo>
                  <a:lnTo>
                    <a:pt x="1160157" y="589394"/>
                  </a:lnTo>
                  <a:lnTo>
                    <a:pt x="1202334" y="610438"/>
                  </a:lnTo>
                  <a:lnTo>
                    <a:pt x="1203553" y="608012"/>
                  </a:lnTo>
                  <a:lnTo>
                    <a:pt x="1233805" y="623163"/>
                  </a:lnTo>
                  <a:lnTo>
                    <a:pt x="1239012" y="612775"/>
                  </a:lnTo>
                  <a:close/>
                </a:path>
                <a:path w="2345054" h="1185545">
                  <a:moveTo>
                    <a:pt x="1291894" y="673176"/>
                  </a:moveTo>
                  <a:lnTo>
                    <a:pt x="1280223" y="667664"/>
                  </a:lnTo>
                  <a:lnTo>
                    <a:pt x="1281468" y="665073"/>
                  </a:lnTo>
                  <a:lnTo>
                    <a:pt x="1238834" y="644766"/>
                  </a:lnTo>
                  <a:lnTo>
                    <a:pt x="1233855" y="655294"/>
                  </a:lnTo>
                  <a:lnTo>
                    <a:pt x="1245958" y="661073"/>
                  </a:lnTo>
                  <a:lnTo>
                    <a:pt x="1244701" y="663714"/>
                  </a:lnTo>
                  <a:lnTo>
                    <a:pt x="1286916" y="683704"/>
                  </a:lnTo>
                  <a:lnTo>
                    <a:pt x="1291894" y="673176"/>
                  </a:lnTo>
                  <a:close/>
                </a:path>
                <a:path w="2345054" h="1185545">
                  <a:moveTo>
                    <a:pt x="1321409" y="654075"/>
                  </a:moveTo>
                  <a:lnTo>
                    <a:pt x="1280210" y="633399"/>
                  </a:lnTo>
                  <a:lnTo>
                    <a:pt x="1279042" y="635736"/>
                  </a:lnTo>
                  <a:lnTo>
                    <a:pt x="1249718" y="621106"/>
                  </a:lnTo>
                  <a:lnTo>
                    <a:pt x="1244511" y="631545"/>
                  </a:lnTo>
                  <a:lnTo>
                    <a:pt x="1286725" y="652589"/>
                  </a:lnTo>
                  <a:lnTo>
                    <a:pt x="1287868" y="650290"/>
                  </a:lnTo>
                  <a:lnTo>
                    <a:pt x="1316202" y="664464"/>
                  </a:lnTo>
                  <a:lnTo>
                    <a:pt x="1321409" y="654075"/>
                  </a:lnTo>
                  <a:close/>
                </a:path>
                <a:path w="2345054" h="1185545">
                  <a:moveTo>
                    <a:pt x="1376286" y="713181"/>
                  </a:moveTo>
                  <a:lnTo>
                    <a:pt x="1365554" y="708113"/>
                  </a:lnTo>
                  <a:lnTo>
                    <a:pt x="1366697" y="705726"/>
                  </a:lnTo>
                  <a:lnTo>
                    <a:pt x="1324063" y="685380"/>
                  </a:lnTo>
                  <a:lnTo>
                    <a:pt x="1319085" y="695896"/>
                  </a:lnTo>
                  <a:lnTo>
                    <a:pt x="1330261" y="701230"/>
                  </a:lnTo>
                  <a:lnTo>
                    <a:pt x="1329093" y="703719"/>
                  </a:lnTo>
                  <a:lnTo>
                    <a:pt x="1371307" y="723709"/>
                  </a:lnTo>
                  <a:lnTo>
                    <a:pt x="1376286" y="713181"/>
                  </a:lnTo>
                  <a:close/>
                </a:path>
                <a:path w="2345054" h="1185545">
                  <a:moveTo>
                    <a:pt x="1403807" y="695388"/>
                  </a:moveTo>
                  <a:lnTo>
                    <a:pt x="1362608" y="674712"/>
                  </a:lnTo>
                  <a:lnTo>
                    <a:pt x="1361516" y="676897"/>
                  </a:lnTo>
                  <a:lnTo>
                    <a:pt x="1334122" y="663206"/>
                  </a:lnTo>
                  <a:lnTo>
                    <a:pt x="1328902" y="673646"/>
                  </a:lnTo>
                  <a:lnTo>
                    <a:pt x="1371130" y="694690"/>
                  </a:lnTo>
                  <a:lnTo>
                    <a:pt x="1372171" y="692569"/>
                  </a:lnTo>
                  <a:lnTo>
                    <a:pt x="1398587" y="705815"/>
                  </a:lnTo>
                  <a:lnTo>
                    <a:pt x="1403807" y="695388"/>
                  </a:lnTo>
                  <a:close/>
                </a:path>
                <a:path w="2345054" h="1185545">
                  <a:moveTo>
                    <a:pt x="1460639" y="753224"/>
                  </a:moveTo>
                  <a:lnTo>
                    <a:pt x="1450822" y="748576"/>
                  </a:lnTo>
                  <a:lnTo>
                    <a:pt x="1451889" y="746340"/>
                  </a:lnTo>
                  <a:lnTo>
                    <a:pt x="1409293" y="726033"/>
                  </a:lnTo>
                  <a:lnTo>
                    <a:pt x="1404264" y="736511"/>
                  </a:lnTo>
                  <a:lnTo>
                    <a:pt x="1414564" y="741438"/>
                  </a:lnTo>
                  <a:lnTo>
                    <a:pt x="1413484" y="743724"/>
                  </a:lnTo>
                  <a:lnTo>
                    <a:pt x="1455661" y="763701"/>
                  </a:lnTo>
                  <a:lnTo>
                    <a:pt x="1460639" y="753224"/>
                  </a:lnTo>
                  <a:close/>
                </a:path>
                <a:path w="2345054" h="1185545">
                  <a:moveTo>
                    <a:pt x="1486192" y="736701"/>
                  </a:moveTo>
                  <a:lnTo>
                    <a:pt x="1444993" y="716064"/>
                  </a:lnTo>
                  <a:lnTo>
                    <a:pt x="1443977" y="718070"/>
                  </a:lnTo>
                  <a:lnTo>
                    <a:pt x="1418513" y="705358"/>
                  </a:lnTo>
                  <a:lnTo>
                    <a:pt x="1413294" y="715733"/>
                  </a:lnTo>
                  <a:lnTo>
                    <a:pt x="1455521" y="736841"/>
                  </a:lnTo>
                  <a:lnTo>
                    <a:pt x="1456499" y="734847"/>
                  </a:lnTo>
                  <a:lnTo>
                    <a:pt x="1480985" y="747128"/>
                  </a:lnTo>
                  <a:lnTo>
                    <a:pt x="1486192" y="736701"/>
                  </a:lnTo>
                  <a:close/>
                </a:path>
                <a:path w="2345054" h="1185545">
                  <a:moveTo>
                    <a:pt x="1545031" y="793229"/>
                  </a:moveTo>
                  <a:lnTo>
                    <a:pt x="1536141" y="789012"/>
                  </a:lnTo>
                  <a:lnTo>
                    <a:pt x="1537119" y="786942"/>
                  </a:lnTo>
                  <a:lnTo>
                    <a:pt x="1494523" y="766635"/>
                  </a:lnTo>
                  <a:lnTo>
                    <a:pt x="1489506" y="777163"/>
                  </a:lnTo>
                  <a:lnTo>
                    <a:pt x="1498866" y="781634"/>
                  </a:lnTo>
                  <a:lnTo>
                    <a:pt x="1497876" y="783729"/>
                  </a:lnTo>
                  <a:lnTo>
                    <a:pt x="1540052" y="803706"/>
                  </a:lnTo>
                  <a:lnTo>
                    <a:pt x="1545031" y="793229"/>
                  </a:lnTo>
                  <a:close/>
                </a:path>
                <a:path w="2345054" h="1185545">
                  <a:moveTo>
                    <a:pt x="1568589" y="778002"/>
                  </a:moveTo>
                  <a:lnTo>
                    <a:pt x="1527390" y="757377"/>
                  </a:lnTo>
                  <a:lnTo>
                    <a:pt x="1526463" y="759218"/>
                  </a:lnTo>
                  <a:lnTo>
                    <a:pt x="1502905" y="747458"/>
                  </a:lnTo>
                  <a:lnTo>
                    <a:pt x="1497698" y="757885"/>
                  </a:lnTo>
                  <a:lnTo>
                    <a:pt x="1539913" y="778941"/>
                  </a:lnTo>
                  <a:lnTo>
                    <a:pt x="1540814" y="777125"/>
                  </a:lnTo>
                  <a:lnTo>
                    <a:pt x="1563370" y="788441"/>
                  </a:lnTo>
                  <a:lnTo>
                    <a:pt x="1568589" y="778002"/>
                  </a:lnTo>
                  <a:close/>
                </a:path>
                <a:path w="2345054" h="1185545">
                  <a:moveTo>
                    <a:pt x="1629435" y="833234"/>
                  </a:moveTo>
                  <a:lnTo>
                    <a:pt x="1621447" y="829449"/>
                  </a:lnTo>
                  <a:lnTo>
                    <a:pt x="1622348" y="827557"/>
                  </a:lnTo>
                  <a:lnTo>
                    <a:pt x="1579765" y="807250"/>
                  </a:lnTo>
                  <a:lnTo>
                    <a:pt x="1574736" y="817778"/>
                  </a:lnTo>
                  <a:lnTo>
                    <a:pt x="1583156" y="821791"/>
                  </a:lnTo>
                  <a:lnTo>
                    <a:pt x="1582229" y="823734"/>
                  </a:lnTo>
                  <a:lnTo>
                    <a:pt x="1624444" y="843762"/>
                  </a:lnTo>
                  <a:lnTo>
                    <a:pt x="1629435" y="833234"/>
                  </a:lnTo>
                  <a:close/>
                </a:path>
                <a:path w="2345054" h="1185545">
                  <a:moveTo>
                    <a:pt x="1651025" y="819315"/>
                  </a:moveTo>
                  <a:lnTo>
                    <a:pt x="1609788" y="798677"/>
                  </a:lnTo>
                  <a:lnTo>
                    <a:pt x="1608924" y="800392"/>
                  </a:lnTo>
                  <a:lnTo>
                    <a:pt x="1587296" y="789559"/>
                  </a:lnTo>
                  <a:lnTo>
                    <a:pt x="1582089" y="799985"/>
                  </a:lnTo>
                  <a:lnTo>
                    <a:pt x="1624304" y="821029"/>
                  </a:lnTo>
                  <a:lnTo>
                    <a:pt x="1625117" y="819391"/>
                  </a:lnTo>
                  <a:lnTo>
                    <a:pt x="1645767" y="829741"/>
                  </a:lnTo>
                  <a:lnTo>
                    <a:pt x="1651025" y="819315"/>
                  </a:lnTo>
                  <a:close/>
                </a:path>
                <a:path w="2345054" h="1185545">
                  <a:moveTo>
                    <a:pt x="1713826" y="873239"/>
                  </a:moveTo>
                  <a:lnTo>
                    <a:pt x="1706778" y="869899"/>
                  </a:lnTo>
                  <a:lnTo>
                    <a:pt x="1707591" y="868210"/>
                  </a:lnTo>
                  <a:lnTo>
                    <a:pt x="1664944" y="847902"/>
                  </a:lnTo>
                  <a:lnTo>
                    <a:pt x="1659966" y="858380"/>
                  </a:lnTo>
                  <a:lnTo>
                    <a:pt x="1667459" y="861961"/>
                  </a:lnTo>
                  <a:lnTo>
                    <a:pt x="1666621" y="863739"/>
                  </a:lnTo>
                  <a:lnTo>
                    <a:pt x="1708848" y="883767"/>
                  </a:lnTo>
                  <a:lnTo>
                    <a:pt x="1713826" y="873239"/>
                  </a:lnTo>
                  <a:close/>
                </a:path>
                <a:path w="2345054" h="1185545">
                  <a:moveTo>
                    <a:pt x="1733423" y="860615"/>
                  </a:moveTo>
                  <a:lnTo>
                    <a:pt x="1692224" y="839990"/>
                  </a:lnTo>
                  <a:lnTo>
                    <a:pt x="1691436" y="841565"/>
                  </a:lnTo>
                  <a:lnTo>
                    <a:pt x="1671701" y="831697"/>
                  </a:lnTo>
                  <a:lnTo>
                    <a:pt x="1666481" y="842086"/>
                  </a:lnTo>
                  <a:lnTo>
                    <a:pt x="1708708" y="863180"/>
                  </a:lnTo>
                  <a:lnTo>
                    <a:pt x="1709458" y="861656"/>
                  </a:lnTo>
                  <a:lnTo>
                    <a:pt x="1728203" y="871054"/>
                  </a:lnTo>
                  <a:lnTo>
                    <a:pt x="1733423" y="860615"/>
                  </a:lnTo>
                  <a:close/>
                </a:path>
                <a:path w="2345054" h="1185545">
                  <a:moveTo>
                    <a:pt x="1798167" y="913244"/>
                  </a:moveTo>
                  <a:lnTo>
                    <a:pt x="1792084" y="910361"/>
                  </a:lnTo>
                  <a:lnTo>
                    <a:pt x="1792820" y="908824"/>
                  </a:lnTo>
                  <a:lnTo>
                    <a:pt x="1750174" y="888517"/>
                  </a:lnTo>
                  <a:lnTo>
                    <a:pt x="1745195" y="899045"/>
                  </a:lnTo>
                  <a:lnTo>
                    <a:pt x="1751749" y="902182"/>
                  </a:lnTo>
                  <a:lnTo>
                    <a:pt x="1751012" y="903744"/>
                  </a:lnTo>
                  <a:lnTo>
                    <a:pt x="1793189" y="923772"/>
                  </a:lnTo>
                  <a:lnTo>
                    <a:pt x="1798167" y="913244"/>
                  </a:lnTo>
                  <a:close/>
                </a:path>
                <a:path w="2345054" h="1185545">
                  <a:moveTo>
                    <a:pt x="1815807" y="901928"/>
                  </a:moveTo>
                  <a:lnTo>
                    <a:pt x="1774621" y="881303"/>
                  </a:lnTo>
                  <a:lnTo>
                    <a:pt x="1773910" y="882700"/>
                  </a:lnTo>
                  <a:lnTo>
                    <a:pt x="1756092" y="873798"/>
                  </a:lnTo>
                  <a:lnTo>
                    <a:pt x="1750872" y="884237"/>
                  </a:lnTo>
                  <a:lnTo>
                    <a:pt x="1793100" y="905281"/>
                  </a:lnTo>
                  <a:lnTo>
                    <a:pt x="1793773" y="903922"/>
                  </a:lnTo>
                  <a:lnTo>
                    <a:pt x="1810600" y="912355"/>
                  </a:lnTo>
                  <a:lnTo>
                    <a:pt x="1815807" y="901928"/>
                  </a:lnTo>
                  <a:close/>
                </a:path>
                <a:path w="2345054" h="1185545">
                  <a:moveTo>
                    <a:pt x="1882571" y="953249"/>
                  </a:moveTo>
                  <a:lnTo>
                    <a:pt x="1877352" y="950785"/>
                  </a:lnTo>
                  <a:lnTo>
                    <a:pt x="1877999" y="949426"/>
                  </a:lnTo>
                  <a:lnTo>
                    <a:pt x="1835416" y="929132"/>
                  </a:lnTo>
                  <a:lnTo>
                    <a:pt x="1830387" y="939647"/>
                  </a:lnTo>
                  <a:lnTo>
                    <a:pt x="1836064" y="942365"/>
                  </a:lnTo>
                  <a:lnTo>
                    <a:pt x="1835416" y="943749"/>
                  </a:lnTo>
                  <a:lnTo>
                    <a:pt x="1877580" y="963777"/>
                  </a:lnTo>
                  <a:lnTo>
                    <a:pt x="1882571" y="953249"/>
                  </a:lnTo>
                  <a:close/>
                </a:path>
                <a:path w="2345054" h="1185545">
                  <a:moveTo>
                    <a:pt x="1898205" y="943279"/>
                  </a:moveTo>
                  <a:lnTo>
                    <a:pt x="1857006" y="922604"/>
                  </a:lnTo>
                  <a:lnTo>
                    <a:pt x="1856371" y="923861"/>
                  </a:lnTo>
                  <a:lnTo>
                    <a:pt x="1840484" y="915898"/>
                  </a:lnTo>
                  <a:lnTo>
                    <a:pt x="1835277" y="926338"/>
                  </a:lnTo>
                  <a:lnTo>
                    <a:pt x="1877491" y="947381"/>
                  </a:lnTo>
                  <a:lnTo>
                    <a:pt x="1878076" y="946188"/>
                  </a:lnTo>
                  <a:lnTo>
                    <a:pt x="1892998" y="953668"/>
                  </a:lnTo>
                  <a:lnTo>
                    <a:pt x="1898205" y="943279"/>
                  </a:lnTo>
                  <a:close/>
                </a:path>
                <a:path w="2345054" h="1185545">
                  <a:moveTo>
                    <a:pt x="1980603" y="984592"/>
                  </a:moveTo>
                  <a:lnTo>
                    <a:pt x="1939404" y="963917"/>
                  </a:lnTo>
                  <a:lnTo>
                    <a:pt x="1938845" y="965034"/>
                  </a:lnTo>
                  <a:lnTo>
                    <a:pt x="1924875" y="958049"/>
                  </a:lnTo>
                  <a:lnTo>
                    <a:pt x="1919668" y="968476"/>
                  </a:lnTo>
                  <a:lnTo>
                    <a:pt x="1957527" y="987374"/>
                  </a:lnTo>
                  <a:lnTo>
                    <a:pt x="1920646" y="969733"/>
                  </a:lnTo>
                  <a:lnTo>
                    <a:pt x="1915617" y="980262"/>
                  </a:lnTo>
                  <a:lnTo>
                    <a:pt x="1920341" y="982522"/>
                  </a:lnTo>
                  <a:lnTo>
                    <a:pt x="1919757" y="983754"/>
                  </a:lnTo>
                  <a:lnTo>
                    <a:pt x="1961984" y="1003782"/>
                  </a:lnTo>
                  <a:lnTo>
                    <a:pt x="1966963" y="993254"/>
                  </a:lnTo>
                  <a:lnTo>
                    <a:pt x="1962696" y="991235"/>
                  </a:lnTo>
                  <a:lnTo>
                    <a:pt x="1963242" y="990092"/>
                  </a:lnTo>
                  <a:lnTo>
                    <a:pt x="1961908" y="989469"/>
                  </a:lnTo>
                  <a:lnTo>
                    <a:pt x="1962404" y="988491"/>
                  </a:lnTo>
                  <a:lnTo>
                    <a:pt x="1975383" y="994981"/>
                  </a:lnTo>
                  <a:lnTo>
                    <a:pt x="1980603" y="984592"/>
                  </a:lnTo>
                  <a:close/>
                </a:path>
                <a:path w="2345054" h="1185545">
                  <a:moveTo>
                    <a:pt x="2062988" y="1025893"/>
                  </a:moveTo>
                  <a:lnTo>
                    <a:pt x="2021801" y="1005217"/>
                  </a:lnTo>
                  <a:lnTo>
                    <a:pt x="2021319" y="1006170"/>
                  </a:lnTo>
                  <a:lnTo>
                    <a:pt x="2009279" y="1000150"/>
                  </a:lnTo>
                  <a:lnTo>
                    <a:pt x="2004060" y="1010577"/>
                  </a:lnTo>
                  <a:lnTo>
                    <a:pt x="2005444" y="1011275"/>
                  </a:lnTo>
                  <a:lnTo>
                    <a:pt x="2000846" y="1020864"/>
                  </a:lnTo>
                  <a:lnTo>
                    <a:pt x="2004656" y="1022692"/>
                  </a:lnTo>
                  <a:lnTo>
                    <a:pt x="2004148" y="1023759"/>
                  </a:lnTo>
                  <a:lnTo>
                    <a:pt x="2046325" y="1043787"/>
                  </a:lnTo>
                  <a:lnTo>
                    <a:pt x="2051354" y="1033259"/>
                  </a:lnTo>
                  <a:lnTo>
                    <a:pt x="2048002" y="1031684"/>
                  </a:lnTo>
                  <a:lnTo>
                    <a:pt x="2048103" y="1031455"/>
                  </a:lnTo>
                  <a:lnTo>
                    <a:pt x="2057781" y="1036281"/>
                  </a:lnTo>
                  <a:lnTo>
                    <a:pt x="2062988" y="1025893"/>
                  </a:lnTo>
                  <a:close/>
                </a:path>
                <a:path w="2345054" h="1185545">
                  <a:moveTo>
                    <a:pt x="2145385" y="1067206"/>
                  </a:moveTo>
                  <a:lnTo>
                    <a:pt x="2104186" y="1046530"/>
                  </a:lnTo>
                  <a:lnTo>
                    <a:pt x="2103780" y="1047343"/>
                  </a:lnTo>
                  <a:lnTo>
                    <a:pt x="2093671" y="1042289"/>
                  </a:lnTo>
                  <a:lnTo>
                    <a:pt x="2088451" y="1052677"/>
                  </a:lnTo>
                  <a:lnTo>
                    <a:pt x="2089937" y="1053439"/>
                  </a:lnTo>
                  <a:lnTo>
                    <a:pt x="2086076" y="1061529"/>
                  </a:lnTo>
                  <a:lnTo>
                    <a:pt x="2088972" y="1062913"/>
                  </a:lnTo>
                  <a:lnTo>
                    <a:pt x="2088553" y="1063802"/>
                  </a:lnTo>
                  <a:lnTo>
                    <a:pt x="2130717" y="1083792"/>
                  </a:lnTo>
                  <a:lnTo>
                    <a:pt x="2134895" y="1074966"/>
                  </a:lnTo>
                  <a:lnTo>
                    <a:pt x="2140166" y="1077595"/>
                  </a:lnTo>
                  <a:lnTo>
                    <a:pt x="2145385" y="1067206"/>
                  </a:lnTo>
                  <a:close/>
                </a:path>
                <a:path w="2345054" h="1185545">
                  <a:moveTo>
                    <a:pt x="2227821" y="1108519"/>
                  </a:moveTo>
                  <a:lnTo>
                    <a:pt x="2186622" y="1087843"/>
                  </a:lnTo>
                  <a:lnTo>
                    <a:pt x="2186279" y="1088517"/>
                  </a:lnTo>
                  <a:lnTo>
                    <a:pt x="2178012" y="1084389"/>
                  </a:lnTo>
                  <a:lnTo>
                    <a:pt x="2172855" y="1094828"/>
                  </a:lnTo>
                  <a:lnTo>
                    <a:pt x="2174405" y="1095616"/>
                  </a:lnTo>
                  <a:lnTo>
                    <a:pt x="2171319" y="1102131"/>
                  </a:lnTo>
                  <a:lnTo>
                    <a:pt x="2173287" y="1103083"/>
                  </a:lnTo>
                  <a:lnTo>
                    <a:pt x="2172944" y="1103807"/>
                  </a:lnTo>
                  <a:lnTo>
                    <a:pt x="2215121" y="1123784"/>
                  </a:lnTo>
                  <a:lnTo>
                    <a:pt x="2218423" y="1116799"/>
                  </a:lnTo>
                  <a:lnTo>
                    <a:pt x="2222614" y="1118895"/>
                  </a:lnTo>
                  <a:lnTo>
                    <a:pt x="2227821" y="1108519"/>
                  </a:lnTo>
                  <a:close/>
                </a:path>
                <a:path w="2345054" h="1185545">
                  <a:moveTo>
                    <a:pt x="2310219" y="1149819"/>
                  </a:moveTo>
                  <a:lnTo>
                    <a:pt x="2269020" y="1129144"/>
                  </a:lnTo>
                  <a:lnTo>
                    <a:pt x="2268753" y="1129665"/>
                  </a:lnTo>
                  <a:lnTo>
                    <a:pt x="2262416" y="1126490"/>
                  </a:lnTo>
                  <a:lnTo>
                    <a:pt x="2257247" y="1136929"/>
                  </a:lnTo>
                  <a:lnTo>
                    <a:pt x="2258911" y="1137767"/>
                  </a:lnTo>
                  <a:lnTo>
                    <a:pt x="2256548" y="1142746"/>
                  </a:lnTo>
                  <a:lnTo>
                    <a:pt x="2257552" y="1143241"/>
                  </a:lnTo>
                  <a:lnTo>
                    <a:pt x="2257285" y="1143812"/>
                  </a:lnTo>
                  <a:lnTo>
                    <a:pt x="2299512" y="1163789"/>
                  </a:lnTo>
                  <a:lnTo>
                    <a:pt x="2301925" y="1158684"/>
                  </a:lnTo>
                  <a:lnTo>
                    <a:pt x="2304999" y="1160208"/>
                  </a:lnTo>
                  <a:lnTo>
                    <a:pt x="2310219" y="1149819"/>
                  </a:lnTo>
                  <a:close/>
                </a:path>
                <a:path w="2345054" h="1185545">
                  <a:moveTo>
                    <a:pt x="2344521" y="1173238"/>
                  </a:moveTo>
                  <a:lnTo>
                    <a:pt x="2341638" y="1179017"/>
                  </a:lnTo>
                  <a:lnTo>
                    <a:pt x="2343391" y="1179918"/>
                  </a:lnTo>
                  <a:lnTo>
                    <a:pt x="2341727" y="1183398"/>
                  </a:lnTo>
                  <a:lnTo>
                    <a:pt x="2341854" y="1183462"/>
                  </a:lnTo>
                  <a:lnTo>
                    <a:pt x="2341689" y="1183817"/>
                  </a:lnTo>
                  <a:lnTo>
                    <a:pt x="2344521" y="1185164"/>
                  </a:lnTo>
                  <a:lnTo>
                    <a:pt x="2344521" y="1184732"/>
                  </a:lnTo>
                  <a:lnTo>
                    <a:pt x="2344521" y="1180465"/>
                  </a:lnTo>
                  <a:lnTo>
                    <a:pt x="2344521" y="1177836"/>
                  </a:lnTo>
                  <a:lnTo>
                    <a:pt x="2344521" y="1177569"/>
                  </a:lnTo>
                  <a:lnTo>
                    <a:pt x="2344521" y="1173238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971941" y="4502365"/>
              <a:ext cx="1673225" cy="355600"/>
            </a:xfrm>
            <a:custGeom>
              <a:avLst/>
              <a:gdLst/>
              <a:ahLst/>
              <a:cxnLst/>
              <a:rect l="l" t="t" r="r" b="b"/>
              <a:pathLst>
                <a:path w="1673225" h="355600">
                  <a:moveTo>
                    <a:pt x="9499" y="0"/>
                  </a:moveTo>
                  <a:lnTo>
                    <a:pt x="0" y="977"/>
                  </a:lnTo>
                  <a:lnTo>
                    <a:pt x="9499" y="8115"/>
                  </a:lnTo>
                  <a:lnTo>
                    <a:pt x="9499" y="0"/>
                  </a:lnTo>
                  <a:close/>
                </a:path>
                <a:path w="1673225" h="355600">
                  <a:moveTo>
                    <a:pt x="1663407" y="349008"/>
                  </a:moveTo>
                  <a:lnTo>
                    <a:pt x="1655902" y="349796"/>
                  </a:lnTo>
                  <a:lnTo>
                    <a:pt x="1663407" y="355434"/>
                  </a:lnTo>
                  <a:lnTo>
                    <a:pt x="1663407" y="349008"/>
                  </a:lnTo>
                  <a:close/>
                </a:path>
                <a:path w="1673225" h="355600">
                  <a:moveTo>
                    <a:pt x="1672856" y="347980"/>
                  </a:moveTo>
                  <a:lnTo>
                    <a:pt x="1663407" y="340855"/>
                  </a:lnTo>
                  <a:lnTo>
                    <a:pt x="1663407" y="349008"/>
                  </a:lnTo>
                  <a:lnTo>
                    <a:pt x="1672856" y="34798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627809" y="4851318"/>
              <a:ext cx="7620" cy="1270"/>
            </a:xfrm>
            <a:custGeom>
              <a:avLst/>
              <a:gdLst/>
              <a:ahLst/>
              <a:cxnLst/>
              <a:rect l="l" t="t" r="r" b="b"/>
              <a:pathLst>
                <a:path w="7620" h="1270">
                  <a:moveTo>
                    <a:pt x="7541" y="0"/>
                  </a:moveTo>
                  <a:lnTo>
                    <a:pt x="0" y="791"/>
                  </a:lnTo>
                  <a:lnTo>
                    <a:pt x="7541" y="45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002713" y="4451231"/>
              <a:ext cx="574675" cy="494030"/>
            </a:xfrm>
            <a:custGeom>
              <a:avLst/>
              <a:gdLst/>
              <a:ahLst/>
              <a:cxnLst/>
              <a:rect l="l" t="t" r="r" b="b"/>
              <a:pathLst>
                <a:path w="574675" h="494029">
                  <a:moveTo>
                    <a:pt x="574283" y="0"/>
                  </a:moveTo>
                  <a:lnTo>
                    <a:pt x="0" y="60727"/>
                  </a:lnTo>
                  <a:lnTo>
                    <a:pt x="574469" y="493833"/>
                  </a:lnTo>
                  <a:lnTo>
                    <a:pt x="574283" y="0"/>
                  </a:lnTo>
                  <a:close/>
                </a:path>
              </a:pathLst>
            </a:custGeom>
            <a:solidFill>
              <a:srgbClr val="8D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002713" y="4511959"/>
              <a:ext cx="574675" cy="433705"/>
            </a:xfrm>
            <a:custGeom>
              <a:avLst/>
              <a:gdLst/>
              <a:ahLst/>
              <a:cxnLst/>
              <a:rect l="l" t="t" r="r" b="b"/>
              <a:pathLst>
                <a:path w="574675" h="433704">
                  <a:moveTo>
                    <a:pt x="0" y="0"/>
                  </a:moveTo>
                  <a:lnTo>
                    <a:pt x="574469" y="433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80585" y="3310348"/>
              <a:ext cx="608965" cy="1658620"/>
            </a:xfrm>
            <a:custGeom>
              <a:avLst/>
              <a:gdLst/>
              <a:ahLst/>
              <a:cxnLst/>
              <a:rect l="l" t="t" r="r" b="b"/>
              <a:pathLst>
                <a:path w="608964" h="1658620">
                  <a:moveTo>
                    <a:pt x="608281" y="1651668"/>
                  </a:moveTo>
                  <a:lnTo>
                    <a:pt x="600890" y="1652524"/>
                  </a:lnTo>
                  <a:lnTo>
                    <a:pt x="608344" y="1658094"/>
                  </a:lnTo>
                  <a:lnTo>
                    <a:pt x="608281" y="1651668"/>
                  </a:lnTo>
                  <a:close/>
                </a:path>
                <a:path w="608964" h="1658620">
                  <a:moveTo>
                    <a:pt x="389" y="0"/>
                  </a:moveTo>
                  <a:lnTo>
                    <a:pt x="389" y="6426"/>
                  </a:lnTo>
                  <a:lnTo>
                    <a:pt x="0" y="6426"/>
                  </a:lnTo>
                  <a:lnTo>
                    <a:pt x="7791" y="5587"/>
                  </a:lnTo>
                  <a:lnTo>
                    <a:pt x="389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581419" y="4961969"/>
              <a:ext cx="7620" cy="1270"/>
            </a:xfrm>
            <a:custGeom>
              <a:avLst/>
              <a:gdLst/>
              <a:ahLst/>
              <a:cxnLst/>
              <a:rect l="l" t="t" r="r" b="b"/>
              <a:pathLst>
                <a:path w="7619" h="1270">
                  <a:moveTo>
                    <a:pt x="7447" y="0"/>
                  </a:moveTo>
                  <a:lnTo>
                    <a:pt x="0" y="791"/>
                  </a:lnTo>
                  <a:lnTo>
                    <a:pt x="139" y="791"/>
                  </a:lnTo>
                  <a:lnTo>
                    <a:pt x="7447" y="46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76997" y="4451231"/>
              <a:ext cx="635" cy="494030"/>
            </a:xfrm>
            <a:custGeom>
              <a:avLst/>
              <a:gdLst/>
              <a:ahLst/>
              <a:cxnLst/>
              <a:rect l="l" t="t" r="r" b="b"/>
              <a:pathLst>
                <a:path w="635" h="494029">
                  <a:moveTo>
                    <a:pt x="0" y="0"/>
                  </a:moveTo>
                  <a:lnTo>
                    <a:pt x="232" y="4938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1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85723" y="4511959"/>
              <a:ext cx="591820" cy="447675"/>
            </a:xfrm>
            <a:custGeom>
              <a:avLst/>
              <a:gdLst/>
              <a:ahLst/>
              <a:cxnLst/>
              <a:rect l="l" t="t" r="r" b="b"/>
              <a:pathLst>
                <a:path w="591819" h="447675">
                  <a:moveTo>
                    <a:pt x="16944" y="0"/>
                  </a:moveTo>
                  <a:lnTo>
                    <a:pt x="0" y="1769"/>
                  </a:lnTo>
                  <a:lnTo>
                    <a:pt x="591506" y="447681"/>
                  </a:lnTo>
                  <a:lnTo>
                    <a:pt x="591459" y="433105"/>
                  </a:lnTo>
                  <a:lnTo>
                    <a:pt x="16944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039468" y="3667031"/>
              <a:ext cx="584835" cy="1167765"/>
            </a:xfrm>
            <a:custGeom>
              <a:avLst/>
              <a:gdLst/>
              <a:ahLst/>
              <a:cxnLst/>
              <a:rect l="l" t="t" r="r" b="b"/>
              <a:pathLst>
                <a:path w="584835" h="1167764">
                  <a:moveTo>
                    <a:pt x="583995" y="545899"/>
                  </a:moveTo>
                  <a:lnTo>
                    <a:pt x="280601" y="545899"/>
                  </a:lnTo>
                  <a:lnTo>
                    <a:pt x="303643" y="563270"/>
                  </a:lnTo>
                  <a:lnTo>
                    <a:pt x="303690" y="626838"/>
                  </a:lnTo>
                  <a:lnTo>
                    <a:pt x="186" y="658925"/>
                  </a:lnTo>
                  <a:lnTo>
                    <a:pt x="232" y="727105"/>
                  </a:lnTo>
                  <a:lnTo>
                    <a:pt x="584244" y="1167382"/>
                  </a:lnTo>
                  <a:lnTo>
                    <a:pt x="584068" y="727105"/>
                  </a:lnTo>
                  <a:lnTo>
                    <a:pt x="583995" y="545899"/>
                  </a:lnTo>
                  <a:close/>
                </a:path>
                <a:path w="584835" h="1167764">
                  <a:moveTo>
                    <a:pt x="56563" y="111583"/>
                  </a:moveTo>
                  <a:lnTo>
                    <a:pt x="56113" y="111583"/>
                  </a:lnTo>
                  <a:lnTo>
                    <a:pt x="23460" y="115030"/>
                  </a:lnTo>
                  <a:lnTo>
                    <a:pt x="24112" y="120804"/>
                  </a:lnTo>
                  <a:lnTo>
                    <a:pt x="9450" y="122481"/>
                  </a:lnTo>
                  <a:lnTo>
                    <a:pt x="4888" y="122946"/>
                  </a:lnTo>
                  <a:lnTo>
                    <a:pt x="0" y="123504"/>
                  </a:lnTo>
                  <a:lnTo>
                    <a:pt x="47" y="238673"/>
                  </a:lnTo>
                  <a:lnTo>
                    <a:pt x="174" y="545899"/>
                  </a:lnTo>
                  <a:lnTo>
                    <a:pt x="186" y="575425"/>
                  </a:lnTo>
                  <a:lnTo>
                    <a:pt x="280601" y="545899"/>
                  </a:lnTo>
                  <a:lnTo>
                    <a:pt x="583995" y="545899"/>
                  </a:lnTo>
                  <a:lnTo>
                    <a:pt x="583872" y="238673"/>
                  </a:lnTo>
                  <a:lnTo>
                    <a:pt x="563902" y="229174"/>
                  </a:lnTo>
                  <a:lnTo>
                    <a:pt x="566195" y="224330"/>
                  </a:lnTo>
                  <a:lnTo>
                    <a:pt x="541837" y="224330"/>
                  </a:lnTo>
                  <a:lnTo>
                    <a:pt x="499663" y="204351"/>
                  </a:lnTo>
                  <a:lnTo>
                    <a:pt x="501898" y="199602"/>
                  </a:lnTo>
                  <a:lnTo>
                    <a:pt x="478670" y="188517"/>
                  </a:lnTo>
                  <a:lnTo>
                    <a:pt x="480681" y="184326"/>
                  </a:lnTo>
                  <a:lnTo>
                    <a:pt x="457443" y="184326"/>
                  </a:lnTo>
                  <a:lnTo>
                    <a:pt x="415269" y="164348"/>
                  </a:lnTo>
                  <a:lnTo>
                    <a:pt x="417597" y="159411"/>
                  </a:lnTo>
                  <a:lnTo>
                    <a:pt x="393437" y="147908"/>
                  </a:lnTo>
                  <a:lnTo>
                    <a:pt x="395157" y="144322"/>
                  </a:lnTo>
                  <a:lnTo>
                    <a:pt x="373095" y="144322"/>
                  </a:lnTo>
                  <a:lnTo>
                    <a:pt x="330874" y="124343"/>
                  </a:lnTo>
                  <a:lnTo>
                    <a:pt x="333294" y="119221"/>
                  </a:lnTo>
                  <a:lnTo>
                    <a:pt x="329569" y="117450"/>
                  </a:lnTo>
                  <a:lnTo>
                    <a:pt x="57209" y="117450"/>
                  </a:lnTo>
                  <a:lnTo>
                    <a:pt x="56563" y="111583"/>
                  </a:lnTo>
                  <a:close/>
                </a:path>
                <a:path w="584835" h="1167764">
                  <a:moveTo>
                    <a:pt x="583845" y="218648"/>
                  </a:moveTo>
                  <a:lnTo>
                    <a:pt x="568883" y="218648"/>
                  </a:lnTo>
                  <a:lnTo>
                    <a:pt x="583872" y="225774"/>
                  </a:lnTo>
                  <a:lnTo>
                    <a:pt x="583845" y="218648"/>
                  </a:lnTo>
                  <a:close/>
                </a:path>
                <a:path w="584835" h="1167764">
                  <a:moveTo>
                    <a:pt x="572114" y="178040"/>
                  </a:moveTo>
                  <a:lnTo>
                    <a:pt x="483697" y="178040"/>
                  </a:lnTo>
                  <a:lnTo>
                    <a:pt x="526290" y="198344"/>
                  </a:lnTo>
                  <a:lnTo>
                    <a:pt x="524056" y="203047"/>
                  </a:lnTo>
                  <a:lnTo>
                    <a:pt x="546818" y="213805"/>
                  </a:lnTo>
                  <a:lnTo>
                    <a:pt x="541837" y="224330"/>
                  </a:lnTo>
                  <a:lnTo>
                    <a:pt x="566195" y="224330"/>
                  </a:lnTo>
                  <a:lnTo>
                    <a:pt x="568883" y="218648"/>
                  </a:lnTo>
                  <a:lnTo>
                    <a:pt x="583845" y="218648"/>
                  </a:lnTo>
                  <a:lnTo>
                    <a:pt x="583825" y="183907"/>
                  </a:lnTo>
                  <a:lnTo>
                    <a:pt x="572114" y="178040"/>
                  </a:lnTo>
                  <a:close/>
                </a:path>
                <a:path w="584835" h="1167764">
                  <a:moveTo>
                    <a:pt x="491115" y="137430"/>
                  </a:moveTo>
                  <a:lnTo>
                    <a:pt x="398465" y="137430"/>
                  </a:lnTo>
                  <a:lnTo>
                    <a:pt x="441058" y="157735"/>
                  </a:lnTo>
                  <a:lnTo>
                    <a:pt x="438730" y="162577"/>
                  </a:lnTo>
                  <a:lnTo>
                    <a:pt x="462424" y="173802"/>
                  </a:lnTo>
                  <a:lnTo>
                    <a:pt x="457443" y="184326"/>
                  </a:lnTo>
                  <a:lnTo>
                    <a:pt x="480681" y="184326"/>
                  </a:lnTo>
                  <a:lnTo>
                    <a:pt x="483697" y="178040"/>
                  </a:lnTo>
                  <a:lnTo>
                    <a:pt x="572114" y="178040"/>
                  </a:lnTo>
                  <a:lnTo>
                    <a:pt x="553708" y="168818"/>
                  </a:lnTo>
                  <a:lnTo>
                    <a:pt x="554173" y="167887"/>
                  </a:lnTo>
                  <a:lnTo>
                    <a:pt x="541558" y="167887"/>
                  </a:lnTo>
                  <a:lnTo>
                    <a:pt x="499338" y="146837"/>
                  </a:lnTo>
                  <a:lnTo>
                    <a:pt x="501432" y="142599"/>
                  </a:lnTo>
                  <a:lnTo>
                    <a:pt x="491115" y="137430"/>
                  </a:lnTo>
                  <a:close/>
                </a:path>
                <a:path w="584835" h="1167764">
                  <a:moveTo>
                    <a:pt x="583821" y="158386"/>
                  </a:moveTo>
                  <a:lnTo>
                    <a:pt x="558921" y="158386"/>
                  </a:lnTo>
                  <a:lnTo>
                    <a:pt x="583825" y="170914"/>
                  </a:lnTo>
                  <a:lnTo>
                    <a:pt x="583821" y="158386"/>
                  </a:lnTo>
                  <a:close/>
                </a:path>
                <a:path w="584835" h="1167764">
                  <a:moveTo>
                    <a:pt x="583810" y="117078"/>
                  </a:moveTo>
                  <a:lnTo>
                    <a:pt x="476529" y="117078"/>
                  </a:lnTo>
                  <a:lnTo>
                    <a:pt x="517725" y="137755"/>
                  </a:lnTo>
                  <a:lnTo>
                    <a:pt x="515630" y="141947"/>
                  </a:lnTo>
                  <a:lnTo>
                    <a:pt x="546726" y="157501"/>
                  </a:lnTo>
                  <a:lnTo>
                    <a:pt x="541558" y="167887"/>
                  </a:lnTo>
                  <a:lnTo>
                    <a:pt x="554173" y="167887"/>
                  </a:lnTo>
                  <a:lnTo>
                    <a:pt x="558921" y="158386"/>
                  </a:lnTo>
                  <a:lnTo>
                    <a:pt x="583821" y="158386"/>
                  </a:lnTo>
                  <a:lnTo>
                    <a:pt x="583810" y="117078"/>
                  </a:lnTo>
                  <a:close/>
                </a:path>
                <a:path w="584835" h="1167764">
                  <a:moveTo>
                    <a:pt x="409973" y="96774"/>
                  </a:moveTo>
                  <a:lnTo>
                    <a:pt x="313232" y="96774"/>
                  </a:lnTo>
                  <a:lnTo>
                    <a:pt x="355826" y="117078"/>
                  </a:lnTo>
                  <a:lnTo>
                    <a:pt x="353451" y="122154"/>
                  </a:lnTo>
                  <a:lnTo>
                    <a:pt x="378076" y="133797"/>
                  </a:lnTo>
                  <a:lnTo>
                    <a:pt x="373095" y="144322"/>
                  </a:lnTo>
                  <a:lnTo>
                    <a:pt x="395157" y="144322"/>
                  </a:lnTo>
                  <a:lnTo>
                    <a:pt x="398465" y="137430"/>
                  </a:lnTo>
                  <a:lnTo>
                    <a:pt x="491115" y="137430"/>
                  </a:lnTo>
                  <a:lnTo>
                    <a:pt x="471314" y="127510"/>
                  </a:lnTo>
                  <a:lnTo>
                    <a:pt x="472176" y="125787"/>
                  </a:lnTo>
                  <a:lnTo>
                    <a:pt x="457164" y="125787"/>
                  </a:lnTo>
                  <a:lnTo>
                    <a:pt x="414943" y="104738"/>
                  </a:lnTo>
                  <a:lnTo>
                    <a:pt x="417131" y="100360"/>
                  </a:lnTo>
                  <a:lnTo>
                    <a:pt x="409973" y="96774"/>
                  </a:lnTo>
                  <a:close/>
                </a:path>
                <a:path w="584835" h="1167764">
                  <a:moveTo>
                    <a:pt x="583799" y="75770"/>
                  </a:moveTo>
                  <a:lnTo>
                    <a:pt x="394089" y="75770"/>
                  </a:lnTo>
                  <a:lnTo>
                    <a:pt x="435286" y="96447"/>
                  </a:lnTo>
                  <a:lnTo>
                    <a:pt x="433144" y="100779"/>
                  </a:lnTo>
                  <a:lnTo>
                    <a:pt x="462330" y="115355"/>
                  </a:lnTo>
                  <a:lnTo>
                    <a:pt x="457164" y="125787"/>
                  </a:lnTo>
                  <a:lnTo>
                    <a:pt x="472176" y="125787"/>
                  </a:lnTo>
                  <a:lnTo>
                    <a:pt x="476529" y="117078"/>
                  </a:lnTo>
                  <a:lnTo>
                    <a:pt x="583810" y="117078"/>
                  </a:lnTo>
                  <a:lnTo>
                    <a:pt x="583799" y="75770"/>
                  </a:lnTo>
                  <a:close/>
                </a:path>
                <a:path w="584835" h="1167764">
                  <a:moveTo>
                    <a:pt x="151658" y="101478"/>
                  </a:moveTo>
                  <a:lnTo>
                    <a:pt x="112697" y="105576"/>
                  </a:lnTo>
                  <a:lnTo>
                    <a:pt x="113348" y="111583"/>
                  </a:lnTo>
                  <a:lnTo>
                    <a:pt x="57209" y="117450"/>
                  </a:lnTo>
                  <a:lnTo>
                    <a:pt x="329569" y="117450"/>
                  </a:lnTo>
                  <a:lnTo>
                    <a:pt x="308402" y="107392"/>
                  </a:lnTo>
                  <a:lnTo>
                    <a:pt x="152309" y="107392"/>
                  </a:lnTo>
                  <a:lnTo>
                    <a:pt x="151755" y="102362"/>
                  </a:lnTo>
                  <a:lnTo>
                    <a:pt x="151658" y="101478"/>
                  </a:lnTo>
                  <a:close/>
                </a:path>
                <a:path w="584835" h="1167764">
                  <a:moveTo>
                    <a:pt x="158175" y="106786"/>
                  </a:moveTo>
                  <a:lnTo>
                    <a:pt x="152309" y="107392"/>
                  </a:lnTo>
                  <a:lnTo>
                    <a:pt x="308159" y="107392"/>
                  </a:lnTo>
                  <a:lnTo>
                    <a:pt x="308360" y="106973"/>
                  </a:lnTo>
                  <a:lnTo>
                    <a:pt x="158175" y="106973"/>
                  </a:lnTo>
                  <a:lnTo>
                    <a:pt x="158175" y="106786"/>
                  </a:lnTo>
                  <a:close/>
                </a:path>
                <a:path w="584835" h="1167764">
                  <a:moveTo>
                    <a:pt x="246992" y="91371"/>
                  </a:moveTo>
                  <a:lnTo>
                    <a:pt x="202351" y="96122"/>
                  </a:lnTo>
                  <a:lnTo>
                    <a:pt x="202826" y="100360"/>
                  </a:lnTo>
                  <a:lnTo>
                    <a:pt x="202951" y="101478"/>
                  </a:lnTo>
                  <a:lnTo>
                    <a:pt x="203003" y="101942"/>
                  </a:lnTo>
                  <a:lnTo>
                    <a:pt x="200070" y="102362"/>
                  </a:lnTo>
                  <a:lnTo>
                    <a:pt x="158175" y="106973"/>
                  </a:lnTo>
                  <a:lnTo>
                    <a:pt x="308360" y="106973"/>
                  </a:lnTo>
                  <a:lnTo>
                    <a:pt x="309628" y="104317"/>
                  </a:lnTo>
                  <a:lnTo>
                    <a:pt x="288701" y="104317"/>
                  </a:lnTo>
                  <a:lnTo>
                    <a:pt x="281219" y="100779"/>
                  </a:lnTo>
                  <a:lnTo>
                    <a:pt x="276022" y="100779"/>
                  </a:lnTo>
                  <a:lnTo>
                    <a:pt x="271542" y="97332"/>
                  </a:lnTo>
                  <a:lnTo>
                    <a:pt x="247411" y="97332"/>
                  </a:lnTo>
                  <a:lnTo>
                    <a:pt x="246992" y="91558"/>
                  </a:lnTo>
                  <a:lnTo>
                    <a:pt x="246992" y="91371"/>
                  </a:lnTo>
                  <a:close/>
                </a:path>
                <a:path w="584835" h="1167764">
                  <a:moveTo>
                    <a:pt x="275899" y="35347"/>
                  </a:moveTo>
                  <a:lnTo>
                    <a:pt x="275899" y="49132"/>
                  </a:lnTo>
                  <a:lnTo>
                    <a:pt x="270035" y="49132"/>
                  </a:lnTo>
                  <a:lnTo>
                    <a:pt x="270035" y="65897"/>
                  </a:lnTo>
                  <a:lnTo>
                    <a:pt x="275899" y="65897"/>
                  </a:lnTo>
                  <a:lnTo>
                    <a:pt x="275899" y="85364"/>
                  </a:lnTo>
                  <a:lnTo>
                    <a:pt x="293681" y="93793"/>
                  </a:lnTo>
                  <a:lnTo>
                    <a:pt x="288701" y="104317"/>
                  </a:lnTo>
                  <a:lnTo>
                    <a:pt x="309628" y="104317"/>
                  </a:lnTo>
                  <a:lnTo>
                    <a:pt x="313232" y="96774"/>
                  </a:lnTo>
                  <a:lnTo>
                    <a:pt x="409973" y="96774"/>
                  </a:lnTo>
                  <a:lnTo>
                    <a:pt x="388875" y="86202"/>
                  </a:lnTo>
                  <a:lnTo>
                    <a:pt x="390132" y="83687"/>
                  </a:lnTo>
                  <a:lnTo>
                    <a:pt x="372769" y="83687"/>
                  </a:lnTo>
                  <a:lnTo>
                    <a:pt x="330549" y="62590"/>
                  </a:lnTo>
                  <a:lnTo>
                    <a:pt x="332830" y="58074"/>
                  </a:lnTo>
                  <a:lnTo>
                    <a:pt x="306482" y="44894"/>
                  </a:lnTo>
                  <a:lnTo>
                    <a:pt x="308158" y="41541"/>
                  </a:lnTo>
                  <a:lnTo>
                    <a:pt x="288328" y="41541"/>
                  </a:lnTo>
                  <a:lnTo>
                    <a:pt x="275899" y="35347"/>
                  </a:lnTo>
                  <a:close/>
                </a:path>
                <a:path w="584835" h="1167764">
                  <a:moveTo>
                    <a:pt x="275899" y="98263"/>
                  </a:moveTo>
                  <a:lnTo>
                    <a:pt x="275899" y="100779"/>
                  </a:lnTo>
                  <a:lnTo>
                    <a:pt x="281219" y="100779"/>
                  </a:lnTo>
                  <a:lnTo>
                    <a:pt x="275899" y="98263"/>
                  </a:lnTo>
                  <a:close/>
                </a:path>
                <a:path w="584835" h="1167764">
                  <a:moveTo>
                    <a:pt x="268638" y="95097"/>
                  </a:moveTo>
                  <a:lnTo>
                    <a:pt x="247411" y="97332"/>
                  </a:lnTo>
                  <a:lnTo>
                    <a:pt x="271542" y="97332"/>
                  </a:lnTo>
                  <a:lnTo>
                    <a:pt x="268638" y="95097"/>
                  </a:lnTo>
                  <a:close/>
                </a:path>
                <a:path w="584835" h="1167764">
                  <a:moveTo>
                    <a:pt x="583788" y="34462"/>
                  </a:moveTo>
                  <a:lnTo>
                    <a:pt x="311696" y="34462"/>
                  </a:lnTo>
                  <a:lnTo>
                    <a:pt x="352892" y="55139"/>
                  </a:lnTo>
                  <a:lnTo>
                    <a:pt x="350658" y="59611"/>
                  </a:lnTo>
                  <a:lnTo>
                    <a:pt x="377936" y="73256"/>
                  </a:lnTo>
                  <a:lnTo>
                    <a:pt x="372769" y="83687"/>
                  </a:lnTo>
                  <a:lnTo>
                    <a:pt x="390132" y="83687"/>
                  </a:lnTo>
                  <a:lnTo>
                    <a:pt x="394089" y="75770"/>
                  </a:lnTo>
                  <a:lnTo>
                    <a:pt x="583799" y="75770"/>
                  </a:lnTo>
                  <a:lnTo>
                    <a:pt x="583788" y="34462"/>
                  </a:lnTo>
                  <a:close/>
                </a:path>
                <a:path w="584835" h="1167764">
                  <a:moveTo>
                    <a:pt x="583779" y="0"/>
                  </a:moveTo>
                  <a:lnTo>
                    <a:pt x="292797" y="30736"/>
                  </a:lnTo>
                  <a:lnTo>
                    <a:pt x="293542" y="31109"/>
                  </a:lnTo>
                  <a:lnTo>
                    <a:pt x="288328" y="41541"/>
                  </a:lnTo>
                  <a:lnTo>
                    <a:pt x="308158" y="41541"/>
                  </a:lnTo>
                  <a:lnTo>
                    <a:pt x="311696" y="34462"/>
                  </a:lnTo>
                  <a:lnTo>
                    <a:pt x="583788" y="34462"/>
                  </a:lnTo>
                  <a:lnTo>
                    <a:pt x="583779" y="0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15360" y="3697769"/>
              <a:ext cx="307975" cy="208279"/>
            </a:xfrm>
            <a:custGeom>
              <a:avLst/>
              <a:gdLst/>
              <a:ahLst/>
              <a:cxnLst/>
              <a:rect l="l" t="t" r="r" b="b"/>
              <a:pathLst>
                <a:path w="307975" h="208279">
                  <a:moveTo>
                    <a:pt x="17640" y="381"/>
                  </a:moveTo>
                  <a:lnTo>
                    <a:pt x="16903" y="0"/>
                  </a:lnTo>
                  <a:lnTo>
                    <a:pt x="0" y="1816"/>
                  </a:lnTo>
                  <a:lnTo>
                    <a:pt x="0" y="4610"/>
                  </a:lnTo>
                  <a:lnTo>
                    <a:pt x="12433" y="10807"/>
                  </a:lnTo>
                  <a:lnTo>
                    <a:pt x="17640" y="381"/>
                  </a:lnTo>
                  <a:close/>
                </a:path>
                <a:path w="307975" h="208279">
                  <a:moveTo>
                    <a:pt x="17780" y="63055"/>
                  </a:moveTo>
                  <a:lnTo>
                    <a:pt x="0" y="54635"/>
                  </a:lnTo>
                  <a:lnTo>
                    <a:pt x="0" y="55422"/>
                  </a:lnTo>
                  <a:lnTo>
                    <a:pt x="9537" y="62598"/>
                  </a:lnTo>
                  <a:lnTo>
                    <a:pt x="0" y="63614"/>
                  </a:lnTo>
                  <a:lnTo>
                    <a:pt x="0" y="67525"/>
                  </a:lnTo>
                  <a:lnTo>
                    <a:pt x="12801" y="73583"/>
                  </a:lnTo>
                  <a:lnTo>
                    <a:pt x="17780" y="63055"/>
                  </a:lnTo>
                  <a:close/>
                </a:path>
                <a:path w="307975" h="208279">
                  <a:moveTo>
                    <a:pt x="102044" y="42519"/>
                  </a:moveTo>
                  <a:lnTo>
                    <a:pt x="86588" y="34798"/>
                  </a:lnTo>
                  <a:lnTo>
                    <a:pt x="74764" y="28879"/>
                  </a:lnTo>
                  <a:lnTo>
                    <a:pt x="71780" y="34798"/>
                  </a:lnTo>
                  <a:lnTo>
                    <a:pt x="77000" y="24409"/>
                  </a:lnTo>
                  <a:lnTo>
                    <a:pt x="35801" y="3733"/>
                  </a:lnTo>
                  <a:lnTo>
                    <a:pt x="30581" y="14160"/>
                  </a:lnTo>
                  <a:lnTo>
                    <a:pt x="56921" y="27368"/>
                  </a:lnTo>
                  <a:lnTo>
                    <a:pt x="54648" y="31851"/>
                  </a:lnTo>
                  <a:lnTo>
                    <a:pt x="96875" y="52959"/>
                  </a:lnTo>
                  <a:lnTo>
                    <a:pt x="102044" y="42519"/>
                  </a:lnTo>
                  <a:close/>
                </a:path>
                <a:path w="307975" h="208279">
                  <a:moveTo>
                    <a:pt x="102184" y="103060"/>
                  </a:moveTo>
                  <a:lnTo>
                    <a:pt x="89077" y="96875"/>
                  </a:lnTo>
                  <a:lnTo>
                    <a:pt x="77558" y="91427"/>
                  </a:lnTo>
                  <a:lnTo>
                    <a:pt x="79933" y="86347"/>
                  </a:lnTo>
                  <a:lnTo>
                    <a:pt x="37338" y="66040"/>
                  </a:lnTo>
                  <a:lnTo>
                    <a:pt x="32308" y="76568"/>
                  </a:lnTo>
                  <a:lnTo>
                    <a:pt x="57378" y="88519"/>
                  </a:lnTo>
                  <a:lnTo>
                    <a:pt x="54978" y="93611"/>
                  </a:lnTo>
                  <a:lnTo>
                    <a:pt x="97193" y="113588"/>
                  </a:lnTo>
                  <a:lnTo>
                    <a:pt x="102184" y="103060"/>
                  </a:lnTo>
                  <a:close/>
                </a:path>
                <a:path w="307975" h="208279">
                  <a:moveTo>
                    <a:pt x="186436" y="84620"/>
                  </a:moveTo>
                  <a:lnTo>
                    <a:pt x="169367" y="76098"/>
                  </a:lnTo>
                  <a:lnTo>
                    <a:pt x="157251" y="70040"/>
                  </a:lnTo>
                  <a:lnTo>
                    <a:pt x="154216" y="76098"/>
                  </a:lnTo>
                  <a:lnTo>
                    <a:pt x="159385" y="65709"/>
                  </a:lnTo>
                  <a:lnTo>
                    <a:pt x="118186" y="45034"/>
                  </a:lnTo>
                  <a:lnTo>
                    <a:pt x="112979" y="55473"/>
                  </a:lnTo>
                  <a:lnTo>
                    <a:pt x="141236" y="69621"/>
                  </a:lnTo>
                  <a:lnTo>
                    <a:pt x="139039" y="74002"/>
                  </a:lnTo>
                  <a:lnTo>
                    <a:pt x="181267" y="95059"/>
                  </a:lnTo>
                  <a:lnTo>
                    <a:pt x="186436" y="84620"/>
                  </a:lnTo>
                  <a:close/>
                </a:path>
                <a:path w="307975" h="208279">
                  <a:moveTo>
                    <a:pt x="186524" y="143065"/>
                  </a:moveTo>
                  <a:lnTo>
                    <a:pt x="174726" y="137477"/>
                  </a:lnTo>
                  <a:lnTo>
                    <a:pt x="162826" y="131838"/>
                  </a:lnTo>
                  <a:lnTo>
                    <a:pt x="165163" y="127000"/>
                  </a:lnTo>
                  <a:lnTo>
                    <a:pt x="122567" y="106692"/>
                  </a:lnTo>
                  <a:lnTo>
                    <a:pt x="117538" y="117170"/>
                  </a:lnTo>
                  <a:lnTo>
                    <a:pt x="141693" y="128676"/>
                  </a:lnTo>
                  <a:lnTo>
                    <a:pt x="139369" y="133616"/>
                  </a:lnTo>
                  <a:lnTo>
                    <a:pt x="181546" y="153593"/>
                  </a:lnTo>
                  <a:lnTo>
                    <a:pt x="186524" y="143065"/>
                  </a:lnTo>
                  <a:close/>
                </a:path>
                <a:path w="307975" h="208279">
                  <a:moveTo>
                    <a:pt x="270827" y="126771"/>
                  </a:moveTo>
                  <a:lnTo>
                    <a:pt x="252120" y="117411"/>
                  </a:lnTo>
                  <a:lnTo>
                    <a:pt x="239737" y="111213"/>
                  </a:lnTo>
                  <a:lnTo>
                    <a:pt x="236613" y="117411"/>
                  </a:lnTo>
                  <a:lnTo>
                    <a:pt x="241833" y="107022"/>
                  </a:lnTo>
                  <a:lnTo>
                    <a:pt x="200634" y="86347"/>
                  </a:lnTo>
                  <a:lnTo>
                    <a:pt x="195414" y="96774"/>
                  </a:lnTo>
                  <a:lnTo>
                    <a:pt x="225526" y="111874"/>
                  </a:lnTo>
                  <a:lnTo>
                    <a:pt x="223443" y="116103"/>
                  </a:lnTo>
                  <a:lnTo>
                    <a:pt x="265658" y="137160"/>
                  </a:lnTo>
                  <a:lnTo>
                    <a:pt x="270827" y="126771"/>
                  </a:lnTo>
                  <a:close/>
                </a:path>
                <a:path w="307975" h="208279">
                  <a:moveTo>
                    <a:pt x="270916" y="183070"/>
                  </a:moveTo>
                  <a:lnTo>
                    <a:pt x="260477" y="178130"/>
                  </a:lnTo>
                  <a:lnTo>
                    <a:pt x="248158" y="172313"/>
                  </a:lnTo>
                  <a:lnTo>
                    <a:pt x="245364" y="178130"/>
                  </a:lnTo>
                  <a:lnTo>
                    <a:pt x="250393" y="167614"/>
                  </a:lnTo>
                  <a:lnTo>
                    <a:pt x="207797" y="147307"/>
                  </a:lnTo>
                  <a:lnTo>
                    <a:pt x="202768" y="157784"/>
                  </a:lnTo>
                  <a:lnTo>
                    <a:pt x="225983" y="168884"/>
                  </a:lnTo>
                  <a:lnTo>
                    <a:pt x="223761" y="173621"/>
                  </a:lnTo>
                  <a:lnTo>
                    <a:pt x="265938" y="193598"/>
                  </a:lnTo>
                  <a:lnTo>
                    <a:pt x="270916" y="183070"/>
                  </a:lnTo>
                  <a:close/>
                </a:path>
                <a:path w="307975" h="208279">
                  <a:moveTo>
                    <a:pt x="307924" y="140182"/>
                  </a:moveTo>
                  <a:lnTo>
                    <a:pt x="283019" y="127647"/>
                  </a:lnTo>
                  <a:lnTo>
                    <a:pt x="277812" y="138087"/>
                  </a:lnTo>
                  <a:lnTo>
                    <a:pt x="307924" y="153174"/>
                  </a:lnTo>
                  <a:lnTo>
                    <a:pt x="307924" y="140182"/>
                  </a:lnTo>
                  <a:close/>
                </a:path>
                <a:path w="307975" h="208279">
                  <a:moveTo>
                    <a:pt x="307975" y="195046"/>
                  </a:moveTo>
                  <a:lnTo>
                    <a:pt x="292989" y="187909"/>
                  </a:lnTo>
                  <a:lnTo>
                    <a:pt x="288010" y="198437"/>
                  </a:lnTo>
                  <a:lnTo>
                    <a:pt x="307975" y="207937"/>
                  </a:lnTo>
                  <a:lnTo>
                    <a:pt x="307975" y="195046"/>
                  </a:lnTo>
                  <a:close/>
                </a:path>
              </a:pathLst>
            </a:custGeom>
            <a:solidFill>
              <a:srgbClr val="845F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19976" y="4232723"/>
              <a:ext cx="635" cy="635"/>
            </a:xfrm>
            <a:custGeom>
              <a:avLst/>
              <a:gdLst/>
              <a:ahLst/>
              <a:cxnLst/>
              <a:rect l="l" t="t" r="r" b="b"/>
              <a:pathLst>
                <a:path w="635" h="635">
                  <a:moveTo>
                    <a:pt x="92" y="0"/>
                  </a:move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315368" y="3753186"/>
              <a:ext cx="10160" cy="8255"/>
            </a:xfrm>
            <a:custGeom>
              <a:avLst/>
              <a:gdLst/>
              <a:ahLst/>
              <a:cxnLst/>
              <a:rect l="l" t="t" r="r" b="b"/>
              <a:pathLst>
                <a:path w="10160" h="8254">
                  <a:moveTo>
                    <a:pt x="0" y="0"/>
                  </a:moveTo>
                  <a:lnTo>
                    <a:pt x="0" y="8196"/>
                  </a:lnTo>
                  <a:lnTo>
                    <a:pt x="9542" y="7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3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039643" y="4212932"/>
              <a:ext cx="303530" cy="113030"/>
            </a:xfrm>
            <a:custGeom>
              <a:avLst/>
              <a:gdLst/>
              <a:ahLst/>
              <a:cxnLst/>
              <a:rect l="l" t="t" r="r" b="b"/>
              <a:pathLst>
                <a:path w="303529" h="113029">
                  <a:moveTo>
                    <a:pt x="303466" y="80937"/>
                  </a:moveTo>
                  <a:lnTo>
                    <a:pt x="303415" y="17424"/>
                  </a:lnTo>
                  <a:lnTo>
                    <a:pt x="303022" y="17424"/>
                  </a:lnTo>
                  <a:lnTo>
                    <a:pt x="280416" y="19837"/>
                  </a:lnTo>
                  <a:lnTo>
                    <a:pt x="280327" y="63614"/>
                  </a:lnTo>
                  <a:lnTo>
                    <a:pt x="0" y="93243"/>
                  </a:lnTo>
                  <a:lnTo>
                    <a:pt x="0" y="113030"/>
                  </a:lnTo>
                  <a:lnTo>
                    <a:pt x="303466" y="80937"/>
                  </a:lnTo>
                  <a:close/>
                </a:path>
                <a:path w="303529" h="113029">
                  <a:moveTo>
                    <a:pt x="303466" y="17373"/>
                  </a:moveTo>
                  <a:lnTo>
                    <a:pt x="280416" y="0"/>
                  </a:lnTo>
                  <a:lnTo>
                    <a:pt x="280327" y="19837"/>
                  </a:lnTo>
                  <a:lnTo>
                    <a:pt x="303022" y="17424"/>
                  </a:lnTo>
                  <a:lnTo>
                    <a:pt x="303466" y="17373"/>
                  </a:lnTo>
                  <a:close/>
                </a:path>
              </a:pathLst>
            </a:custGeom>
            <a:solidFill>
              <a:srgbClr val="9089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588634" y="4403077"/>
              <a:ext cx="1026160" cy="547370"/>
            </a:xfrm>
            <a:custGeom>
              <a:avLst/>
              <a:gdLst/>
              <a:ahLst/>
              <a:cxnLst/>
              <a:rect l="l" t="t" r="r" b="b"/>
              <a:pathLst>
                <a:path w="1026160" h="547370">
                  <a:moveTo>
                    <a:pt x="443571" y="0"/>
                  </a:moveTo>
                  <a:lnTo>
                    <a:pt x="0" y="46897"/>
                  </a:lnTo>
                  <a:lnTo>
                    <a:pt x="232" y="547203"/>
                  </a:lnTo>
                  <a:lnTo>
                    <a:pt x="1025582" y="438787"/>
                  </a:lnTo>
                  <a:lnTo>
                    <a:pt x="443571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032206" y="4403077"/>
              <a:ext cx="582295" cy="438784"/>
            </a:xfrm>
            <a:custGeom>
              <a:avLst/>
              <a:gdLst/>
              <a:ahLst/>
              <a:cxnLst/>
              <a:rect l="l" t="t" r="r" b="b"/>
              <a:pathLst>
                <a:path w="582295" h="438785">
                  <a:moveTo>
                    <a:pt x="0" y="0"/>
                  </a:moveTo>
                  <a:lnTo>
                    <a:pt x="582010" y="438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92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039700" y="4394136"/>
              <a:ext cx="584200" cy="440690"/>
            </a:xfrm>
            <a:custGeom>
              <a:avLst/>
              <a:gdLst/>
              <a:ahLst/>
              <a:cxnLst/>
              <a:rect l="l" t="t" r="r" b="b"/>
              <a:pathLst>
                <a:path w="584200" h="440689">
                  <a:moveTo>
                    <a:pt x="0" y="0"/>
                  </a:moveTo>
                  <a:lnTo>
                    <a:pt x="584012" y="440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90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032206" y="4394136"/>
              <a:ext cx="591820" cy="448309"/>
            </a:xfrm>
            <a:custGeom>
              <a:avLst/>
              <a:gdLst/>
              <a:ahLst/>
              <a:cxnLst/>
              <a:rect l="l" t="t" r="r" b="b"/>
              <a:pathLst>
                <a:path w="591820" h="448310">
                  <a:moveTo>
                    <a:pt x="7494" y="0"/>
                  </a:moveTo>
                  <a:lnTo>
                    <a:pt x="7494" y="8149"/>
                  </a:lnTo>
                  <a:lnTo>
                    <a:pt x="0" y="8940"/>
                  </a:lnTo>
                  <a:lnTo>
                    <a:pt x="582010" y="447728"/>
                  </a:lnTo>
                  <a:lnTo>
                    <a:pt x="591506" y="446703"/>
                  </a:lnTo>
                  <a:lnTo>
                    <a:pt x="591506" y="440277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577230" y="3654084"/>
              <a:ext cx="1057910" cy="1309370"/>
            </a:xfrm>
            <a:custGeom>
              <a:avLst/>
              <a:gdLst/>
              <a:ahLst/>
              <a:cxnLst/>
              <a:rect l="l" t="t" r="r" b="b"/>
              <a:pathLst>
                <a:path w="1057910" h="1309370">
                  <a:moveTo>
                    <a:pt x="0" y="1305556"/>
                  </a:moveTo>
                  <a:lnTo>
                    <a:pt x="46" y="1309142"/>
                  </a:lnTo>
                  <a:lnTo>
                    <a:pt x="4095" y="1308676"/>
                  </a:lnTo>
                  <a:lnTo>
                    <a:pt x="0" y="1305556"/>
                  </a:lnTo>
                  <a:close/>
                </a:path>
                <a:path w="1057910" h="1309370">
                  <a:moveTo>
                    <a:pt x="1057654" y="0"/>
                  </a:moveTo>
                  <a:lnTo>
                    <a:pt x="1057515" y="0"/>
                  </a:lnTo>
                  <a:lnTo>
                    <a:pt x="1053465" y="419"/>
                  </a:lnTo>
                  <a:lnTo>
                    <a:pt x="1057654" y="3586"/>
                  </a:lnTo>
                  <a:lnTo>
                    <a:pt x="1057654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623335" y="3905249"/>
              <a:ext cx="12065" cy="938530"/>
            </a:xfrm>
            <a:custGeom>
              <a:avLst/>
              <a:gdLst/>
              <a:ahLst/>
              <a:cxnLst/>
              <a:rect l="l" t="t" r="r" b="b"/>
              <a:pathLst>
                <a:path w="12064" h="938529">
                  <a:moveTo>
                    <a:pt x="12001" y="929640"/>
                  </a:moveTo>
                  <a:lnTo>
                    <a:pt x="11823" y="929640"/>
                  </a:lnTo>
                  <a:lnTo>
                    <a:pt x="11823" y="11430"/>
                  </a:lnTo>
                  <a:lnTo>
                    <a:pt x="5943" y="11430"/>
                  </a:lnTo>
                  <a:lnTo>
                    <a:pt x="5943" y="6350"/>
                  </a:lnTo>
                  <a:lnTo>
                    <a:pt x="1257" y="6350"/>
                  </a:lnTo>
                  <a:lnTo>
                    <a:pt x="1257" y="1270"/>
                  </a:lnTo>
                  <a:lnTo>
                    <a:pt x="368" y="1270"/>
                  </a:lnTo>
                  <a:lnTo>
                    <a:pt x="368" y="0"/>
                  </a:lnTo>
                  <a:lnTo>
                    <a:pt x="0" y="0"/>
                  </a:lnTo>
                  <a:lnTo>
                    <a:pt x="0" y="1270"/>
                  </a:lnTo>
                  <a:lnTo>
                    <a:pt x="0" y="6350"/>
                  </a:lnTo>
                  <a:lnTo>
                    <a:pt x="0" y="11430"/>
                  </a:lnTo>
                  <a:lnTo>
                    <a:pt x="190" y="11430"/>
                  </a:lnTo>
                  <a:lnTo>
                    <a:pt x="190" y="929640"/>
                  </a:lnTo>
                  <a:lnTo>
                    <a:pt x="6883" y="929640"/>
                  </a:lnTo>
                  <a:lnTo>
                    <a:pt x="6883" y="938530"/>
                  </a:lnTo>
                  <a:lnTo>
                    <a:pt x="12001" y="938530"/>
                  </a:lnTo>
                  <a:lnTo>
                    <a:pt x="12001" y="92964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623480" y="3906823"/>
              <a:ext cx="12065" cy="10160"/>
            </a:xfrm>
            <a:custGeom>
              <a:avLst/>
              <a:gdLst/>
              <a:ahLst/>
              <a:cxnLst/>
              <a:rect l="l" t="t" r="r" b="b"/>
              <a:pathLst>
                <a:path w="12064" h="10160">
                  <a:moveTo>
                    <a:pt x="2188" y="0"/>
                  </a:moveTo>
                  <a:lnTo>
                    <a:pt x="0" y="4563"/>
                  </a:lnTo>
                  <a:lnTo>
                    <a:pt x="11497" y="10011"/>
                  </a:lnTo>
                  <a:lnTo>
                    <a:pt x="11497" y="4423"/>
                  </a:lnTo>
                  <a:lnTo>
                    <a:pt x="2188" y="0"/>
                  </a:lnTo>
                  <a:close/>
                </a:path>
              </a:pathLst>
            </a:custGeom>
            <a:solidFill>
              <a:srgbClr val="7C4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623246" y="3665778"/>
              <a:ext cx="12065" cy="233045"/>
            </a:xfrm>
            <a:custGeom>
              <a:avLst/>
              <a:gdLst/>
              <a:ahLst/>
              <a:cxnLst/>
              <a:rect l="l" t="t" r="r" b="b"/>
              <a:pathLst>
                <a:path w="12064" h="233045">
                  <a:moveTo>
                    <a:pt x="1993" y="186143"/>
                  </a:moveTo>
                  <a:lnTo>
                    <a:pt x="38" y="185166"/>
                  </a:lnTo>
                  <a:lnTo>
                    <a:pt x="38" y="190004"/>
                  </a:lnTo>
                  <a:lnTo>
                    <a:pt x="1993" y="186143"/>
                  </a:lnTo>
                  <a:close/>
                </a:path>
                <a:path w="12064" h="233045">
                  <a:moveTo>
                    <a:pt x="11684" y="177990"/>
                  </a:moveTo>
                  <a:lnTo>
                    <a:pt x="11633" y="0"/>
                  </a:lnTo>
                  <a:lnTo>
                    <a:pt x="0" y="1257"/>
                  </a:lnTo>
                  <a:lnTo>
                    <a:pt x="38" y="172173"/>
                  </a:lnTo>
                  <a:lnTo>
                    <a:pt x="11684" y="177990"/>
                  </a:lnTo>
                  <a:close/>
                </a:path>
                <a:path w="12064" h="233045">
                  <a:moveTo>
                    <a:pt x="11722" y="232575"/>
                  </a:moveTo>
                  <a:lnTo>
                    <a:pt x="11684" y="196062"/>
                  </a:lnTo>
                  <a:lnTo>
                    <a:pt x="38" y="190284"/>
                  </a:lnTo>
                  <a:lnTo>
                    <a:pt x="88" y="227037"/>
                  </a:lnTo>
                  <a:lnTo>
                    <a:pt x="11722" y="232575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623284" y="3837952"/>
              <a:ext cx="12065" cy="73660"/>
            </a:xfrm>
            <a:custGeom>
              <a:avLst/>
              <a:gdLst/>
              <a:ahLst/>
              <a:cxnLst/>
              <a:rect l="l" t="t" r="r" b="b"/>
              <a:pathLst>
                <a:path w="12064" h="73660">
                  <a:moveTo>
                    <a:pt x="11645" y="5816"/>
                  </a:moveTo>
                  <a:lnTo>
                    <a:pt x="0" y="0"/>
                  </a:lnTo>
                  <a:lnTo>
                    <a:pt x="0" y="12992"/>
                  </a:lnTo>
                  <a:lnTo>
                    <a:pt x="1955" y="13970"/>
                  </a:lnTo>
                  <a:lnTo>
                    <a:pt x="0" y="17830"/>
                  </a:lnTo>
                  <a:lnTo>
                    <a:pt x="0" y="18110"/>
                  </a:lnTo>
                  <a:lnTo>
                    <a:pt x="11645" y="23888"/>
                  </a:lnTo>
                  <a:lnTo>
                    <a:pt x="11645" y="17411"/>
                  </a:lnTo>
                  <a:lnTo>
                    <a:pt x="11645" y="5816"/>
                  </a:lnTo>
                  <a:close/>
                </a:path>
                <a:path w="12064" h="73660">
                  <a:moveTo>
                    <a:pt x="11684" y="60401"/>
                  </a:moveTo>
                  <a:lnTo>
                    <a:pt x="50" y="54864"/>
                  </a:lnTo>
                  <a:lnTo>
                    <a:pt x="50" y="67754"/>
                  </a:lnTo>
                  <a:lnTo>
                    <a:pt x="11684" y="73304"/>
                  </a:lnTo>
                  <a:lnTo>
                    <a:pt x="11684" y="60401"/>
                  </a:lnTo>
                  <a:close/>
                </a:path>
              </a:pathLst>
            </a:custGeom>
            <a:solidFill>
              <a:srgbClr val="7C4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614216" y="484186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B87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588867" y="4841864"/>
              <a:ext cx="1039494" cy="120650"/>
            </a:xfrm>
            <a:custGeom>
              <a:avLst/>
              <a:gdLst/>
              <a:ahLst/>
              <a:cxnLst/>
              <a:rect l="l" t="t" r="r" b="b"/>
              <a:pathLst>
                <a:path w="1039495" h="120650">
                  <a:moveTo>
                    <a:pt x="1025349" y="0"/>
                  </a:moveTo>
                  <a:lnTo>
                    <a:pt x="0" y="108416"/>
                  </a:lnTo>
                  <a:lnTo>
                    <a:pt x="0" y="120105"/>
                  </a:lnTo>
                  <a:lnTo>
                    <a:pt x="1038942" y="10245"/>
                  </a:lnTo>
                  <a:lnTo>
                    <a:pt x="1025349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614216" y="4834413"/>
              <a:ext cx="21590" cy="17780"/>
            </a:xfrm>
            <a:custGeom>
              <a:avLst/>
              <a:gdLst/>
              <a:ahLst/>
              <a:cxnLst/>
              <a:rect l="l" t="t" r="r" b="b"/>
              <a:pathLst>
                <a:path w="21589" h="17779">
                  <a:moveTo>
                    <a:pt x="9495" y="0"/>
                  </a:moveTo>
                  <a:lnTo>
                    <a:pt x="9495" y="6426"/>
                  </a:lnTo>
                  <a:lnTo>
                    <a:pt x="0" y="7451"/>
                  </a:lnTo>
                  <a:lnTo>
                    <a:pt x="13592" y="17696"/>
                  </a:lnTo>
                  <a:lnTo>
                    <a:pt x="21134" y="16904"/>
                  </a:lnTo>
                  <a:lnTo>
                    <a:pt x="21134" y="8801"/>
                  </a:lnTo>
                  <a:lnTo>
                    <a:pt x="9495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577109" y="4450079"/>
              <a:ext cx="12065" cy="500380"/>
            </a:xfrm>
            <a:custGeom>
              <a:avLst/>
              <a:gdLst/>
              <a:ahLst/>
              <a:cxnLst/>
              <a:rect l="l" t="t" r="r" b="b"/>
              <a:pathLst>
                <a:path w="12064" h="500379">
                  <a:moveTo>
                    <a:pt x="11747" y="495300"/>
                  </a:moveTo>
                  <a:lnTo>
                    <a:pt x="11633" y="1270"/>
                  </a:lnTo>
                  <a:lnTo>
                    <a:pt x="11518" y="0"/>
                  </a:lnTo>
                  <a:lnTo>
                    <a:pt x="4660" y="0"/>
                  </a:lnTo>
                  <a:lnTo>
                    <a:pt x="4660" y="1270"/>
                  </a:lnTo>
                  <a:lnTo>
                    <a:pt x="0" y="1270"/>
                  </a:lnTo>
                  <a:lnTo>
                    <a:pt x="0" y="495300"/>
                  </a:lnTo>
                  <a:lnTo>
                    <a:pt x="3886" y="495300"/>
                  </a:lnTo>
                  <a:lnTo>
                    <a:pt x="3886" y="500380"/>
                  </a:lnTo>
                  <a:lnTo>
                    <a:pt x="11747" y="500380"/>
                  </a:lnTo>
                  <a:lnTo>
                    <a:pt x="11747" y="49530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577230" y="4945065"/>
              <a:ext cx="12065" cy="17780"/>
            </a:xfrm>
            <a:custGeom>
              <a:avLst/>
              <a:gdLst/>
              <a:ahLst/>
              <a:cxnLst/>
              <a:rect l="l" t="t" r="r" b="b"/>
              <a:pathLst>
                <a:path w="12064" h="17779">
                  <a:moveTo>
                    <a:pt x="0" y="0"/>
                  </a:moveTo>
                  <a:lnTo>
                    <a:pt x="0" y="14575"/>
                  </a:lnTo>
                  <a:lnTo>
                    <a:pt x="4095" y="17696"/>
                  </a:lnTo>
                  <a:lnTo>
                    <a:pt x="11637" y="16904"/>
                  </a:lnTo>
                  <a:lnTo>
                    <a:pt x="11637" y="5215"/>
                  </a:lnTo>
                  <a:lnTo>
                    <a:pt x="7494" y="5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039281" y="3223215"/>
              <a:ext cx="574675" cy="475615"/>
            </a:xfrm>
            <a:custGeom>
              <a:avLst/>
              <a:gdLst/>
              <a:ahLst/>
              <a:cxnLst/>
              <a:rect l="l" t="t" r="r" b="b"/>
              <a:pathLst>
                <a:path w="574675" h="475614">
                  <a:moveTo>
                    <a:pt x="0" y="0"/>
                  </a:moveTo>
                  <a:lnTo>
                    <a:pt x="186" y="472643"/>
                  </a:lnTo>
                  <a:lnTo>
                    <a:pt x="28069" y="469475"/>
                  </a:lnTo>
                  <a:lnTo>
                    <a:pt x="28721" y="475390"/>
                  </a:lnTo>
                  <a:lnTo>
                    <a:pt x="33701" y="474878"/>
                  </a:lnTo>
                  <a:lnTo>
                    <a:pt x="33097" y="469056"/>
                  </a:lnTo>
                  <a:lnTo>
                    <a:pt x="117723" y="460255"/>
                  </a:lnTo>
                  <a:lnTo>
                    <a:pt x="118329" y="465937"/>
                  </a:lnTo>
                  <a:lnTo>
                    <a:pt x="128803" y="464818"/>
                  </a:lnTo>
                  <a:lnTo>
                    <a:pt x="128197" y="458998"/>
                  </a:lnTo>
                  <a:lnTo>
                    <a:pt x="175958" y="453967"/>
                  </a:lnTo>
                  <a:lnTo>
                    <a:pt x="175958" y="454107"/>
                  </a:lnTo>
                  <a:lnTo>
                    <a:pt x="206960" y="450615"/>
                  </a:lnTo>
                  <a:lnTo>
                    <a:pt x="207611" y="456483"/>
                  </a:lnTo>
                  <a:lnTo>
                    <a:pt x="224137" y="454713"/>
                  </a:lnTo>
                  <a:lnTo>
                    <a:pt x="223718" y="448938"/>
                  </a:lnTo>
                  <a:lnTo>
                    <a:pt x="241313" y="447169"/>
                  </a:lnTo>
                  <a:lnTo>
                    <a:pt x="241313" y="440556"/>
                  </a:lnTo>
                  <a:lnTo>
                    <a:pt x="249227" y="446377"/>
                  </a:lnTo>
                  <a:lnTo>
                    <a:pt x="253044" y="446004"/>
                  </a:lnTo>
                  <a:lnTo>
                    <a:pt x="253044" y="448938"/>
                  </a:lnTo>
                  <a:lnTo>
                    <a:pt x="270640" y="457741"/>
                  </a:lnTo>
                  <a:lnTo>
                    <a:pt x="268871" y="461420"/>
                  </a:lnTo>
                  <a:lnTo>
                    <a:pt x="271849" y="463655"/>
                  </a:lnTo>
                  <a:lnTo>
                    <a:pt x="276086" y="463189"/>
                  </a:lnTo>
                  <a:lnTo>
                    <a:pt x="276086" y="464633"/>
                  </a:lnTo>
                  <a:lnTo>
                    <a:pt x="574469" y="433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B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308153" y="3684635"/>
              <a:ext cx="3175" cy="2540"/>
            </a:xfrm>
            <a:custGeom>
              <a:avLst/>
              <a:gdLst/>
              <a:ahLst/>
              <a:cxnLst/>
              <a:rect l="l" t="t" r="r" b="b"/>
              <a:pathLst>
                <a:path w="3175" h="2539">
                  <a:moveTo>
                    <a:pt x="0" y="0"/>
                  </a:moveTo>
                  <a:lnTo>
                    <a:pt x="2932" y="22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9E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039281" y="3223215"/>
              <a:ext cx="574675" cy="433705"/>
            </a:xfrm>
            <a:custGeom>
              <a:avLst/>
              <a:gdLst/>
              <a:ahLst/>
              <a:cxnLst/>
              <a:rect l="l" t="t" r="r" b="b"/>
              <a:pathLst>
                <a:path w="574675" h="433704">
                  <a:moveTo>
                    <a:pt x="0" y="0"/>
                  </a:moveTo>
                  <a:lnTo>
                    <a:pt x="574469" y="433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315368" y="3656319"/>
              <a:ext cx="298450" cy="31750"/>
            </a:xfrm>
            <a:custGeom>
              <a:avLst/>
              <a:gdLst/>
              <a:ahLst/>
              <a:cxnLst/>
              <a:rect l="l" t="t" r="r" b="b"/>
              <a:pathLst>
                <a:path w="298450" h="31750">
                  <a:moveTo>
                    <a:pt x="298382" y="0"/>
                  </a:moveTo>
                  <a:lnTo>
                    <a:pt x="0" y="31529"/>
                  </a:lnTo>
                  <a:lnTo>
                    <a:pt x="298382" y="0"/>
                  </a:lnTo>
                  <a:close/>
                </a:path>
              </a:pathLst>
            </a:custGeom>
            <a:solidFill>
              <a:srgbClr val="7C9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613750" y="365631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634884" y="3657671"/>
              <a:ext cx="9525" cy="8255"/>
            </a:xfrm>
            <a:custGeom>
              <a:avLst/>
              <a:gdLst/>
              <a:ahLst/>
              <a:cxnLst/>
              <a:rect l="l" t="t" r="r" b="b"/>
              <a:pathLst>
                <a:path w="9525" h="8254">
                  <a:moveTo>
                    <a:pt x="0" y="0"/>
                  </a:moveTo>
                  <a:lnTo>
                    <a:pt x="0" y="8102"/>
                  </a:lnTo>
                  <a:lnTo>
                    <a:pt x="9450" y="71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039281" y="3213100"/>
              <a:ext cx="591820" cy="443230"/>
            </a:xfrm>
            <a:custGeom>
              <a:avLst/>
              <a:gdLst/>
              <a:ahLst/>
              <a:cxnLst/>
              <a:rect l="l" t="t" r="r" b="b"/>
              <a:pathLst>
                <a:path w="591820" h="443229">
                  <a:moveTo>
                    <a:pt x="5917" y="0"/>
                  </a:moveTo>
                  <a:lnTo>
                    <a:pt x="0" y="0"/>
                  </a:lnTo>
                  <a:lnTo>
                    <a:pt x="0" y="10115"/>
                  </a:lnTo>
                  <a:lnTo>
                    <a:pt x="574469" y="443219"/>
                  </a:lnTo>
                  <a:lnTo>
                    <a:pt x="591413" y="441403"/>
                  </a:lnTo>
                  <a:lnTo>
                    <a:pt x="5917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971479" y="3316775"/>
              <a:ext cx="9525" cy="8255"/>
            </a:xfrm>
            <a:custGeom>
              <a:avLst/>
              <a:gdLst/>
              <a:ahLst/>
              <a:cxnLst/>
              <a:rect l="l" t="t" r="r" b="b"/>
              <a:pathLst>
                <a:path w="9525" h="8254">
                  <a:moveTo>
                    <a:pt x="9495" y="0"/>
                  </a:moveTo>
                  <a:lnTo>
                    <a:pt x="0" y="1024"/>
                  </a:lnTo>
                  <a:lnTo>
                    <a:pt x="9495" y="8149"/>
                  </a:lnTo>
                  <a:lnTo>
                    <a:pt x="9495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980975" y="3316775"/>
              <a:ext cx="635" cy="8255"/>
            </a:xfrm>
            <a:custGeom>
              <a:avLst/>
              <a:gdLst/>
              <a:ahLst/>
              <a:cxnLst/>
              <a:rect l="l" t="t" r="r" b="b"/>
              <a:pathLst>
                <a:path w="635" h="8254">
                  <a:moveTo>
                    <a:pt x="46" y="0"/>
                  </a:moveTo>
                  <a:lnTo>
                    <a:pt x="0" y="8149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332265" y="3667031"/>
              <a:ext cx="291465" cy="31115"/>
            </a:xfrm>
            <a:custGeom>
              <a:avLst/>
              <a:gdLst/>
              <a:ahLst/>
              <a:cxnLst/>
              <a:rect l="l" t="t" r="r" b="b"/>
              <a:pathLst>
                <a:path w="291464" h="31114">
                  <a:moveTo>
                    <a:pt x="290982" y="0"/>
                  </a:moveTo>
                  <a:lnTo>
                    <a:pt x="0" y="30736"/>
                  </a:lnTo>
                  <a:lnTo>
                    <a:pt x="290982" y="0"/>
                  </a:lnTo>
                  <a:close/>
                </a:path>
              </a:pathLst>
            </a:custGeom>
            <a:solidFill>
              <a:srgbClr val="778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315368" y="3697767"/>
              <a:ext cx="17145" cy="1905"/>
            </a:xfrm>
            <a:custGeom>
              <a:avLst/>
              <a:gdLst/>
              <a:ahLst/>
              <a:cxnLst/>
              <a:rect l="l" t="t" r="r" b="b"/>
              <a:pathLst>
                <a:path w="17145" h="1904">
                  <a:moveTo>
                    <a:pt x="16897" y="0"/>
                  </a:moveTo>
                  <a:lnTo>
                    <a:pt x="0" y="1817"/>
                  </a:lnTo>
                  <a:lnTo>
                    <a:pt x="16897" y="0"/>
                  </a:lnTo>
                  <a:close/>
                </a:path>
              </a:pathLst>
            </a:custGeom>
            <a:solidFill>
              <a:srgbClr val="725D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623247" y="366703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37F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315368" y="3656319"/>
              <a:ext cx="307975" cy="41910"/>
            </a:xfrm>
            <a:custGeom>
              <a:avLst/>
              <a:gdLst/>
              <a:ahLst/>
              <a:cxnLst/>
              <a:rect l="l" t="t" r="r" b="b"/>
              <a:pathLst>
                <a:path w="307975" h="41910">
                  <a:moveTo>
                    <a:pt x="298382" y="0"/>
                  </a:moveTo>
                  <a:lnTo>
                    <a:pt x="0" y="31529"/>
                  </a:lnTo>
                  <a:lnTo>
                    <a:pt x="0" y="33018"/>
                  </a:lnTo>
                  <a:lnTo>
                    <a:pt x="16897" y="41447"/>
                  </a:lnTo>
                  <a:lnTo>
                    <a:pt x="307879" y="10711"/>
                  </a:lnTo>
                  <a:lnTo>
                    <a:pt x="307879" y="7172"/>
                  </a:lnTo>
                  <a:lnTo>
                    <a:pt x="298382" y="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315368" y="3689338"/>
              <a:ext cx="17145" cy="10795"/>
            </a:xfrm>
            <a:custGeom>
              <a:avLst/>
              <a:gdLst/>
              <a:ahLst/>
              <a:cxnLst/>
              <a:rect l="l" t="t" r="r" b="b"/>
              <a:pathLst>
                <a:path w="17145" h="10795">
                  <a:moveTo>
                    <a:pt x="0" y="0"/>
                  </a:moveTo>
                  <a:lnTo>
                    <a:pt x="0" y="745"/>
                  </a:lnTo>
                  <a:lnTo>
                    <a:pt x="9495" y="7870"/>
                  </a:lnTo>
                  <a:lnTo>
                    <a:pt x="0" y="8895"/>
                  </a:lnTo>
                  <a:lnTo>
                    <a:pt x="0" y="10246"/>
                  </a:lnTo>
                  <a:lnTo>
                    <a:pt x="16897" y="84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56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3315368" y="3690084"/>
              <a:ext cx="9525" cy="8255"/>
            </a:xfrm>
            <a:custGeom>
              <a:avLst/>
              <a:gdLst/>
              <a:ahLst/>
              <a:cxnLst/>
              <a:rect l="l" t="t" r="r" b="b"/>
              <a:pathLst>
                <a:path w="9525" h="8254">
                  <a:moveTo>
                    <a:pt x="0" y="0"/>
                  </a:moveTo>
                  <a:lnTo>
                    <a:pt x="0" y="8149"/>
                  </a:lnTo>
                  <a:lnTo>
                    <a:pt x="9495" y="71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5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613750" y="3654503"/>
              <a:ext cx="21590" cy="12700"/>
            </a:xfrm>
            <a:custGeom>
              <a:avLst/>
              <a:gdLst/>
              <a:ahLst/>
              <a:cxnLst/>
              <a:rect l="l" t="t" r="r" b="b"/>
              <a:pathLst>
                <a:path w="21589" h="12700">
                  <a:moveTo>
                    <a:pt x="16944" y="0"/>
                  </a:moveTo>
                  <a:lnTo>
                    <a:pt x="0" y="1816"/>
                  </a:lnTo>
                  <a:lnTo>
                    <a:pt x="9497" y="8989"/>
                  </a:lnTo>
                  <a:lnTo>
                    <a:pt x="9497" y="12527"/>
                  </a:lnTo>
                  <a:lnTo>
                    <a:pt x="21134" y="11269"/>
                  </a:lnTo>
                  <a:lnTo>
                    <a:pt x="21134" y="6054"/>
                  </a:lnTo>
                  <a:lnTo>
                    <a:pt x="15314" y="6054"/>
                  </a:lnTo>
                  <a:lnTo>
                    <a:pt x="18806" y="1397"/>
                  </a:lnTo>
                  <a:lnTo>
                    <a:pt x="16944" y="0"/>
                  </a:lnTo>
                  <a:close/>
                </a:path>
                <a:path w="21589" h="12700">
                  <a:moveTo>
                    <a:pt x="18806" y="1397"/>
                  </a:moveTo>
                  <a:lnTo>
                    <a:pt x="15314" y="6054"/>
                  </a:lnTo>
                  <a:lnTo>
                    <a:pt x="21134" y="6054"/>
                  </a:lnTo>
                  <a:lnTo>
                    <a:pt x="21134" y="3167"/>
                  </a:lnTo>
                  <a:lnTo>
                    <a:pt x="18806" y="1397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273587" y="4323581"/>
              <a:ext cx="23495" cy="81280"/>
            </a:xfrm>
            <a:custGeom>
              <a:avLst/>
              <a:gdLst/>
              <a:ahLst/>
              <a:cxnLst/>
              <a:rect l="l" t="t" r="r" b="b"/>
              <a:pathLst>
                <a:path w="23494" h="81279">
                  <a:moveTo>
                    <a:pt x="0" y="0"/>
                  </a:moveTo>
                  <a:lnTo>
                    <a:pt x="45" y="63522"/>
                  </a:lnTo>
                  <a:lnTo>
                    <a:pt x="23041" y="80892"/>
                  </a:lnTo>
                  <a:lnTo>
                    <a:pt x="23041" y="17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94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5533751" y="6533131"/>
            <a:ext cx="154940" cy="3054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4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927668" y="4884537"/>
            <a:ext cx="1050290" cy="11163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25" dirty="0">
                <a:solidFill>
                  <a:srgbClr val="231F20"/>
                </a:solidFill>
                <a:latin typeface="Microsoft Sans Serif"/>
                <a:cs typeface="Microsoft Sans Serif"/>
              </a:rPr>
              <a:t>256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636270">
              <a:lnSpc>
                <a:spcPct val="100000"/>
              </a:lnSpc>
            </a:pPr>
            <a:r>
              <a:rPr sz="1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corr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4613211" y="4167898"/>
            <a:ext cx="1031875" cy="687705"/>
          </a:xfrm>
          <a:custGeom>
            <a:avLst/>
            <a:gdLst/>
            <a:ahLst/>
            <a:cxnLst/>
            <a:rect l="l" t="t" r="r" b="b"/>
            <a:pathLst>
              <a:path w="1031875" h="687704">
                <a:moveTo>
                  <a:pt x="1031684" y="654837"/>
                </a:moveTo>
                <a:lnTo>
                  <a:pt x="1025245" y="601853"/>
                </a:lnTo>
                <a:lnTo>
                  <a:pt x="1017270" y="550443"/>
                </a:lnTo>
                <a:lnTo>
                  <a:pt x="1007694" y="500672"/>
                </a:lnTo>
                <a:lnTo>
                  <a:pt x="996454" y="452564"/>
                </a:lnTo>
                <a:lnTo>
                  <a:pt x="983500" y="406209"/>
                </a:lnTo>
                <a:lnTo>
                  <a:pt x="968768" y="361645"/>
                </a:lnTo>
                <a:lnTo>
                  <a:pt x="952207" y="318922"/>
                </a:lnTo>
                <a:lnTo>
                  <a:pt x="933742" y="278104"/>
                </a:lnTo>
                <a:lnTo>
                  <a:pt x="913333" y="239242"/>
                </a:lnTo>
                <a:lnTo>
                  <a:pt x="890917" y="202399"/>
                </a:lnTo>
                <a:lnTo>
                  <a:pt x="859650" y="159524"/>
                </a:lnTo>
                <a:lnTo>
                  <a:pt x="824649" y="120408"/>
                </a:lnTo>
                <a:lnTo>
                  <a:pt x="785787" y="85674"/>
                </a:lnTo>
                <a:lnTo>
                  <a:pt x="742975" y="55892"/>
                </a:lnTo>
                <a:lnTo>
                  <a:pt x="696493" y="31813"/>
                </a:lnTo>
                <a:lnTo>
                  <a:pt x="646798" y="14249"/>
                </a:lnTo>
                <a:lnTo>
                  <a:pt x="594690" y="3530"/>
                </a:lnTo>
                <a:lnTo>
                  <a:pt x="540956" y="0"/>
                </a:lnTo>
                <a:lnTo>
                  <a:pt x="493788" y="3175"/>
                </a:lnTo>
                <a:lnTo>
                  <a:pt x="448017" y="11925"/>
                </a:lnTo>
                <a:lnTo>
                  <a:pt x="403733" y="25692"/>
                </a:lnTo>
                <a:lnTo>
                  <a:pt x="361022" y="43942"/>
                </a:lnTo>
                <a:lnTo>
                  <a:pt x="319989" y="66141"/>
                </a:lnTo>
                <a:lnTo>
                  <a:pt x="280695" y="91744"/>
                </a:lnTo>
                <a:lnTo>
                  <a:pt x="243090" y="120650"/>
                </a:lnTo>
                <a:lnTo>
                  <a:pt x="207213" y="152514"/>
                </a:lnTo>
                <a:lnTo>
                  <a:pt x="173177" y="187159"/>
                </a:lnTo>
                <a:lnTo>
                  <a:pt x="141122" y="224409"/>
                </a:lnTo>
                <a:lnTo>
                  <a:pt x="111175" y="264071"/>
                </a:lnTo>
                <a:lnTo>
                  <a:pt x="107861" y="269074"/>
                </a:lnTo>
                <a:lnTo>
                  <a:pt x="0" y="231406"/>
                </a:lnTo>
                <a:lnTo>
                  <a:pt x="86728" y="687616"/>
                </a:lnTo>
                <a:lnTo>
                  <a:pt x="438315" y="384441"/>
                </a:lnTo>
                <a:lnTo>
                  <a:pt x="340067" y="350151"/>
                </a:lnTo>
                <a:lnTo>
                  <a:pt x="344563" y="344754"/>
                </a:lnTo>
                <a:lnTo>
                  <a:pt x="379539" y="310248"/>
                </a:lnTo>
                <a:lnTo>
                  <a:pt x="415417" y="281609"/>
                </a:lnTo>
                <a:lnTo>
                  <a:pt x="450875" y="259435"/>
                </a:lnTo>
                <a:lnTo>
                  <a:pt x="514832" y="235470"/>
                </a:lnTo>
                <a:lnTo>
                  <a:pt x="540956" y="232854"/>
                </a:lnTo>
                <a:lnTo>
                  <a:pt x="563727" y="234353"/>
                </a:lnTo>
                <a:lnTo>
                  <a:pt x="603808" y="245440"/>
                </a:lnTo>
                <a:lnTo>
                  <a:pt x="650544" y="276009"/>
                </a:lnTo>
                <a:lnTo>
                  <a:pt x="678421" y="305650"/>
                </a:lnTo>
                <a:lnTo>
                  <a:pt x="718604" y="368223"/>
                </a:lnTo>
                <a:lnTo>
                  <a:pt x="737044" y="407733"/>
                </a:lnTo>
                <a:lnTo>
                  <a:pt x="753872" y="452526"/>
                </a:lnTo>
                <a:lnTo>
                  <a:pt x="766013" y="491947"/>
                </a:lnTo>
                <a:lnTo>
                  <a:pt x="776795" y="534441"/>
                </a:lnTo>
                <a:lnTo>
                  <a:pt x="786142" y="579856"/>
                </a:lnTo>
                <a:lnTo>
                  <a:pt x="793965" y="628040"/>
                </a:lnTo>
                <a:lnTo>
                  <a:pt x="800188" y="678865"/>
                </a:lnTo>
                <a:lnTo>
                  <a:pt x="1031684" y="654837"/>
                </a:lnTo>
                <a:close/>
              </a:path>
            </a:pathLst>
          </a:custGeom>
          <a:solidFill>
            <a:srgbClr val="A7A9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954389" y="4131167"/>
            <a:ext cx="414020" cy="3054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spc="-20" dirty="0">
                <a:solidFill>
                  <a:srgbClr val="231F20"/>
                </a:solidFill>
                <a:latin typeface="Microsoft Sans Serif"/>
                <a:cs typeface="Microsoft Sans Serif"/>
              </a:rPr>
              <a:t>sqrt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1968500" y="3576824"/>
            <a:ext cx="3683635" cy="4714240"/>
            <a:chOff x="1968500" y="3576824"/>
            <a:chExt cx="3683635" cy="4714240"/>
          </a:xfrm>
        </p:grpSpPr>
        <p:sp>
          <p:nvSpPr>
            <p:cNvPr id="88" name="object 88"/>
            <p:cNvSpPr/>
            <p:nvPr/>
          </p:nvSpPr>
          <p:spPr>
            <a:xfrm>
              <a:off x="2186254" y="3576827"/>
              <a:ext cx="27305" cy="22860"/>
            </a:xfrm>
            <a:custGeom>
              <a:avLst/>
              <a:gdLst/>
              <a:ahLst/>
              <a:cxnLst/>
              <a:rect l="l" t="t" r="r" b="b"/>
              <a:pathLst>
                <a:path w="27305" h="22860">
                  <a:moveTo>
                    <a:pt x="26911" y="10858"/>
                  </a:moveTo>
                  <a:lnTo>
                    <a:pt x="23952" y="5880"/>
                  </a:lnTo>
                  <a:lnTo>
                    <a:pt x="23888" y="5702"/>
                  </a:lnTo>
                  <a:lnTo>
                    <a:pt x="23647" y="0"/>
                  </a:lnTo>
                  <a:lnTo>
                    <a:pt x="419" y="1079"/>
                  </a:lnTo>
                  <a:lnTo>
                    <a:pt x="533" y="3873"/>
                  </a:lnTo>
                  <a:lnTo>
                    <a:pt x="0" y="3962"/>
                  </a:lnTo>
                  <a:lnTo>
                    <a:pt x="723" y="8318"/>
                  </a:lnTo>
                  <a:lnTo>
                    <a:pt x="749" y="9093"/>
                  </a:lnTo>
                  <a:lnTo>
                    <a:pt x="190" y="9321"/>
                  </a:lnTo>
                  <a:lnTo>
                    <a:pt x="838" y="10922"/>
                  </a:lnTo>
                  <a:lnTo>
                    <a:pt x="927" y="12712"/>
                  </a:lnTo>
                  <a:lnTo>
                    <a:pt x="1701" y="13995"/>
                  </a:lnTo>
                  <a:lnTo>
                    <a:pt x="1955" y="15468"/>
                  </a:lnTo>
                  <a:lnTo>
                    <a:pt x="2514" y="15379"/>
                  </a:lnTo>
                  <a:lnTo>
                    <a:pt x="3048" y="16294"/>
                  </a:lnTo>
                  <a:lnTo>
                    <a:pt x="4610" y="20078"/>
                  </a:lnTo>
                  <a:lnTo>
                    <a:pt x="5156" y="19862"/>
                  </a:lnTo>
                  <a:lnTo>
                    <a:pt x="6845" y="22682"/>
                  </a:lnTo>
                  <a:lnTo>
                    <a:pt x="26911" y="10858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277197" y="6183096"/>
              <a:ext cx="1708785" cy="1760855"/>
            </a:xfrm>
            <a:custGeom>
              <a:avLst/>
              <a:gdLst/>
              <a:ahLst/>
              <a:cxnLst/>
              <a:rect l="l" t="t" r="r" b="b"/>
              <a:pathLst>
                <a:path w="1708785" h="1760854">
                  <a:moveTo>
                    <a:pt x="24892" y="1605851"/>
                  </a:moveTo>
                  <a:lnTo>
                    <a:pt x="16840" y="1597418"/>
                  </a:lnTo>
                  <a:lnTo>
                    <a:pt x="0" y="1613484"/>
                  </a:lnTo>
                  <a:lnTo>
                    <a:pt x="8051" y="1621917"/>
                  </a:lnTo>
                  <a:lnTo>
                    <a:pt x="24892" y="1605851"/>
                  </a:lnTo>
                  <a:close/>
                </a:path>
                <a:path w="1708785" h="1760854">
                  <a:moveTo>
                    <a:pt x="26479" y="1103210"/>
                  </a:moveTo>
                  <a:lnTo>
                    <a:pt x="20154" y="1093482"/>
                  </a:lnTo>
                  <a:lnTo>
                    <a:pt x="647" y="1106144"/>
                  </a:lnTo>
                  <a:lnTo>
                    <a:pt x="6972" y="1115872"/>
                  </a:lnTo>
                  <a:lnTo>
                    <a:pt x="26479" y="1103210"/>
                  </a:lnTo>
                  <a:close/>
                </a:path>
                <a:path w="1708785" h="1760854">
                  <a:moveTo>
                    <a:pt x="91833" y="1542084"/>
                  </a:moveTo>
                  <a:lnTo>
                    <a:pt x="83781" y="1533664"/>
                  </a:lnTo>
                  <a:lnTo>
                    <a:pt x="50317" y="1565567"/>
                  </a:lnTo>
                  <a:lnTo>
                    <a:pt x="58369" y="1573987"/>
                  </a:lnTo>
                  <a:lnTo>
                    <a:pt x="91833" y="1542084"/>
                  </a:lnTo>
                  <a:close/>
                </a:path>
                <a:path w="1708785" h="1760854">
                  <a:moveTo>
                    <a:pt x="103797" y="1052957"/>
                  </a:moveTo>
                  <a:lnTo>
                    <a:pt x="97472" y="1043178"/>
                  </a:lnTo>
                  <a:lnTo>
                    <a:pt x="58839" y="1068285"/>
                  </a:lnTo>
                  <a:lnTo>
                    <a:pt x="65163" y="1078064"/>
                  </a:lnTo>
                  <a:lnTo>
                    <a:pt x="103797" y="1052957"/>
                  </a:lnTo>
                  <a:close/>
                </a:path>
                <a:path w="1708785" h="1760854">
                  <a:moveTo>
                    <a:pt x="158775" y="1478292"/>
                  </a:moveTo>
                  <a:lnTo>
                    <a:pt x="150723" y="1469859"/>
                  </a:lnTo>
                  <a:lnTo>
                    <a:pt x="117259" y="1501762"/>
                  </a:lnTo>
                  <a:lnTo>
                    <a:pt x="125310" y="1510195"/>
                  </a:lnTo>
                  <a:lnTo>
                    <a:pt x="158775" y="1478292"/>
                  </a:lnTo>
                  <a:close/>
                </a:path>
                <a:path w="1708785" h="1760854">
                  <a:moveTo>
                    <a:pt x="181076" y="1002715"/>
                  </a:moveTo>
                  <a:lnTo>
                    <a:pt x="174739" y="992936"/>
                  </a:lnTo>
                  <a:lnTo>
                    <a:pt x="136105" y="1018082"/>
                  </a:lnTo>
                  <a:lnTo>
                    <a:pt x="142430" y="1027811"/>
                  </a:lnTo>
                  <a:lnTo>
                    <a:pt x="181076" y="1002715"/>
                  </a:lnTo>
                  <a:close/>
                </a:path>
                <a:path w="1708785" h="1760854">
                  <a:moveTo>
                    <a:pt x="208394" y="1743176"/>
                  </a:moveTo>
                  <a:lnTo>
                    <a:pt x="199605" y="1735594"/>
                  </a:lnTo>
                  <a:lnTo>
                    <a:pt x="184429" y="1753235"/>
                  </a:lnTo>
                  <a:lnTo>
                    <a:pt x="193217" y="1760829"/>
                  </a:lnTo>
                  <a:lnTo>
                    <a:pt x="208394" y="1743176"/>
                  </a:lnTo>
                  <a:close/>
                </a:path>
                <a:path w="1708785" h="1760854">
                  <a:moveTo>
                    <a:pt x="210312" y="1240040"/>
                  </a:moveTo>
                  <a:lnTo>
                    <a:pt x="202907" y="1231049"/>
                  </a:lnTo>
                  <a:lnTo>
                    <a:pt x="184937" y="1245857"/>
                  </a:lnTo>
                  <a:lnTo>
                    <a:pt x="192341" y="1254848"/>
                  </a:lnTo>
                  <a:lnTo>
                    <a:pt x="210312" y="1240040"/>
                  </a:lnTo>
                  <a:close/>
                </a:path>
                <a:path w="1708785" h="1760854">
                  <a:moveTo>
                    <a:pt x="225717" y="1414487"/>
                  </a:moveTo>
                  <a:lnTo>
                    <a:pt x="217665" y="1406055"/>
                  </a:lnTo>
                  <a:lnTo>
                    <a:pt x="184188" y="1437957"/>
                  </a:lnTo>
                  <a:lnTo>
                    <a:pt x="192239" y="1446390"/>
                  </a:lnTo>
                  <a:lnTo>
                    <a:pt x="225717" y="1414487"/>
                  </a:lnTo>
                  <a:close/>
                </a:path>
                <a:path w="1708785" h="1760854">
                  <a:moveTo>
                    <a:pt x="258394" y="952461"/>
                  </a:moveTo>
                  <a:lnTo>
                    <a:pt x="252018" y="942682"/>
                  </a:lnTo>
                  <a:lnTo>
                    <a:pt x="213372" y="967828"/>
                  </a:lnTo>
                  <a:lnTo>
                    <a:pt x="219760" y="977569"/>
                  </a:lnTo>
                  <a:lnTo>
                    <a:pt x="258394" y="952461"/>
                  </a:lnTo>
                  <a:close/>
                </a:path>
                <a:path w="1708785" h="1760854">
                  <a:moveTo>
                    <a:pt x="267931" y="1673834"/>
                  </a:moveTo>
                  <a:lnTo>
                    <a:pt x="259092" y="1666252"/>
                  </a:lnTo>
                  <a:lnTo>
                    <a:pt x="229349" y="1700898"/>
                  </a:lnTo>
                  <a:lnTo>
                    <a:pt x="238188" y="1708492"/>
                  </a:lnTo>
                  <a:lnTo>
                    <a:pt x="267931" y="1673834"/>
                  </a:lnTo>
                  <a:close/>
                </a:path>
                <a:path w="1708785" h="1760854">
                  <a:moveTo>
                    <a:pt x="281203" y="1181582"/>
                  </a:moveTo>
                  <a:lnTo>
                    <a:pt x="273799" y="1172603"/>
                  </a:lnTo>
                  <a:lnTo>
                    <a:pt x="238328" y="1201801"/>
                  </a:lnTo>
                  <a:lnTo>
                    <a:pt x="245732" y="1210792"/>
                  </a:lnTo>
                  <a:lnTo>
                    <a:pt x="281203" y="1181582"/>
                  </a:lnTo>
                  <a:close/>
                </a:path>
                <a:path w="1708785" h="1760854">
                  <a:moveTo>
                    <a:pt x="292646" y="1350683"/>
                  </a:moveTo>
                  <a:lnTo>
                    <a:pt x="284645" y="1342301"/>
                  </a:lnTo>
                  <a:lnTo>
                    <a:pt x="251180" y="1374152"/>
                  </a:lnTo>
                  <a:lnTo>
                    <a:pt x="259181" y="1382585"/>
                  </a:lnTo>
                  <a:lnTo>
                    <a:pt x="292646" y="1350683"/>
                  </a:lnTo>
                  <a:close/>
                </a:path>
                <a:path w="1708785" h="1760854">
                  <a:moveTo>
                    <a:pt x="327418" y="1604543"/>
                  </a:moveTo>
                  <a:lnTo>
                    <a:pt x="318630" y="1596948"/>
                  </a:lnTo>
                  <a:lnTo>
                    <a:pt x="288836" y="1631594"/>
                  </a:lnTo>
                  <a:lnTo>
                    <a:pt x="297675" y="1639189"/>
                  </a:lnTo>
                  <a:lnTo>
                    <a:pt x="327418" y="1604543"/>
                  </a:lnTo>
                  <a:close/>
                </a:path>
                <a:path w="1708785" h="1760854">
                  <a:moveTo>
                    <a:pt x="335661" y="902208"/>
                  </a:moveTo>
                  <a:lnTo>
                    <a:pt x="329336" y="892429"/>
                  </a:lnTo>
                  <a:lnTo>
                    <a:pt x="290703" y="917575"/>
                  </a:lnTo>
                  <a:lnTo>
                    <a:pt x="297027" y="927315"/>
                  </a:lnTo>
                  <a:lnTo>
                    <a:pt x="335661" y="902208"/>
                  </a:lnTo>
                  <a:close/>
                </a:path>
                <a:path w="1708785" h="1760854">
                  <a:moveTo>
                    <a:pt x="352094" y="1123099"/>
                  </a:moveTo>
                  <a:lnTo>
                    <a:pt x="344690" y="1114107"/>
                  </a:lnTo>
                  <a:lnTo>
                    <a:pt x="309270" y="1143355"/>
                  </a:lnTo>
                  <a:lnTo>
                    <a:pt x="316674" y="1152347"/>
                  </a:lnTo>
                  <a:lnTo>
                    <a:pt x="352094" y="1123099"/>
                  </a:lnTo>
                  <a:close/>
                </a:path>
                <a:path w="1708785" h="1760854">
                  <a:moveTo>
                    <a:pt x="359587" y="1286929"/>
                  </a:moveTo>
                  <a:lnTo>
                    <a:pt x="351586" y="1278496"/>
                  </a:lnTo>
                  <a:lnTo>
                    <a:pt x="318109" y="1310398"/>
                  </a:lnTo>
                  <a:lnTo>
                    <a:pt x="326123" y="1318831"/>
                  </a:lnTo>
                  <a:lnTo>
                    <a:pt x="359587" y="1286929"/>
                  </a:lnTo>
                  <a:close/>
                </a:path>
                <a:path w="1708785" h="1760854">
                  <a:moveTo>
                    <a:pt x="386956" y="1535201"/>
                  </a:moveTo>
                  <a:lnTo>
                    <a:pt x="378117" y="1527657"/>
                  </a:lnTo>
                  <a:lnTo>
                    <a:pt x="348373" y="1562303"/>
                  </a:lnTo>
                  <a:lnTo>
                    <a:pt x="357174" y="1569897"/>
                  </a:lnTo>
                  <a:lnTo>
                    <a:pt x="386956" y="1535201"/>
                  </a:lnTo>
                  <a:close/>
                </a:path>
                <a:path w="1708785" h="1760854">
                  <a:moveTo>
                    <a:pt x="412940" y="851966"/>
                  </a:moveTo>
                  <a:lnTo>
                    <a:pt x="406603" y="842225"/>
                  </a:lnTo>
                  <a:lnTo>
                    <a:pt x="367969" y="867333"/>
                  </a:lnTo>
                  <a:lnTo>
                    <a:pt x="374294" y="877112"/>
                  </a:lnTo>
                  <a:lnTo>
                    <a:pt x="412940" y="851966"/>
                  </a:lnTo>
                  <a:close/>
                </a:path>
                <a:path w="1708785" h="1760854">
                  <a:moveTo>
                    <a:pt x="423037" y="1064653"/>
                  </a:moveTo>
                  <a:lnTo>
                    <a:pt x="415632" y="1055662"/>
                  </a:lnTo>
                  <a:lnTo>
                    <a:pt x="380161" y="1084910"/>
                  </a:lnTo>
                  <a:lnTo>
                    <a:pt x="387565" y="1093901"/>
                  </a:lnTo>
                  <a:lnTo>
                    <a:pt x="423037" y="1064653"/>
                  </a:lnTo>
                  <a:close/>
                </a:path>
                <a:path w="1708785" h="1760854">
                  <a:moveTo>
                    <a:pt x="426529" y="1223124"/>
                  </a:moveTo>
                  <a:lnTo>
                    <a:pt x="418528" y="1214704"/>
                  </a:lnTo>
                  <a:lnTo>
                    <a:pt x="385051" y="1246606"/>
                  </a:lnTo>
                  <a:lnTo>
                    <a:pt x="393065" y="1255026"/>
                  </a:lnTo>
                  <a:lnTo>
                    <a:pt x="426529" y="1223124"/>
                  </a:lnTo>
                  <a:close/>
                </a:path>
                <a:path w="1708785" h="1760854">
                  <a:moveTo>
                    <a:pt x="446455" y="1465897"/>
                  </a:moveTo>
                  <a:lnTo>
                    <a:pt x="437603" y="1458315"/>
                  </a:lnTo>
                  <a:lnTo>
                    <a:pt x="407860" y="1492961"/>
                  </a:lnTo>
                  <a:lnTo>
                    <a:pt x="416712" y="1500555"/>
                  </a:lnTo>
                  <a:lnTo>
                    <a:pt x="446455" y="1465897"/>
                  </a:lnTo>
                  <a:close/>
                </a:path>
                <a:path w="1708785" h="1760854">
                  <a:moveTo>
                    <a:pt x="490258" y="801712"/>
                  </a:moveTo>
                  <a:lnTo>
                    <a:pt x="483882" y="791984"/>
                  </a:lnTo>
                  <a:lnTo>
                    <a:pt x="445236" y="817079"/>
                  </a:lnTo>
                  <a:lnTo>
                    <a:pt x="451573" y="826858"/>
                  </a:lnTo>
                  <a:lnTo>
                    <a:pt x="490258" y="801712"/>
                  </a:lnTo>
                  <a:close/>
                </a:path>
                <a:path w="1708785" h="1760854">
                  <a:moveTo>
                    <a:pt x="493471" y="1159332"/>
                  </a:moveTo>
                  <a:lnTo>
                    <a:pt x="485457" y="1150899"/>
                  </a:lnTo>
                  <a:lnTo>
                    <a:pt x="451993" y="1182801"/>
                  </a:lnTo>
                  <a:lnTo>
                    <a:pt x="459994" y="1191234"/>
                  </a:lnTo>
                  <a:lnTo>
                    <a:pt x="493471" y="1159332"/>
                  </a:lnTo>
                  <a:close/>
                </a:path>
                <a:path w="1708785" h="1760854">
                  <a:moveTo>
                    <a:pt x="493928" y="1006208"/>
                  </a:moveTo>
                  <a:lnTo>
                    <a:pt x="486537" y="997216"/>
                  </a:lnTo>
                  <a:lnTo>
                    <a:pt x="451065" y="1026414"/>
                  </a:lnTo>
                  <a:lnTo>
                    <a:pt x="458457" y="1035405"/>
                  </a:lnTo>
                  <a:lnTo>
                    <a:pt x="493928" y="1006208"/>
                  </a:lnTo>
                  <a:close/>
                </a:path>
                <a:path w="1708785" h="1760854">
                  <a:moveTo>
                    <a:pt x="505942" y="1396606"/>
                  </a:moveTo>
                  <a:lnTo>
                    <a:pt x="497141" y="1389011"/>
                  </a:lnTo>
                  <a:lnTo>
                    <a:pt x="467347" y="1423657"/>
                  </a:lnTo>
                  <a:lnTo>
                    <a:pt x="476199" y="1431251"/>
                  </a:lnTo>
                  <a:lnTo>
                    <a:pt x="505942" y="1396606"/>
                  </a:lnTo>
                  <a:close/>
                </a:path>
                <a:path w="1708785" h="1760854">
                  <a:moveTo>
                    <a:pt x="560400" y="1095578"/>
                  </a:moveTo>
                  <a:lnTo>
                    <a:pt x="552399" y="1087145"/>
                  </a:lnTo>
                  <a:lnTo>
                    <a:pt x="518934" y="1118997"/>
                  </a:lnTo>
                  <a:lnTo>
                    <a:pt x="526935" y="1127429"/>
                  </a:lnTo>
                  <a:lnTo>
                    <a:pt x="560400" y="1095578"/>
                  </a:lnTo>
                  <a:close/>
                </a:path>
                <a:path w="1708785" h="1760854">
                  <a:moveTo>
                    <a:pt x="564832" y="947712"/>
                  </a:moveTo>
                  <a:lnTo>
                    <a:pt x="557428" y="938720"/>
                  </a:lnTo>
                  <a:lnTo>
                    <a:pt x="522008" y="967968"/>
                  </a:lnTo>
                  <a:lnTo>
                    <a:pt x="529399" y="976960"/>
                  </a:lnTo>
                  <a:lnTo>
                    <a:pt x="564832" y="947712"/>
                  </a:lnTo>
                  <a:close/>
                </a:path>
                <a:path w="1708785" h="1760854">
                  <a:moveTo>
                    <a:pt x="565480" y="1327264"/>
                  </a:moveTo>
                  <a:lnTo>
                    <a:pt x="556641" y="1319669"/>
                  </a:lnTo>
                  <a:lnTo>
                    <a:pt x="526884" y="1354366"/>
                  </a:lnTo>
                  <a:lnTo>
                    <a:pt x="535686" y="1361909"/>
                  </a:lnTo>
                  <a:lnTo>
                    <a:pt x="565480" y="1327264"/>
                  </a:lnTo>
                  <a:close/>
                </a:path>
                <a:path w="1708785" h="1760854">
                  <a:moveTo>
                    <a:pt x="567524" y="751459"/>
                  </a:moveTo>
                  <a:lnTo>
                    <a:pt x="561200" y="741730"/>
                  </a:lnTo>
                  <a:lnTo>
                    <a:pt x="522516" y="766826"/>
                  </a:lnTo>
                  <a:lnTo>
                    <a:pt x="528891" y="776617"/>
                  </a:lnTo>
                  <a:lnTo>
                    <a:pt x="567524" y="751459"/>
                  </a:lnTo>
                  <a:close/>
                </a:path>
                <a:path w="1708785" h="1760854">
                  <a:moveTo>
                    <a:pt x="624967" y="1257960"/>
                  </a:moveTo>
                  <a:lnTo>
                    <a:pt x="616127" y="1250378"/>
                  </a:lnTo>
                  <a:lnTo>
                    <a:pt x="586384" y="1285024"/>
                  </a:lnTo>
                  <a:lnTo>
                    <a:pt x="595223" y="1292618"/>
                  </a:lnTo>
                  <a:lnTo>
                    <a:pt x="624967" y="1257960"/>
                  </a:lnTo>
                  <a:close/>
                </a:path>
                <a:path w="1708785" h="1760854">
                  <a:moveTo>
                    <a:pt x="627341" y="1031773"/>
                  </a:moveTo>
                  <a:lnTo>
                    <a:pt x="619340" y="1023340"/>
                  </a:lnTo>
                  <a:lnTo>
                    <a:pt x="585863" y="1055243"/>
                  </a:lnTo>
                  <a:lnTo>
                    <a:pt x="593877" y="1063675"/>
                  </a:lnTo>
                  <a:lnTo>
                    <a:pt x="627341" y="1031773"/>
                  </a:lnTo>
                  <a:close/>
                </a:path>
                <a:path w="1708785" h="1760854">
                  <a:moveTo>
                    <a:pt x="635774" y="889266"/>
                  </a:moveTo>
                  <a:lnTo>
                    <a:pt x="628370" y="880275"/>
                  </a:lnTo>
                  <a:lnTo>
                    <a:pt x="592899" y="909523"/>
                  </a:lnTo>
                  <a:lnTo>
                    <a:pt x="600303" y="918514"/>
                  </a:lnTo>
                  <a:lnTo>
                    <a:pt x="635774" y="889266"/>
                  </a:lnTo>
                  <a:close/>
                </a:path>
                <a:path w="1708785" h="1760854">
                  <a:moveTo>
                    <a:pt x="644804" y="701255"/>
                  </a:moveTo>
                  <a:lnTo>
                    <a:pt x="638467" y="691476"/>
                  </a:lnTo>
                  <a:lnTo>
                    <a:pt x="599833" y="716584"/>
                  </a:lnTo>
                  <a:lnTo>
                    <a:pt x="606158" y="726363"/>
                  </a:lnTo>
                  <a:lnTo>
                    <a:pt x="644804" y="701255"/>
                  </a:lnTo>
                  <a:close/>
                </a:path>
                <a:path w="1708785" h="1760854">
                  <a:moveTo>
                    <a:pt x="684466" y="1188618"/>
                  </a:moveTo>
                  <a:lnTo>
                    <a:pt x="675665" y="1181074"/>
                  </a:lnTo>
                  <a:lnTo>
                    <a:pt x="645922" y="1215720"/>
                  </a:lnTo>
                  <a:lnTo>
                    <a:pt x="654710" y="1223314"/>
                  </a:lnTo>
                  <a:lnTo>
                    <a:pt x="684466" y="1188618"/>
                  </a:lnTo>
                  <a:close/>
                </a:path>
                <a:path w="1708785" h="1760854">
                  <a:moveTo>
                    <a:pt x="694283" y="967968"/>
                  </a:moveTo>
                  <a:lnTo>
                    <a:pt x="686282" y="959535"/>
                  </a:lnTo>
                  <a:lnTo>
                    <a:pt x="652805" y="991438"/>
                  </a:lnTo>
                  <a:lnTo>
                    <a:pt x="660819" y="999871"/>
                  </a:lnTo>
                  <a:lnTo>
                    <a:pt x="694283" y="967968"/>
                  </a:lnTo>
                  <a:close/>
                </a:path>
                <a:path w="1708785" h="1760854">
                  <a:moveTo>
                    <a:pt x="706666" y="830821"/>
                  </a:moveTo>
                  <a:lnTo>
                    <a:pt x="699262" y="821829"/>
                  </a:lnTo>
                  <a:lnTo>
                    <a:pt x="663841" y="851027"/>
                  </a:lnTo>
                  <a:lnTo>
                    <a:pt x="671245" y="860018"/>
                  </a:lnTo>
                  <a:lnTo>
                    <a:pt x="706666" y="830821"/>
                  </a:lnTo>
                  <a:close/>
                </a:path>
                <a:path w="1708785" h="1760854">
                  <a:moveTo>
                    <a:pt x="722071" y="651014"/>
                  </a:moveTo>
                  <a:lnTo>
                    <a:pt x="715746" y="641235"/>
                  </a:lnTo>
                  <a:lnTo>
                    <a:pt x="677100" y="666381"/>
                  </a:lnTo>
                  <a:lnTo>
                    <a:pt x="683437" y="676109"/>
                  </a:lnTo>
                  <a:lnTo>
                    <a:pt x="722071" y="651014"/>
                  </a:lnTo>
                  <a:close/>
                </a:path>
                <a:path w="1708785" h="1760854">
                  <a:moveTo>
                    <a:pt x="744004" y="1119327"/>
                  </a:moveTo>
                  <a:lnTo>
                    <a:pt x="735152" y="1111732"/>
                  </a:lnTo>
                  <a:lnTo>
                    <a:pt x="705408" y="1146378"/>
                  </a:lnTo>
                  <a:lnTo>
                    <a:pt x="714248" y="1153972"/>
                  </a:lnTo>
                  <a:lnTo>
                    <a:pt x="744004" y="1119327"/>
                  </a:lnTo>
                  <a:close/>
                </a:path>
                <a:path w="1708785" h="1760854">
                  <a:moveTo>
                    <a:pt x="761225" y="904163"/>
                  </a:moveTo>
                  <a:lnTo>
                    <a:pt x="753211" y="895743"/>
                  </a:lnTo>
                  <a:lnTo>
                    <a:pt x="719747" y="927646"/>
                  </a:lnTo>
                  <a:lnTo>
                    <a:pt x="727748" y="936066"/>
                  </a:lnTo>
                  <a:lnTo>
                    <a:pt x="761225" y="904163"/>
                  </a:lnTo>
                  <a:close/>
                </a:path>
                <a:path w="1708785" h="1760854">
                  <a:moveTo>
                    <a:pt x="777608" y="772325"/>
                  </a:moveTo>
                  <a:lnTo>
                    <a:pt x="770204" y="763333"/>
                  </a:lnTo>
                  <a:lnTo>
                    <a:pt x="734733" y="792581"/>
                  </a:lnTo>
                  <a:lnTo>
                    <a:pt x="742137" y="801573"/>
                  </a:lnTo>
                  <a:lnTo>
                    <a:pt x="777608" y="772325"/>
                  </a:lnTo>
                  <a:close/>
                </a:path>
                <a:path w="1708785" h="1760854">
                  <a:moveTo>
                    <a:pt x="799388" y="600760"/>
                  </a:moveTo>
                  <a:lnTo>
                    <a:pt x="793013" y="590981"/>
                  </a:lnTo>
                  <a:lnTo>
                    <a:pt x="754380" y="616127"/>
                  </a:lnTo>
                  <a:lnTo>
                    <a:pt x="760704" y="625868"/>
                  </a:lnTo>
                  <a:lnTo>
                    <a:pt x="799388" y="600760"/>
                  </a:lnTo>
                  <a:close/>
                </a:path>
                <a:path w="1708785" h="1760854">
                  <a:moveTo>
                    <a:pt x="803490" y="1050023"/>
                  </a:moveTo>
                  <a:lnTo>
                    <a:pt x="794639" y="1042441"/>
                  </a:lnTo>
                  <a:lnTo>
                    <a:pt x="764895" y="1077087"/>
                  </a:lnTo>
                  <a:lnTo>
                    <a:pt x="773747" y="1084681"/>
                  </a:lnTo>
                  <a:lnTo>
                    <a:pt x="803490" y="1050023"/>
                  </a:lnTo>
                  <a:close/>
                </a:path>
                <a:path w="1708785" h="1760854">
                  <a:moveTo>
                    <a:pt x="828154" y="840409"/>
                  </a:moveTo>
                  <a:lnTo>
                    <a:pt x="820153" y="831989"/>
                  </a:lnTo>
                  <a:lnTo>
                    <a:pt x="786688" y="863841"/>
                  </a:lnTo>
                  <a:lnTo>
                    <a:pt x="794689" y="872274"/>
                  </a:lnTo>
                  <a:lnTo>
                    <a:pt x="828154" y="840409"/>
                  </a:lnTo>
                  <a:close/>
                </a:path>
                <a:path w="1708785" h="1760854">
                  <a:moveTo>
                    <a:pt x="848499" y="713879"/>
                  </a:moveTo>
                  <a:lnTo>
                    <a:pt x="841095" y="704888"/>
                  </a:lnTo>
                  <a:lnTo>
                    <a:pt x="805675" y="734136"/>
                  </a:lnTo>
                  <a:lnTo>
                    <a:pt x="813079" y="743127"/>
                  </a:lnTo>
                  <a:lnTo>
                    <a:pt x="848499" y="713879"/>
                  </a:lnTo>
                  <a:close/>
                </a:path>
                <a:path w="1708785" h="1760854">
                  <a:moveTo>
                    <a:pt x="862977" y="980681"/>
                  </a:moveTo>
                  <a:lnTo>
                    <a:pt x="854176" y="973137"/>
                  </a:lnTo>
                  <a:lnTo>
                    <a:pt x="824433" y="1007783"/>
                  </a:lnTo>
                  <a:lnTo>
                    <a:pt x="833234" y="1015377"/>
                  </a:lnTo>
                  <a:lnTo>
                    <a:pt x="862977" y="980681"/>
                  </a:lnTo>
                  <a:close/>
                </a:path>
                <a:path w="1708785" h="1760854">
                  <a:moveTo>
                    <a:pt x="876668" y="550506"/>
                  </a:moveTo>
                  <a:lnTo>
                    <a:pt x="870331" y="540727"/>
                  </a:lnTo>
                  <a:lnTo>
                    <a:pt x="831646" y="565886"/>
                  </a:lnTo>
                  <a:lnTo>
                    <a:pt x="838022" y="575614"/>
                  </a:lnTo>
                  <a:lnTo>
                    <a:pt x="876668" y="550506"/>
                  </a:lnTo>
                  <a:close/>
                </a:path>
                <a:path w="1708785" h="1760854">
                  <a:moveTo>
                    <a:pt x="895096" y="776617"/>
                  </a:moveTo>
                  <a:lnTo>
                    <a:pt x="887095" y="768184"/>
                  </a:lnTo>
                  <a:lnTo>
                    <a:pt x="853617" y="800087"/>
                  </a:lnTo>
                  <a:lnTo>
                    <a:pt x="861631" y="808507"/>
                  </a:lnTo>
                  <a:lnTo>
                    <a:pt x="895096" y="776617"/>
                  </a:lnTo>
                  <a:close/>
                </a:path>
                <a:path w="1708785" h="1760854">
                  <a:moveTo>
                    <a:pt x="919441" y="655434"/>
                  </a:moveTo>
                  <a:lnTo>
                    <a:pt x="912037" y="646442"/>
                  </a:lnTo>
                  <a:lnTo>
                    <a:pt x="876566" y="675652"/>
                  </a:lnTo>
                  <a:lnTo>
                    <a:pt x="883970" y="684631"/>
                  </a:lnTo>
                  <a:lnTo>
                    <a:pt x="919441" y="655434"/>
                  </a:lnTo>
                  <a:close/>
                </a:path>
                <a:path w="1708785" h="1760854">
                  <a:moveTo>
                    <a:pt x="922515" y="911390"/>
                  </a:moveTo>
                  <a:lnTo>
                    <a:pt x="913676" y="903795"/>
                  </a:lnTo>
                  <a:lnTo>
                    <a:pt x="883920" y="938441"/>
                  </a:lnTo>
                  <a:lnTo>
                    <a:pt x="892771" y="946035"/>
                  </a:lnTo>
                  <a:lnTo>
                    <a:pt x="922515" y="911390"/>
                  </a:lnTo>
                  <a:close/>
                </a:path>
                <a:path w="1708785" h="1760854">
                  <a:moveTo>
                    <a:pt x="953935" y="500265"/>
                  </a:moveTo>
                  <a:lnTo>
                    <a:pt x="947610" y="490524"/>
                  </a:lnTo>
                  <a:lnTo>
                    <a:pt x="908964" y="515632"/>
                  </a:lnTo>
                  <a:lnTo>
                    <a:pt x="915301" y="525411"/>
                  </a:lnTo>
                  <a:lnTo>
                    <a:pt x="953935" y="500265"/>
                  </a:lnTo>
                  <a:close/>
                </a:path>
                <a:path w="1708785" h="1760854">
                  <a:moveTo>
                    <a:pt x="962037" y="712812"/>
                  </a:moveTo>
                  <a:lnTo>
                    <a:pt x="954024" y="704380"/>
                  </a:lnTo>
                  <a:lnTo>
                    <a:pt x="920559" y="736282"/>
                  </a:lnTo>
                  <a:lnTo>
                    <a:pt x="928573" y="744715"/>
                  </a:lnTo>
                  <a:lnTo>
                    <a:pt x="962037" y="712812"/>
                  </a:lnTo>
                  <a:close/>
                </a:path>
                <a:path w="1708785" h="1760854">
                  <a:moveTo>
                    <a:pt x="982002" y="842086"/>
                  </a:moveTo>
                  <a:lnTo>
                    <a:pt x="973213" y="834504"/>
                  </a:lnTo>
                  <a:lnTo>
                    <a:pt x="943419" y="869149"/>
                  </a:lnTo>
                  <a:lnTo>
                    <a:pt x="952258" y="876744"/>
                  </a:lnTo>
                  <a:lnTo>
                    <a:pt x="982002" y="842086"/>
                  </a:lnTo>
                  <a:close/>
                </a:path>
                <a:path w="1708785" h="1760854">
                  <a:moveTo>
                    <a:pt x="990333" y="596938"/>
                  </a:moveTo>
                  <a:lnTo>
                    <a:pt x="982941" y="587959"/>
                  </a:lnTo>
                  <a:lnTo>
                    <a:pt x="947470" y="617207"/>
                  </a:lnTo>
                  <a:lnTo>
                    <a:pt x="954862" y="626186"/>
                  </a:lnTo>
                  <a:lnTo>
                    <a:pt x="990333" y="596938"/>
                  </a:lnTo>
                  <a:close/>
                </a:path>
                <a:path w="1708785" h="1760854">
                  <a:moveTo>
                    <a:pt x="1028979" y="649008"/>
                  </a:moveTo>
                  <a:lnTo>
                    <a:pt x="1020965" y="640575"/>
                  </a:lnTo>
                  <a:lnTo>
                    <a:pt x="987501" y="672477"/>
                  </a:lnTo>
                  <a:lnTo>
                    <a:pt x="995502" y="680910"/>
                  </a:lnTo>
                  <a:lnTo>
                    <a:pt x="1028979" y="649008"/>
                  </a:lnTo>
                  <a:close/>
                </a:path>
                <a:path w="1708785" h="1760854">
                  <a:moveTo>
                    <a:pt x="1031214" y="450011"/>
                  </a:moveTo>
                  <a:lnTo>
                    <a:pt x="1024877" y="440283"/>
                  </a:lnTo>
                  <a:lnTo>
                    <a:pt x="986243" y="465378"/>
                  </a:lnTo>
                  <a:lnTo>
                    <a:pt x="992568" y="475157"/>
                  </a:lnTo>
                  <a:lnTo>
                    <a:pt x="1031214" y="450011"/>
                  </a:lnTo>
                  <a:close/>
                </a:path>
                <a:path w="1708785" h="1760854">
                  <a:moveTo>
                    <a:pt x="1041539" y="772744"/>
                  </a:moveTo>
                  <a:lnTo>
                    <a:pt x="1032700" y="765149"/>
                  </a:lnTo>
                  <a:lnTo>
                    <a:pt x="1002957" y="799846"/>
                  </a:lnTo>
                  <a:lnTo>
                    <a:pt x="1011745" y="807389"/>
                  </a:lnTo>
                  <a:lnTo>
                    <a:pt x="1041539" y="772744"/>
                  </a:lnTo>
                  <a:close/>
                </a:path>
                <a:path w="1708785" h="1760854">
                  <a:moveTo>
                    <a:pt x="1061237" y="538492"/>
                  </a:moveTo>
                  <a:lnTo>
                    <a:pt x="1053833" y="529513"/>
                  </a:lnTo>
                  <a:lnTo>
                    <a:pt x="1018413" y="558749"/>
                  </a:lnTo>
                  <a:lnTo>
                    <a:pt x="1025804" y="567740"/>
                  </a:lnTo>
                  <a:lnTo>
                    <a:pt x="1061237" y="538492"/>
                  </a:lnTo>
                  <a:close/>
                </a:path>
                <a:path w="1708785" h="1760854">
                  <a:moveTo>
                    <a:pt x="1095959" y="585254"/>
                  </a:moveTo>
                  <a:lnTo>
                    <a:pt x="1087907" y="576821"/>
                  </a:lnTo>
                  <a:lnTo>
                    <a:pt x="1054442" y="608672"/>
                  </a:lnTo>
                  <a:lnTo>
                    <a:pt x="1062494" y="617105"/>
                  </a:lnTo>
                  <a:lnTo>
                    <a:pt x="1095959" y="585254"/>
                  </a:lnTo>
                  <a:close/>
                </a:path>
                <a:path w="1708785" h="1760854">
                  <a:moveTo>
                    <a:pt x="1101039" y="703453"/>
                  </a:moveTo>
                  <a:lnTo>
                    <a:pt x="1092187" y="695858"/>
                  </a:lnTo>
                  <a:lnTo>
                    <a:pt x="1062443" y="730504"/>
                  </a:lnTo>
                  <a:lnTo>
                    <a:pt x="1071283" y="738098"/>
                  </a:lnTo>
                  <a:lnTo>
                    <a:pt x="1101039" y="703453"/>
                  </a:lnTo>
                  <a:close/>
                </a:path>
                <a:path w="1708785" h="1760854">
                  <a:moveTo>
                    <a:pt x="1108532" y="399808"/>
                  </a:moveTo>
                  <a:lnTo>
                    <a:pt x="1102156" y="390029"/>
                  </a:lnTo>
                  <a:lnTo>
                    <a:pt x="1063510" y="415137"/>
                  </a:lnTo>
                  <a:lnTo>
                    <a:pt x="1069886" y="424916"/>
                  </a:lnTo>
                  <a:lnTo>
                    <a:pt x="1108532" y="399808"/>
                  </a:lnTo>
                  <a:close/>
                </a:path>
                <a:path w="1708785" h="1760854">
                  <a:moveTo>
                    <a:pt x="1132179" y="480047"/>
                  </a:moveTo>
                  <a:lnTo>
                    <a:pt x="1124775" y="471068"/>
                  </a:lnTo>
                  <a:lnTo>
                    <a:pt x="1089304" y="500265"/>
                  </a:lnTo>
                  <a:lnTo>
                    <a:pt x="1096708" y="509257"/>
                  </a:lnTo>
                  <a:lnTo>
                    <a:pt x="1132179" y="480047"/>
                  </a:lnTo>
                  <a:close/>
                </a:path>
                <a:path w="1708785" h="1760854">
                  <a:moveTo>
                    <a:pt x="1160526" y="634149"/>
                  </a:moveTo>
                  <a:lnTo>
                    <a:pt x="1151724" y="626567"/>
                  </a:lnTo>
                  <a:lnTo>
                    <a:pt x="1121930" y="661212"/>
                  </a:lnTo>
                  <a:lnTo>
                    <a:pt x="1130782" y="668807"/>
                  </a:lnTo>
                  <a:lnTo>
                    <a:pt x="1160526" y="634149"/>
                  </a:lnTo>
                  <a:close/>
                </a:path>
                <a:path w="1708785" h="1760854">
                  <a:moveTo>
                    <a:pt x="1162850" y="521449"/>
                  </a:moveTo>
                  <a:lnTo>
                    <a:pt x="1154849" y="513029"/>
                  </a:lnTo>
                  <a:lnTo>
                    <a:pt x="1121371" y="544918"/>
                  </a:lnTo>
                  <a:lnTo>
                    <a:pt x="1129423" y="553351"/>
                  </a:lnTo>
                  <a:lnTo>
                    <a:pt x="1162850" y="521449"/>
                  </a:lnTo>
                  <a:close/>
                </a:path>
                <a:path w="1708785" h="1760854">
                  <a:moveTo>
                    <a:pt x="1185799" y="349554"/>
                  </a:moveTo>
                  <a:lnTo>
                    <a:pt x="1179474" y="339775"/>
                  </a:lnTo>
                  <a:lnTo>
                    <a:pt x="1140828" y="364883"/>
                  </a:lnTo>
                  <a:lnTo>
                    <a:pt x="1147165" y="374662"/>
                  </a:lnTo>
                  <a:lnTo>
                    <a:pt x="1185799" y="349554"/>
                  </a:lnTo>
                  <a:close/>
                </a:path>
                <a:path w="1708785" h="1760854">
                  <a:moveTo>
                    <a:pt x="1203071" y="421563"/>
                  </a:moveTo>
                  <a:lnTo>
                    <a:pt x="1195666" y="412572"/>
                  </a:lnTo>
                  <a:lnTo>
                    <a:pt x="1160246" y="441820"/>
                  </a:lnTo>
                  <a:lnTo>
                    <a:pt x="1167650" y="450799"/>
                  </a:lnTo>
                  <a:lnTo>
                    <a:pt x="1203071" y="421563"/>
                  </a:lnTo>
                  <a:close/>
                </a:path>
                <a:path w="1708785" h="1760854">
                  <a:moveTo>
                    <a:pt x="1220063" y="564807"/>
                  </a:moveTo>
                  <a:lnTo>
                    <a:pt x="1211211" y="557212"/>
                  </a:lnTo>
                  <a:lnTo>
                    <a:pt x="1181468" y="591870"/>
                  </a:lnTo>
                  <a:lnTo>
                    <a:pt x="1190269" y="599452"/>
                  </a:lnTo>
                  <a:lnTo>
                    <a:pt x="1220063" y="564807"/>
                  </a:lnTo>
                  <a:close/>
                </a:path>
                <a:path w="1708785" h="1760854">
                  <a:moveTo>
                    <a:pt x="1229842" y="457657"/>
                  </a:moveTo>
                  <a:lnTo>
                    <a:pt x="1221778" y="449224"/>
                  </a:lnTo>
                  <a:lnTo>
                    <a:pt x="1188313" y="481126"/>
                  </a:lnTo>
                  <a:lnTo>
                    <a:pt x="1196314" y="489546"/>
                  </a:lnTo>
                  <a:lnTo>
                    <a:pt x="1229842" y="457657"/>
                  </a:lnTo>
                  <a:close/>
                </a:path>
                <a:path w="1708785" h="1760854">
                  <a:moveTo>
                    <a:pt x="1263078" y="299313"/>
                  </a:moveTo>
                  <a:lnTo>
                    <a:pt x="1256741" y="289534"/>
                  </a:lnTo>
                  <a:lnTo>
                    <a:pt x="1218107" y="314680"/>
                  </a:lnTo>
                  <a:lnTo>
                    <a:pt x="1224432" y="324408"/>
                  </a:lnTo>
                  <a:lnTo>
                    <a:pt x="1263078" y="299313"/>
                  </a:lnTo>
                  <a:close/>
                </a:path>
                <a:path w="1708785" h="1760854">
                  <a:moveTo>
                    <a:pt x="1274013" y="363118"/>
                  </a:moveTo>
                  <a:lnTo>
                    <a:pt x="1266609" y="354126"/>
                  </a:lnTo>
                  <a:lnTo>
                    <a:pt x="1231138" y="383374"/>
                  </a:lnTo>
                  <a:lnTo>
                    <a:pt x="1238542" y="392353"/>
                  </a:lnTo>
                  <a:lnTo>
                    <a:pt x="1274013" y="363118"/>
                  </a:lnTo>
                  <a:close/>
                </a:path>
                <a:path w="1708785" h="1760854">
                  <a:moveTo>
                    <a:pt x="1279550" y="495515"/>
                  </a:moveTo>
                  <a:lnTo>
                    <a:pt x="1270711" y="487921"/>
                  </a:lnTo>
                  <a:lnTo>
                    <a:pt x="1240967" y="522566"/>
                  </a:lnTo>
                  <a:lnTo>
                    <a:pt x="1249807" y="530161"/>
                  </a:lnTo>
                  <a:lnTo>
                    <a:pt x="1279550" y="495515"/>
                  </a:lnTo>
                  <a:close/>
                </a:path>
                <a:path w="1708785" h="1760854">
                  <a:moveTo>
                    <a:pt x="1296771" y="393852"/>
                  </a:moveTo>
                  <a:lnTo>
                    <a:pt x="1288719" y="385419"/>
                  </a:lnTo>
                  <a:lnTo>
                    <a:pt x="1255255" y="417322"/>
                  </a:lnTo>
                  <a:lnTo>
                    <a:pt x="1263307" y="425754"/>
                  </a:lnTo>
                  <a:lnTo>
                    <a:pt x="1296771" y="393852"/>
                  </a:lnTo>
                  <a:close/>
                </a:path>
                <a:path w="1708785" h="1760854">
                  <a:moveTo>
                    <a:pt x="1339037" y="426212"/>
                  </a:moveTo>
                  <a:lnTo>
                    <a:pt x="1330248" y="418630"/>
                  </a:lnTo>
                  <a:lnTo>
                    <a:pt x="1300454" y="453275"/>
                  </a:lnTo>
                  <a:lnTo>
                    <a:pt x="1309293" y="460870"/>
                  </a:lnTo>
                  <a:lnTo>
                    <a:pt x="1339037" y="426212"/>
                  </a:lnTo>
                  <a:close/>
                </a:path>
                <a:path w="1708785" h="1760854">
                  <a:moveTo>
                    <a:pt x="1340345" y="249059"/>
                  </a:moveTo>
                  <a:lnTo>
                    <a:pt x="1334020" y="239280"/>
                  </a:lnTo>
                  <a:lnTo>
                    <a:pt x="1295374" y="264426"/>
                  </a:lnTo>
                  <a:lnTo>
                    <a:pt x="1301711" y="274167"/>
                  </a:lnTo>
                  <a:lnTo>
                    <a:pt x="1340345" y="249059"/>
                  </a:lnTo>
                  <a:close/>
                </a:path>
                <a:path w="1708785" h="1760854">
                  <a:moveTo>
                    <a:pt x="1344904" y="304673"/>
                  </a:moveTo>
                  <a:lnTo>
                    <a:pt x="1337500" y="295681"/>
                  </a:lnTo>
                  <a:lnTo>
                    <a:pt x="1302080" y="324878"/>
                  </a:lnTo>
                  <a:lnTo>
                    <a:pt x="1309433" y="333870"/>
                  </a:lnTo>
                  <a:lnTo>
                    <a:pt x="1344904" y="304673"/>
                  </a:lnTo>
                  <a:close/>
                </a:path>
                <a:path w="1708785" h="1760854">
                  <a:moveTo>
                    <a:pt x="1363713" y="330098"/>
                  </a:moveTo>
                  <a:lnTo>
                    <a:pt x="1355661" y="321665"/>
                  </a:lnTo>
                  <a:lnTo>
                    <a:pt x="1322197" y="353517"/>
                  </a:lnTo>
                  <a:lnTo>
                    <a:pt x="1330248" y="361950"/>
                  </a:lnTo>
                  <a:lnTo>
                    <a:pt x="1363713" y="330098"/>
                  </a:lnTo>
                  <a:close/>
                </a:path>
                <a:path w="1708785" h="1760854">
                  <a:moveTo>
                    <a:pt x="1398574" y="356870"/>
                  </a:moveTo>
                  <a:lnTo>
                    <a:pt x="1389735" y="349275"/>
                  </a:lnTo>
                  <a:lnTo>
                    <a:pt x="1359992" y="383933"/>
                  </a:lnTo>
                  <a:lnTo>
                    <a:pt x="1368831" y="391515"/>
                  </a:lnTo>
                  <a:lnTo>
                    <a:pt x="1398574" y="356870"/>
                  </a:lnTo>
                  <a:close/>
                </a:path>
                <a:path w="1708785" h="1760854">
                  <a:moveTo>
                    <a:pt x="1415846" y="246176"/>
                  </a:moveTo>
                  <a:lnTo>
                    <a:pt x="1408442" y="237185"/>
                  </a:lnTo>
                  <a:lnTo>
                    <a:pt x="1372971" y="266433"/>
                  </a:lnTo>
                  <a:lnTo>
                    <a:pt x="1380375" y="275424"/>
                  </a:lnTo>
                  <a:lnTo>
                    <a:pt x="1415846" y="246176"/>
                  </a:lnTo>
                  <a:close/>
                </a:path>
                <a:path w="1708785" h="1760854">
                  <a:moveTo>
                    <a:pt x="1417662" y="198818"/>
                  </a:moveTo>
                  <a:lnTo>
                    <a:pt x="1411287" y="189026"/>
                  </a:lnTo>
                  <a:lnTo>
                    <a:pt x="1372654" y="214185"/>
                  </a:lnTo>
                  <a:lnTo>
                    <a:pt x="1379029" y="223913"/>
                  </a:lnTo>
                  <a:lnTo>
                    <a:pt x="1417662" y="198818"/>
                  </a:lnTo>
                  <a:close/>
                </a:path>
                <a:path w="1708785" h="1760854">
                  <a:moveTo>
                    <a:pt x="1430655" y="266293"/>
                  </a:moveTo>
                  <a:lnTo>
                    <a:pt x="1422603" y="257860"/>
                  </a:lnTo>
                  <a:lnTo>
                    <a:pt x="1389126" y="289763"/>
                  </a:lnTo>
                  <a:lnTo>
                    <a:pt x="1397177" y="298196"/>
                  </a:lnTo>
                  <a:lnTo>
                    <a:pt x="1430655" y="266293"/>
                  </a:lnTo>
                  <a:close/>
                </a:path>
                <a:path w="1708785" h="1760854">
                  <a:moveTo>
                    <a:pt x="1458074" y="287578"/>
                  </a:moveTo>
                  <a:lnTo>
                    <a:pt x="1449222" y="279984"/>
                  </a:lnTo>
                  <a:lnTo>
                    <a:pt x="1419479" y="314629"/>
                  </a:lnTo>
                  <a:lnTo>
                    <a:pt x="1428318" y="322224"/>
                  </a:lnTo>
                  <a:lnTo>
                    <a:pt x="1458074" y="287578"/>
                  </a:lnTo>
                  <a:close/>
                </a:path>
                <a:path w="1708785" h="1760854">
                  <a:moveTo>
                    <a:pt x="1486738" y="187731"/>
                  </a:moveTo>
                  <a:lnTo>
                    <a:pt x="1479346" y="178739"/>
                  </a:lnTo>
                  <a:lnTo>
                    <a:pt x="1443875" y="207987"/>
                  </a:lnTo>
                  <a:lnTo>
                    <a:pt x="1451267" y="216979"/>
                  </a:lnTo>
                  <a:lnTo>
                    <a:pt x="1486738" y="187731"/>
                  </a:lnTo>
                  <a:close/>
                </a:path>
                <a:path w="1708785" h="1760854">
                  <a:moveTo>
                    <a:pt x="1494942" y="148564"/>
                  </a:moveTo>
                  <a:lnTo>
                    <a:pt x="1488605" y="138823"/>
                  </a:lnTo>
                  <a:lnTo>
                    <a:pt x="1449971" y="163931"/>
                  </a:lnTo>
                  <a:lnTo>
                    <a:pt x="1456296" y="173710"/>
                  </a:lnTo>
                  <a:lnTo>
                    <a:pt x="1494942" y="148564"/>
                  </a:lnTo>
                  <a:close/>
                </a:path>
                <a:path w="1708785" h="1760854">
                  <a:moveTo>
                    <a:pt x="1497584" y="202488"/>
                  </a:moveTo>
                  <a:lnTo>
                    <a:pt x="1489532" y="194056"/>
                  </a:lnTo>
                  <a:lnTo>
                    <a:pt x="1456067" y="225958"/>
                  </a:lnTo>
                  <a:lnTo>
                    <a:pt x="1464119" y="234391"/>
                  </a:lnTo>
                  <a:lnTo>
                    <a:pt x="1497584" y="202488"/>
                  </a:lnTo>
                  <a:close/>
                </a:path>
                <a:path w="1708785" h="1760854">
                  <a:moveTo>
                    <a:pt x="1517561" y="218236"/>
                  </a:moveTo>
                  <a:lnTo>
                    <a:pt x="1508760" y="210642"/>
                  </a:lnTo>
                  <a:lnTo>
                    <a:pt x="1479016" y="245338"/>
                  </a:lnTo>
                  <a:lnTo>
                    <a:pt x="1487817" y="252933"/>
                  </a:lnTo>
                  <a:lnTo>
                    <a:pt x="1517561" y="218236"/>
                  </a:lnTo>
                  <a:close/>
                </a:path>
                <a:path w="1708785" h="1760854">
                  <a:moveTo>
                    <a:pt x="1564525" y="138684"/>
                  </a:moveTo>
                  <a:lnTo>
                    <a:pt x="1556473" y="130276"/>
                  </a:lnTo>
                  <a:lnTo>
                    <a:pt x="1557680" y="129286"/>
                  </a:lnTo>
                  <a:lnTo>
                    <a:pt x="1550238" y="120294"/>
                  </a:lnTo>
                  <a:lnTo>
                    <a:pt x="1514817" y="149491"/>
                  </a:lnTo>
                  <a:lnTo>
                    <a:pt x="1522209" y="158483"/>
                  </a:lnTo>
                  <a:lnTo>
                    <a:pt x="1556346" y="130378"/>
                  </a:lnTo>
                  <a:lnTo>
                    <a:pt x="1523009" y="162166"/>
                  </a:lnTo>
                  <a:lnTo>
                    <a:pt x="1531061" y="170586"/>
                  </a:lnTo>
                  <a:lnTo>
                    <a:pt x="1564525" y="138684"/>
                  </a:lnTo>
                  <a:close/>
                </a:path>
                <a:path w="1708785" h="1760854">
                  <a:moveTo>
                    <a:pt x="1572209" y="98310"/>
                  </a:moveTo>
                  <a:lnTo>
                    <a:pt x="1565884" y="88582"/>
                  </a:lnTo>
                  <a:lnTo>
                    <a:pt x="1527238" y="113677"/>
                  </a:lnTo>
                  <a:lnTo>
                    <a:pt x="1533575" y="123456"/>
                  </a:lnTo>
                  <a:lnTo>
                    <a:pt x="1572209" y="98310"/>
                  </a:lnTo>
                  <a:close/>
                </a:path>
                <a:path w="1708785" h="1760854">
                  <a:moveTo>
                    <a:pt x="1577098" y="148932"/>
                  </a:moveTo>
                  <a:lnTo>
                    <a:pt x="1568246" y="141338"/>
                  </a:lnTo>
                  <a:lnTo>
                    <a:pt x="1538503" y="175996"/>
                  </a:lnTo>
                  <a:lnTo>
                    <a:pt x="1547355" y="183578"/>
                  </a:lnTo>
                  <a:lnTo>
                    <a:pt x="1577098" y="148932"/>
                  </a:lnTo>
                  <a:close/>
                </a:path>
                <a:path w="1708785" h="1760854">
                  <a:moveTo>
                    <a:pt x="1649526" y="48107"/>
                  </a:moveTo>
                  <a:lnTo>
                    <a:pt x="1643151" y="38328"/>
                  </a:lnTo>
                  <a:lnTo>
                    <a:pt x="1604518" y="63436"/>
                  </a:lnTo>
                  <a:lnTo>
                    <a:pt x="1609610" y="71335"/>
                  </a:lnTo>
                  <a:lnTo>
                    <a:pt x="1585709" y="91046"/>
                  </a:lnTo>
                  <a:lnTo>
                    <a:pt x="1590941" y="97421"/>
                  </a:lnTo>
                  <a:lnTo>
                    <a:pt x="1589951" y="98361"/>
                  </a:lnTo>
                  <a:lnTo>
                    <a:pt x="1598002" y="106794"/>
                  </a:lnTo>
                  <a:lnTo>
                    <a:pt x="1606842" y="114287"/>
                  </a:lnTo>
                  <a:lnTo>
                    <a:pt x="1636585" y="79641"/>
                  </a:lnTo>
                  <a:lnTo>
                    <a:pt x="1631302" y="75095"/>
                  </a:lnTo>
                  <a:lnTo>
                    <a:pt x="1631467" y="74930"/>
                  </a:lnTo>
                  <a:lnTo>
                    <a:pt x="1627974" y="71297"/>
                  </a:lnTo>
                  <a:lnTo>
                    <a:pt x="1628584" y="70789"/>
                  </a:lnTo>
                  <a:lnTo>
                    <a:pt x="1623695" y="64871"/>
                  </a:lnTo>
                  <a:lnTo>
                    <a:pt x="1649526" y="48107"/>
                  </a:lnTo>
                  <a:close/>
                </a:path>
                <a:path w="1708785" h="1760854">
                  <a:moveTo>
                    <a:pt x="1682203" y="26543"/>
                  </a:moveTo>
                  <a:lnTo>
                    <a:pt x="1677746" y="22733"/>
                  </a:lnTo>
                  <a:lnTo>
                    <a:pt x="1674063" y="18262"/>
                  </a:lnTo>
                  <a:lnTo>
                    <a:pt x="1673733" y="18542"/>
                  </a:lnTo>
                  <a:lnTo>
                    <a:pt x="1656092" y="33070"/>
                  </a:lnTo>
                  <a:lnTo>
                    <a:pt x="1657146" y="34353"/>
                  </a:lnTo>
                  <a:lnTo>
                    <a:pt x="1656880" y="34607"/>
                  </a:lnTo>
                  <a:lnTo>
                    <a:pt x="1658467" y="36283"/>
                  </a:lnTo>
                  <a:lnTo>
                    <a:pt x="1658188" y="36601"/>
                  </a:lnTo>
                  <a:lnTo>
                    <a:pt x="1660982" y="39014"/>
                  </a:lnTo>
                  <a:lnTo>
                    <a:pt x="1663496" y="42062"/>
                  </a:lnTo>
                  <a:lnTo>
                    <a:pt x="1663763" y="41833"/>
                  </a:lnTo>
                  <a:lnTo>
                    <a:pt x="1664931" y="43040"/>
                  </a:lnTo>
                  <a:lnTo>
                    <a:pt x="1665274" y="42710"/>
                  </a:lnTo>
                  <a:lnTo>
                    <a:pt x="1667027" y="44196"/>
                  </a:lnTo>
                  <a:lnTo>
                    <a:pt x="1682203" y="26543"/>
                  </a:lnTo>
                  <a:close/>
                </a:path>
                <a:path w="1708785" h="1760854">
                  <a:moveTo>
                    <a:pt x="1708416" y="9779"/>
                  </a:moveTo>
                  <a:lnTo>
                    <a:pt x="1702079" y="0"/>
                  </a:lnTo>
                  <a:lnTo>
                    <a:pt x="1682584" y="12674"/>
                  </a:lnTo>
                  <a:lnTo>
                    <a:pt x="1688909" y="22453"/>
                  </a:lnTo>
                  <a:lnTo>
                    <a:pt x="1708416" y="9779"/>
                  </a:lnTo>
                  <a:close/>
                </a:path>
              </a:pathLst>
            </a:custGeom>
            <a:solidFill>
              <a:srgbClr val="F794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2025523" y="6527393"/>
              <a:ext cx="1654175" cy="1652905"/>
            </a:xfrm>
            <a:custGeom>
              <a:avLst/>
              <a:gdLst/>
              <a:ahLst/>
              <a:cxnLst/>
              <a:rect l="l" t="t" r="r" b="b"/>
              <a:pathLst>
                <a:path w="1654175" h="1652904">
                  <a:moveTo>
                    <a:pt x="4140" y="1308722"/>
                  </a:moveTo>
                  <a:lnTo>
                    <a:pt x="0" y="1305598"/>
                  </a:lnTo>
                  <a:lnTo>
                    <a:pt x="0" y="1309141"/>
                  </a:lnTo>
                  <a:lnTo>
                    <a:pt x="139" y="1309141"/>
                  </a:lnTo>
                  <a:lnTo>
                    <a:pt x="4140" y="1308722"/>
                  </a:lnTo>
                  <a:close/>
                </a:path>
                <a:path w="1654175" h="1652904">
                  <a:moveTo>
                    <a:pt x="1057605" y="3581"/>
                  </a:moveTo>
                  <a:lnTo>
                    <a:pt x="1057554" y="0"/>
                  </a:lnTo>
                  <a:lnTo>
                    <a:pt x="1053503" y="469"/>
                  </a:lnTo>
                  <a:lnTo>
                    <a:pt x="1057605" y="3581"/>
                  </a:lnTo>
                  <a:close/>
                </a:path>
                <a:path w="1654175" h="1652904">
                  <a:moveTo>
                    <a:pt x="1653908" y="1646453"/>
                  </a:moveTo>
                  <a:lnTo>
                    <a:pt x="1646364" y="1647240"/>
                  </a:lnTo>
                  <a:lnTo>
                    <a:pt x="1653908" y="1652879"/>
                  </a:lnTo>
                  <a:lnTo>
                    <a:pt x="1653908" y="1646453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071493" y="6522173"/>
              <a:ext cx="7620" cy="6985"/>
            </a:xfrm>
            <a:custGeom>
              <a:avLst/>
              <a:gdLst/>
              <a:ahLst/>
              <a:cxnLst/>
              <a:rect l="l" t="t" r="r" b="b"/>
              <a:pathLst>
                <a:path w="7619" h="6984">
                  <a:moveTo>
                    <a:pt x="0" y="0"/>
                  </a:moveTo>
                  <a:lnTo>
                    <a:pt x="0" y="6426"/>
                  </a:lnTo>
                  <a:lnTo>
                    <a:pt x="7308" y="5680"/>
                  </a:lnTo>
                  <a:lnTo>
                    <a:pt x="7495" y="5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078989" y="65278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016027" y="7824842"/>
              <a:ext cx="1673225" cy="349250"/>
            </a:xfrm>
            <a:custGeom>
              <a:avLst/>
              <a:gdLst/>
              <a:ahLst/>
              <a:cxnLst/>
              <a:rect l="l" t="t" r="r" b="b"/>
              <a:pathLst>
                <a:path w="1673225" h="349250">
                  <a:moveTo>
                    <a:pt x="1663359" y="340848"/>
                  </a:moveTo>
                  <a:lnTo>
                    <a:pt x="1663405" y="348999"/>
                  </a:lnTo>
                  <a:lnTo>
                    <a:pt x="1672855" y="347974"/>
                  </a:lnTo>
                  <a:lnTo>
                    <a:pt x="1663359" y="340848"/>
                  </a:lnTo>
                  <a:close/>
                </a:path>
                <a:path w="1673225" h="349250">
                  <a:moveTo>
                    <a:pt x="9450" y="0"/>
                  </a:moveTo>
                  <a:lnTo>
                    <a:pt x="0" y="977"/>
                  </a:lnTo>
                  <a:lnTo>
                    <a:pt x="9450" y="8103"/>
                  </a:lnTo>
                  <a:lnTo>
                    <a:pt x="945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2036695" y="6656203"/>
              <a:ext cx="584835" cy="1167765"/>
            </a:xfrm>
            <a:custGeom>
              <a:avLst/>
              <a:gdLst/>
              <a:ahLst/>
              <a:cxnLst/>
              <a:rect l="l" t="t" r="r" b="b"/>
              <a:pathLst>
                <a:path w="584835" h="1167765">
                  <a:moveTo>
                    <a:pt x="0" y="0"/>
                  </a:moveTo>
                  <a:lnTo>
                    <a:pt x="88" y="246311"/>
                  </a:lnTo>
                  <a:lnTo>
                    <a:pt x="130" y="362411"/>
                  </a:lnTo>
                  <a:lnTo>
                    <a:pt x="253" y="706427"/>
                  </a:lnTo>
                  <a:lnTo>
                    <a:pt x="297" y="827836"/>
                  </a:lnTo>
                  <a:lnTo>
                    <a:pt x="419" y="1167381"/>
                  </a:lnTo>
                  <a:lnTo>
                    <a:pt x="376913" y="1127564"/>
                  </a:lnTo>
                  <a:lnTo>
                    <a:pt x="376913" y="1122069"/>
                  </a:lnTo>
                  <a:lnTo>
                    <a:pt x="429029" y="1122069"/>
                  </a:lnTo>
                  <a:lnTo>
                    <a:pt x="568974" y="1107259"/>
                  </a:lnTo>
                  <a:lnTo>
                    <a:pt x="192157" y="1107259"/>
                  </a:lnTo>
                  <a:lnTo>
                    <a:pt x="192157" y="1060688"/>
                  </a:lnTo>
                  <a:lnTo>
                    <a:pt x="290664" y="1060688"/>
                  </a:lnTo>
                  <a:lnTo>
                    <a:pt x="281020" y="1053423"/>
                  </a:lnTo>
                  <a:lnTo>
                    <a:pt x="280973" y="1014117"/>
                  </a:lnTo>
                  <a:lnTo>
                    <a:pt x="192110" y="1014117"/>
                  </a:lnTo>
                  <a:lnTo>
                    <a:pt x="192110" y="967548"/>
                  </a:lnTo>
                  <a:lnTo>
                    <a:pt x="376853" y="967548"/>
                  </a:lnTo>
                  <a:lnTo>
                    <a:pt x="376819" y="935786"/>
                  </a:lnTo>
                  <a:lnTo>
                    <a:pt x="584326" y="935786"/>
                  </a:lnTo>
                  <a:lnTo>
                    <a:pt x="584318" y="920977"/>
                  </a:lnTo>
                  <a:lnTo>
                    <a:pt x="192063" y="920977"/>
                  </a:lnTo>
                  <a:lnTo>
                    <a:pt x="192063" y="874406"/>
                  </a:lnTo>
                  <a:lnTo>
                    <a:pt x="355091" y="874406"/>
                  </a:lnTo>
                  <a:lnTo>
                    <a:pt x="343024" y="865325"/>
                  </a:lnTo>
                  <a:lnTo>
                    <a:pt x="350053" y="856011"/>
                  </a:lnTo>
                  <a:lnTo>
                    <a:pt x="584289" y="856011"/>
                  </a:lnTo>
                  <a:lnTo>
                    <a:pt x="584288" y="853450"/>
                  </a:lnTo>
                  <a:lnTo>
                    <a:pt x="327337" y="853450"/>
                  </a:lnTo>
                  <a:lnTo>
                    <a:pt x="293336" y="827836"/>
                  </a:lnTo>
                  <a:lnTo>
                    <a:pt x="192063" y="827836"/>
                  </a:lnTo>
                  <a:lnTo>
                    <a:pt x="192017" y="781265"/>
                  </a:lnTo>
                  <a:lnTo>
                    <a:pt x="231554" y="781265"/>
                  </a:lnTo>
                  <a:lnTo>
                    <a:pt x="194344" y="753183"/>
                  </a:lnTo>
                  <a:lnTo>
                    <a:pt x="201326" y="743869"/>
                  </a:lnTo>
                  <a:lnTo>
                    <a:pt x="217129" y="743869"/>
                  </a:lnTo>
                  <a:lnTo>
                    <a:pt x="216781" y="740656"/>
                  </a:lnTo>
                  <a:lnTo>
                    <a:pt x="263098" y="735766"/>
                  </a:lnTo>
                  <a:lnTo>
                    <a:pt x="309899" y="735766"/>
                  </a:lnTo>
                  <a:lnTo>
                    <a:pt x="309369" y="730876"/>
                  </a:lnTo>
                  <a:lnTo>
                    <a:pt x="355686" y="725986"/>
                  </a:lnTo>
                  <a:lnTo>
                    <a:pt x="402466" y="725986"/>
                  </a:lnTo>
                  <a:lnTo>
                    <a:pt x="401956" y="721097"/>
                  </a:lnTo>
                  <a:lnTo>
                    <a:pt x="448273" y="716207"/>
                  </a:lnTo>
                  <a:lnTo>
                    <a:pt x="495055" y="716207"/>
                  </a:lnTo>
                  <a:lnTo>
                    <a:pt x="494543" y="711316"/>
                  </a:lnTo>
                  <a:lnTo>
                    <a:pt x="540859" y="706427"/>
                  </a:lnTo>
                  <a:lnTo>
                    <a:pt x="584222" y="706427"/>
                  </a:lnTo>
                  <a:lnTo>
                    <a:pt x="584104" y="440369"/>
                  </a:lnTo>
                  <a:lnTo>
                    <a:pt x="480700" y="362411"/>
                  </a:lnTo>
                  <a:lnTo>
                    <a:pt x="36634" y="362411"/>
                  </a:lnTo>
                  <a:lnTo>
                    <a:pt x="30722" y="352352"/>
                  </a:lnTo>
                  <a:lnTo>
                    <a:pt x="61505" y="334189"/>
                  </a:lnTo>
                  <a:lnTo>
                    <a:pt x="25182" y="334189"/>
                  </a:lnTo>
                  <a:lnTo>
                    <a:pt x="20760" y="323432"/>
                  </a:lnTo>
                  <a:lnTo>
                    <a:pt x="64099" y="305642"/>
                  </a:lnTo>
                  <a:lnTo>
                    <a:pt x="113608" y="305642"/>
                  </a:lnTo>
                  <a:lnTo>
                    <a:pt x="112650" y="304011"/>
                  </a:lnTo>
                  <a:lnTo>
                    <a:pt x="121744" y="298655"/>
                  </a:lnTo>
                  <a:lnTo>
                    <a:pt x="111812" y="298655"/>
                  </a:lnTo>
                  <a:lnTo>
                    <a:pt x="107790" y="288829"/>
                  </a:lnTo>
                  <a:lnTo>
                    <a:pt x="15501" y="288829"/>
                  </a:lnTo>
                  <a:lnTo>
                    <a:pt x="13592" y="277327"/>
                  </a:lnTo>
                  <a:lnTo>
                    <a:pt x="58559" y="269782"/>
                  </a:lnTo>
                  <a:lnTo>
                    <a:pt x="104816" y="269782"/>
                  </a:lnTo>
                  <a:lnTo>
                    <a:pt x="103898" y="264380"/>
                  </a:lnTo>
                  <a:lnTo>
                    <a:pt x="5632" y="264380"/>
                  </a:lnTo>
                  <a:lnTo>
                    <a:pt x="5212" y="254833"/>
                  </a:lnTo>
                  <a:lnTo>
                    <a:pt x="5120" y="252737"/>
                  </a:lnTo>
                  <a:lnTo>
                    <a:pt x="52415" y="250595"/>
                  </a:lnTo>
                  <a:lnTo>
                    <a:pt x="99803" y="250595"/>
                  </a:lnTo>
                  <a:lnTo>
                    <a:pt x="99708" y="248453"/>
                  </a:lnTo>
                  <a:lnTo>
                    <a:pt x="147003" y="246311"/>
                  </a:lnTo>
                  <a:lnTo>
                    <a:pt x="326706" y="246311"/>
                  </a:lnTo>
                  <a:lnTo>
                    <a:pt x="0" y="0"/>
                  </a:lnTo>
                  <a:close/>
                </a:path>
                <a:path w="584835" h="1167765">
                  <a:moveTo>
                    <a:pt x="429029" y="1122069"/>
                  </a:moveTo>
                  <a:lnTo>
                    <a:pt x="388550" y="1122069"/>
                  </a:lnTo>
                  <a:lnTo>
                    <a:pt x="388550" y="1126352"/>
                  </a:lnTo>
                  <a:lnTo>
                    <a:pt x="429029" y="1122069"/>
                  </a:lnTo>
                  <a:close/>
                </a:path>
                <a:path w="584835" h="1167765">
                  <a:moveTo>
                    <a:pt x="290664" y="1060688"/>
                  </a:moveTo>
                  <a:lnTo>
                    <a:pt x="203794" y="1060688"/>
                  </a:lnTo>
                  <a:lnTo>
                    <a:pt x="203794" y="1107259"/>
                  </a:lnTo>
                  <a:lnTo>
                    <a:pt x="568974" y="1107259"/>
                  </a:lnTo>
                  <a:lnTo>
                    <a:pt x="584384" y="1105628"/>
                  </a:lnTo>
                  <a:lnTo>
                    <a:pt x="584362" y="1075498"/>
                  </a:lnTo>
                  <a:lnTo>
                    <a:pt x="376913" y="1075498"/>
                  </a:lnTo>
                  <a:lnTo>
                    <a:pt x="376913" y="1070748"/>
                  </a:lnTo>
                  <a:lnTo>
                    <a:pt x="304016" y="1070748"/>
                  </a:lnTo>
                  <a:lnTo>
                    <a:pt x="290664" y="1060688"/>
                  </a:lnTo>
                  <a:close/>
                </a:path>
                <a:path w="584835" h="1167765">
                  <a:moveTo>
                    <a:pt x="584338" y="1041129"/>
                  </a:moveTo>
                  <a:lnTo>
                    <a:pt x="388503" y="1061853"/>
                  </a:lnTo>
                  <a:lnTo>
                    <a:pt x="388550" y="1075498"/>
                  </a:lnTo>
                  <a:lnTo>
                    <a:pt x="584362" y="1075498"/>
                  </a:lnTo>
                  <a:lnTo>
                    <a:pt x="584338" y="1041129"/>
                  </a:lnTo>
                  <a:close/>
                </a:path>
                <a:path w="584835" h="1167765">
                  <a:moveTo>
                    <a:pt x="376913" y="1063063"/>
                  </a:moveTo>
                  <a:lnTo>
                    <a:pt x="304201" y="1070748"/>
                  </a:lnTo>
                  <a:lnTo>
                    <a:pt x="376913" y="1070748"/>
                  </a:lnTo>
                  <a:lnTo>
                    <a:pt x="376913" y="1063063"/>
                  </a:lnTo>
                  <a:close/>
                </a:path>
                <a:path w="584835" h="1167765">
                  <a:moveTo>
                    <a:pt x="304016" y="1050955"/>
                  </a:moveTo>
                  <a:lnTo>
                    <a:pt x="280538" y="1053423"/>
                  </a:lnTo>
                  <a:lnTo>
                    <a:pt x="281020" y="1053423"/>
                  </a:lnTo>
                  <a:lnTo>
                    <a:pt x="304016" y="1050955"/>
                  </a:lnTo>
                  <a:close/>
                </a:path>
                <a:path w="584835" h="1167765">
                  <a:moveTo>
                    <a:pt x="376853" y="967548"/>
                  </a:moveTo>
                  <a:lnTo>
                    <a:pt x="203747" y="967548"/>
                  </a:lnTo>
                  <a:lnTo>
                    <a:pt x="203747" y="1014117"/>
                  </a:lnTo>
                  <a:lnTo>
                    <a:pt x="280973" y="1014117"/>
                  </a:lnTo>
                  <a:lnTo>
                    <a:pt x="280973" y="989854"/>
                  </a:lnTo>
                  <a:lnTo>
                    <a:pt x="376866" y="979702"/>
                  </a:lnTo>
                  <a:lnTo>
                    <a:pt x="376853" y="967548"/>
                  </a:lnTo>
                  <a:close/>
                </a:path>
                <a:path w="584835" h="1167765">
                  <a:moveTo>
                    <a:pt x="584326" y="935786"/>
                  </a:moveTo>
                  <a:lnTo>
                    <a:pt x="388457" y="935786"/>
                  </a:lnTo>
                  <a:lnTo>
                    <a:pt x="388503" y="978491"/>
                  </a:lnTo>
                  <a:lnTo>
                    <a:pt x="584338" y="957767"/>
                  </a:lnTo>
                  <a:lnTo>
                    <a:pt x="584326" y="935786"/>
                  </a:lnTo>
                  <a:close/>
                </a:path>
                <a:path w="584835" h="1167765">
                  <a:moveTo>
                    <a:pt x="355091" y="874406"/>
                  </a:moveTo>
                  <a:lnTo>
                    <a:pt x="203701" y="874406"/>
                  </a:lnTo>
                  <a:lnTo>
                    <a:pt x="203701" y="920977"/>
                  </a:lnTo>
                  <a:lnTo>
                    <a:pt x="584318" y="920977"/>
                  </a:lnTo>
                  <a:lnTo>
                    <a:pt x="584303" y="893872"/>
                  </a:lnTo>
                  <a:lnTo>
                    <a:pt x="380961" y="893872"/>
                  </a:lnTo>
                  <a:lnTo>
                    <a:pt x="355091" y="874406"/>
                  </a:lnTo>
                  <a:close/>
                </a:path>
                <a:path w="584835" h="1167765">
                  <a:moveTo>
                    <a:pt x="456902" y="879110"/>
                  </a:moveTo>
                  <a:lnTo>
                    <a:pt x="410102" y="879110"/>
                  </a:lnTo>
                  <a:lnTo>
                    <a:pt x="411312" y="890706"/>
                  </a:lnTo>
                  <a:lnTo>
                    <a:pt x="381101" y="893872"/>
                  </a:lnTo>
                  <a:lnTo>
                    <a:pt x="584303" y="893872"/>
                  </a:lnTo>
                  <a:lnTo>
                    <a:pt x="584298" y="885816"/>
                  </a:lnTo>
                  <a:lnTo>
                    <a:pt x="457629" y="885816"/>
                  </a:lnTo>
                  <a:lnTo>
                    <a:pt x="456902" y="879110"/>
                  </a:lnTo>
                  <a:close/>
                </a:path>
                <a:path w="584835" h="1167765">
                  <a:moveTo>
                    <a:pt x="549492" y="869330"/>
                  </a:moveTo>
                  <a:lnTo>
                    <a:pt x="502690" y="869330"/>
                  </a:lnTo>
                  <a:lnTo>
                    <a:pt x="503900" y="880926"/>
                  </a:lnTo>
                  <a:lnTo>
                    <a:pt x="457629" y="885816"/>
                  </a:lnTo>
                  <a:lnTo>
                    <a:pt x="584298" y="885816"/>
                  </a:lnTo>
                  <a:lnTo>
                    <a:pt x="584293" y="875990"/>
                  </a:lnTo>
                  <a:lnTo>
                    <a:pt x="550217" y="875990"/>
                  </a:lnTo>
                  <a:lnTo>
                    <a:pt x="549492" y="869330"/>
                  </a:lnTo>
                  <a:close/>
                </a:path>
                <a:path w="584835" h="1167765">
                  <a:moveTo>
                    <a:pt x="584289" y="856011"/>
                  </a:moveTo>
                  <a:lnTo>
                    <a:pt x="350053" y="856011"/>
                  </a:lnTo>
                  <a:lnTo>
                    <a:pt x="384314" y="881857"/>
                  </a:lnTo>
                  <a:lnTo>
                    <a:pt x="410102" y="879110"/>
                  </a:lnTo>
                  <a:lnTo>
                    <a:pt x="456902" y="879110"/>
                  </a:lnTo>
                  <a:lnTo>
                    <a:pt x="456393" y="874406"/>
                  </a:lnTo>
                  <a:lnTo>
                    <a:pt x="456373" y="874221"/>
                  </a:lnTo>
                  <a:lnTo>
                    <a:pt x="502690" y="869330"/>
                  </a:lnTo>
                  <a:lnTo>
                    <a:pt x="549492" y="869330"/>
                  </a:lnTo>
                  <a:lnTo>
                    <a:pt x="549056" y="865325"/>
                  </a:lnTo>
                  <a:lnTo>
                    <a:pt x="548960" y="864440"/>
                  </a:lnTo>
                  <a:lnTo>
                    <a:pt x="584291" y="860714"/>
                  </a:lnTo>
                  <a:lnTo>
                    <a:pt x="584289" y="856011"/>
                  </a:lnTo>
                  <a:close/>
                </a:path>
                <a:path w="584835" h="1167765">
                  <a:moveTo>
                    <a:pt x="584291" y="872404"/>
                  </a:moveTo>
                  <a:lnTo>
                    <a:pt x="550217" y="875990"/>
                  </a:lnTo>
                  <a:lnTo>
                    <a:pt x="584293" y="875990"/>
                  </a:lnTo>
                  <a:lnTo>
                    <a:pt x="584291" y="872404"/>
                  </a:lnTo>
                  <a:close/>
                </a:path>
                <a:path w="584835" h="1167765">
                  <a:moveTo>
                    <a:pt x="584264" y="799941"/>
                  </a:moveTo>
                  <a:lnTo>
                    <a:pt x="275667" y="799941"/>
                  </a:lnTo>
                  <a:lnTo>
                    <a:pt x="334366" y="844135"/>
                  </a:lnTo>
                  <a:lnTo>
                    <a:pt x="327337" y="853450"/>
                  </a:lnTo>
                  <a:lnTo>
                    <a:pt x="584288" y="853450"/>
                  </a:lnTo>
                  <a:lnTo>
                    <a:pt x="584264" y="799941"/>
                  </a:lnTo>
                  <a:close/>
                </a:path>
                <a:path w="584835" h="1167765">
                  <a:moveTo>
                    <a:pt x="231599" y="781265"/>
                  </a:moveTo>
                  <a:lnTo>
                    <a:pt x="203654" y="781265"/>
                  </a:lnTo>
                  <a:lnTo>
                    <a:pt x="203701" y="827836"/>
                  </a:lnTo>
                  <a:lnTo>
                    <a:pt x="293336" y="827836"/>
                  </a:lnTo>
                  <a:lnTo>
                    <a:pt x="268685" y="809254"/>
                  </a:lnTo>
                  <a:lnTo>
                    <a:pt x="275667" y="799941"/>
                  </a:lnTo>
                  <a:lnTo>
                    <a:pt x="584264" y="799941"/>
                  </a:lnTo>
                  <a:lnTo>
                    <a:pt x="584263" y="797379"/>
                  </a:lnTo>
                  <a:lnTo>
                    <a:pt x="252997" y="797379"/>
                  </a:lnTo>
                  <a:lnTo>
                    <a:pt x="231599" y="781265"/>
                  </a:lnTo>
                  <a:close/>
                </a:path>
                <a:path w="584835" h="1167765">
                  <a:moveTo>
                    <a:pt x="217129" y="743869"/>
                  </a:moveTo>
                  <a:lnTo>
                    <a:pt x="201326" y="743869"/>
                  </a:lnTo>
                  <a:lnTo>
                    <a:pt x="259980" y="788111"/>
                  </a:lnTo>
                  <a:lnTo>
                    <a:pt x="252997" y="797379"/>
                  </a:lnTo>
                  <a:lnTo>
                    <a:pt x="584263" y="797379"/>
                  </a:lnTo>
                  <a:lnTo>
                    <a:pt x="584243" y="752252"/>
                  </a:lnTo>
                  <a:lnTo>
                    <a:pt x="218038" y="752252"/>
                  </a:lnTo>
                  <a:lnTo>
                    <a:pt x="217129" y="743869"/>
                  </a:lnTo>
                  <a:close/>
                </a:path>
                <a:path w="584835" h="1167765">
                  <a:moveTo>
                    <a:pt x="309899" y="735766"/>
                  </a:moveTo>
                  <a:lnTo>
                    <a:pt x="263098" y="735766"/>
                  </a:lnTo>
                  <a:lnTo>
                    <a:pt x="264308" y="747363"/>
                  </a:lnTo>
                  <a:lnTo>
                    <a:pt x="218038" y="752252"/>
                  </a:lnTo>
                  <a:lnTo>
                    <a:pt x="584243" y="752252"/>
                  </a:lnTo>
                  <a:lnTo>
                    <a:pt x="584238" y="742472"/>
                  </a:lnTo>
                  <a:lnTo>
                    <a:pt x="310625" y="742472"/>
                  </a:lnTo>
                  <a:lnTo>
                    <a:pt x="309899" y="735766"/>
                  </a:lnTo>
                  <a:close/>
                </a:path>
                <a:path w="584835" h="1167765">
                  <a:moveTo>
                    <a:pt x="402466" y="725986"/>
                  </a:moveTo>
                  <a:lnTo>
                    <a:pt x="355686" y="725986"/>
                  </a:lnTo>
                  <a:lnTo>
                    <a:pt x="356896" y="737582"/>
                  </a:lnTo>
                  <a:lnTo>
                    <a:pt x="310625" y="742472"/>
                  </a:lnTo>
                  <a:lnTo>
                    <a:pt x="584238" y="742472"/>
                  </a:lnTo>
                  <a:lnTo>
                    <a:pt x="584234" y="732693"/>
                  </a:lnTo>
                  <a:lnTo>
                    <a:pt x="403166" y="732693"/>
                  </a:lnTo>
                  <a:lnTo>
                    <a:pt x="402466" y="725986"/>
                  </a:lnTo>
                  <a:close/>
                </a:path>
                <a:path w="584835" h="1167765">
                  <a:moveTo>
                    <a:pt x="495055" y="716207"/>
                  </a:moveTo>
                  <a:lnTo>
                    <a:pt x="448273" y="716207"/>
                  </a:lnTo>
                  <a:lnTo>
                    <a:pt x="449483" y="727756"/>
                  </a:lnTo>
                  <a:lnTo>
                    <a:pt x="403166" y="732693"/>
                  </a:lnTo>
                  <a:lnTo>
                    <a:pt x="584234" y="732693"/>
                  </a:lnTo>
                  <a:lnTo>
                    <a:pt x="584230" y="722866"/>
                  </a:lnTo>
                  <a:lnTo>
                    <a:pt x="495753" y="722866"/>
                  </a:lnTo>
                  <a:lnTo>
                    <a:pt x="495055" y="716207"/>
                  </a:lnTo>
                  <a:close/>
                </a:path>
                <a:path w="584835" h="1167765">
                  <a:moveTo>
                    <a:pt x="584222" y="706427"/>
                  </a:moveTo>
                  <a:lnTo>
                    <a:pt x="540859" y="706427"/>
                  </a:lnTo>
                  <a:lnTo>
                    <a:pt x="542070" y="717976"/>
                  </a:lnTo>
                  <a:lnTo>
                    <a:pt x="495753" y="722866"/>
                  </a:lnTo>
                  <a:lnTo>
                    <a:pt x="584230" y="722866"/>
                  </a:lnTo>
                  <a:lnTo>
                    <a:pt x="584222" y="706427"/>
                  </a:lnTo>
                  <a:close/>
                </a:path>
                <a:path w="584835" h="1167765">
                  <a:moveTo>
                    <a:pt x="435299" y="328181"/>
                  </a:moveTo>
                  <a:lnTo>
                    <a:pt x="71686" y="328181"/>
                  </a:lnTo>
                  <a:lnTo>
                    <a:pt x="77598" y="338241"/>
                  </a:lnTo>
                  <a:lnTo>
                    <a:pt x="36634" y="362411"/>
                  </a:lnTo>
                  <a:lnTo>
                    <a:pt x="480700" y="362411"/>
                  </a:lnTo>
                  <a:lnTo>
                    <a:pt x="435299" y="328181"/>
                  </a:lnTo>
                  <a:close/>
                </a:path>
                <a:path w="584835" h="1167765">
                  <a:moveTo>
                    <a:pt x="113608" y="305642"/>
                  </a:moveTo>
                  <a:lnTo>
                    <a:pt x="64099" y="305642"/>
                  </a:lnTo>
                  <a:lnTo>
                    <a:pt x="68474" y="316445"/>
                  </a:lnTo>
                  <a:lnTo>
                    <a:pt x="25182" y="334189"/>
                  </a:lnTo>
                  <a:lnTo>
                    <a:pt x="61505" y="334189"/>
                  </a:lnTo>
                  <a:lnTo>
                    <a:pt x="71686" y="328181"/>
                  </a:lnTo>
                  <a:lnTo>
                    <a:pt x="435299" y="328181"/>
                  </a:lnTo>
                  <a:lnTo>
                    <a:pt x="416582" y="314070"/>
                  </a:lnTo>
                  <a:lnTo>
                    <a:pt x="118562" y="314070"/>
                  </a:lnTo>
                  <a:lnTo>
                    <a:pt x="113608" y="305642"/>
                  </a:lnTo>
                  <a:close/>
                </a:path>
                <a:path w="584835" h="1167765">
                  <a:moveTo>
                    <a:pt x="358208" y="270061"/>
                  </a:moveTo>
                  <a:lnTo>
                    <a:pt x="150727" y="270061"/>
                  </a:lnTo>
                  <a:lnTo>
                    <a:pt x="155149" y="280866"/>
                  </a:lnTo>
                  <a:lnTo>
                    <a:pt x="154158" y="281238"/>
                  </a:lnTo>
                  <a:lnTo>
                    <a:pt x="154460" y="281238"/>
                  </a:lnTo>
                  <a:lnTo>
                    <a:pt x="159571" y="289854"/>
                  </a:lnTo>
                  <a:lnTo>
                    <a:pt x="118562" y="314070"/>
                  </a:lnTo>
                  <a:lnTo>
                    <a:pt x="416582" y="314070"/>
                  </a:lnTo>
                  <a:lnTo>
                    <a:pt x="358208" y="270061"/>
                  </a:lnTo>
                  <a:close/>
                </a:path>
                <a:path w="584835" h="1167765">
                  <a:moveTo>
                    <a:pt x="144675" y="285150"/>
                  </a:moveTo>
                  <a:lnTo>
                    <a:pt x="111812" y="298655"/>
                  </a:lnTo>
                  <a:lnTo>
                    <a:pt x="121744" y="298655"/>
                  </a:lnTo>
                  <a:lnTo>
                    <a:pt x="144675" y="285150"/>
                  </a:lnTo>
                  <a:close/>
                </a:path>
                <a:path w="584835" h="1167765">
                  <a:moveTo>
                    <a:pt x="104816" y="269782"/>
                  </a:moveTo>
                  <a:lnTo>
                    <a:pt x="58559" y="269782"/>
                  </a:lnTo>
                  <a:lnTo>
                    <a:pt x="60406" y="280866"/>
                  </a:lnTo>
                  <a:lnTo>
                    <a:pt x="60468" y="281238"/>
                  </a:lnTo>
                  <a:lnTo>
                    <a:pt x="15501" y="288829"/>
                  </a:lnTo>
                  <a:lnTo>
                    <a:pt x="107790" y="288829"/>
                  </a:lnTo>
                  <a:lnTo>
                    <a:pt x="107389" y="287851"/>
                  </a:lnTo>
                  <a:lnTo>
                    <a:pt x="141879" y="273693"/>
                  </a:lnTo>
                  <a:lnTo>
                    <a:pt x="105481" y="273693"/>
                  </a:lnTo>
                  <a:lnTo>
                    <a:pt x="104863" y="270061"/>
                  </a:lnTo>
                  <a:lnTo>
                    <a:pt x="104816" y="269782"/>
                  </a:lnTo>
                  <a:close/>
                </a:path>
                <a:path w="584835" h="1167765">
                  <a:moveTo>
                    <a:pt x="337763" y="254647"/>
                  </a:moveTo>
                  <a:lnTo>
                    <a:pt x="148540" y="254647"/>
                  </a:lnTo>
                  <a:lnTo>
                    <a:pt x="150448" y="266103"/>
                  </a:lnTo>
                  <a:lnTo>
                    <a:pt x="105481" y="273693"/>
                  </a:lnTo>
                  <a:lnTo>
                    <a:pt x="141879" y="273693"/>
                  </a:lnTo>
                  <a:lnTo>
                    <a:pt x="150727" y="270061"/>
                  </a:lnTo>
                  <a:lnTo>
                    <a:pt x="358208" y="270061"/>
                  </a:lnTo>
                  <a:lnTo>
                    <a:pt x="337763" y="254647"/>
                  </a:lnTo>
                  <a:close/>
                </a:path>
                <a:path w="584835" h="1167765">
                  <a:moveTo>
                    <a:pt x="99803" y="250595"/>
                  </a:moveTo>
                  <a:lnTo>
                    <a:pt x="52415" y="250595"/>
                  </a:lnTo>
                  <a:lnTo>
                    <a:pt x="52790" y="259118"/>
                  </a:lnTo>
                  <a:lnTo>
                    <a:pt x="52833" y="260095"/>
                  </a:lnTo>
                  <a:lnTo>
                    <a:pt x="52927" y="262238"/>
                  </a:lnTo>
                  <a:lnTo>
                    <a:pt x="5632" y="264380"/>
                  </a:lnTo>
                  <a:lnTo>
                    <a:pt x="103898" y="264380"/>
                  </a:lnTo>
                  <a:lnTo>
                    <a:pt x="103534" y="262238"/>
                  </a:lnTo>
                  <a:lnTo>
                    <a:pt x="103245" y="262238"/>
                  </a:lnTo>
                  <a:lnTo>
                    <a:pt x="116063" y="260095"/>
                  </a:lnTo>
                  <a:lnTo>
                    <a:pt x="100222" y="260095"/>
                  </a:lnTo>
                  <a:lnTo>
                    <a:pt x="99990" y="254833"/>
                  </a:lnTo>
                  <a:lnTo>
                    <a:pt x="99897" y="252737"/>
                  </a:lnTo>
                  <a:lnTo>
                    <a:pt x="99803" y="250595"/>
                  </a:lnTo>
                  <a:close/>
                </a:path>
                <a:path w="584835" h="1167765">
                  <a:moveTo>
                    <a:pt x="121913" y="259118"/>
                  </a:moveTo>
                  <a:lnTo>
                    <a:pt x="100222" y="260095"/>
                  </a:lnTo>
                  <a:lnTo>
                    <a:pt x="116063" y="260095"/>
                  </a:lnTo>
                  <a:lnTo>
                    <a:pt x="121913" y="259118"/>
                  </a:lnTo>
                  <a:close/>
                </a:path>
                <a:path w="584835" h="1167765">
                  <a:moveTo>
                    <a:pt x="326706" y="246311"/>
                  </a:moveTo>
                  <a:lnTo>
                    <a:pt x="147003" y="246311"/>
                  </a:lnTo>
                  <a:lnTo>
                    <a:pt x="147097" y="248453"/>
                  </a:lnTo>
                  <a:lnTo>
                    <a:pt x="147190" y="250595"/>
                  </a:lnTo>
                  <a:lnTo>
                    <a:pt x="147284" y="252737"/>
                  </a:lnTo>
                  <a:lnTo>
                    <a:pt x="147375" y="254833"/>
                  </a:lnTo>
                  <a:lnTo>
                    <a:pt x="148540" y="254647"/>
                  </a:lnTo>
                  <a:lnTo>
                    <a:pt x="337763" y="254647"/>
                  </a:lnTo>
                  <a:lnTo>
                    <a:pt x="326706" y="246311"/>
                  </a:lnTo>
                  <a:close/>
                </a:path>
              </a:pathLst>
            </a:custGeom>
            <a:solidFill>
              <a:srgbClr val="88B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2036695" y="6656203"/>
              <a:ext cx="635" cy="1167765"/>
            </a:xfrm>
            <a:custGeom>
              <a:avLst/>
              <a:gdLst/>
              <a:ahLst/>
              <a:cxnLst/>
              <a:rect l="l" t="t" r="r" b="b"/>
              <a:pathLst>
                <a:path w="635" h="1167765">
                  <a:moveTo>
                    <a:pt x="0" y="0"/>
                  </a:moveTo>
                  <a:lnTo>
                    <a:pt x="419" y="11673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2046610" y="7773568"/>
              <a:ext cx="574675" cy="494030"/>
            </a:xfrm>
            <a:custGeom>
              <a:avLst/>
              <a:gdLst/>
              <a:ahLst/>
              <a:cxnLst/>
              <a:rect l="l" t="t" r="r" b="b"/>
              <a:pathLst>
                <a:path w="574675" h="494029">
                  <a:moveTo>
                    <a:pt x="182242" y="41447"/>
                  </a:moveTo>
                  <a:lnTo>
                    <a:pt x="0" y="60727"/>
                  </a:lnTo>
                  <a:lnTo>
                    <a:pt x="574655" y="493972"/>
                  </a:lnTo>
                  <a:lnTo>
                    <a:pt x="574579" y="280214"/>
                  </a:lnTo>
                  <a:lnTo>
                    <a:pt x="400281" y="280214"/>
                  </a:lnTo>
                  <a:lnTo>
                    <a:pt x="400018" y="277699"/>
                  </a:lnTo>
                  <a:lnTo>
                    <a:pt x="363879" y="277699"/>
                  </a:lnTo>
                  <a:lnTo>
                    <a:pt x="316537" y="242026"/>
                  </a:lnTo>
                  <a:lnTo>
                    <a:pt x="323566" y="232712"/>
                  </a:lnTo>
                  <a:lnTo>
                    <a:pt x="367086" y="232712"/>
                  </a:lnTo>
                  <a:lnTo>
                    <a:pt x="367074" y="221628"/>
                  </a:lnTo>
                  <a:lnTo>
                    <a:pt x="289539" y="221628"/>
                  </a:lnTo>
                  <a:lnTo>
                    <a:pt x="279453" y="213991"/>
                  </a:lnTo>
                  <a:lnTo>
                    <a:pt x="277167" y="212314"/>
                  </a:lnTo>
                  <a:lnTo>
                    <a:pt x="242197" y="185955"/>
                  </a:lnTo>
                  <a:lnTo>
                    <a:pt x="249180" y="176641"/>
                  </a:lnTo>
                  <a:lnTo>
                    <a:pt x="574542" y="176641"/>
                  </a:lnTo>
                  <a:lnTo>
                    <a:pt x="574538" y="165558"/>
                  </a:lnTo>
                  <a:lnTo>
                    <a:pt x="215198" y="165558"/>
                  </a:lnTo>
                  <a:lnTo>
                    <a:pt x="205051" y="157920"/>
                  </a:lnTo>
                  <a:lnTo>
                    <a:pt x="202782" y="156244"/>
                  </a:lnTo>
                  <a:lnTo>
                    <a:pt x="172839" y="133657"/>
                  </a:lnTo>
                  <a:lnTo>
                    <a:pt x="182288" y="132632"/>
                  </a:lnTo>
                  <a:lnTo>
                    <a:pt x="182288" y="129606"/>
                  </a:lnTo>
                  <a:lnTo>
                    <a:pt x="255201" y="129606"/>
                  </a:lnTo>
                  <a:lnTo>
                    <a:pt x="254720" y="124994"/>
                  </a:lnTo>
                  <a:lnTo>
                    <a:pt x="300990" y="120105"/>
                  </a:lnTo>
                  <a:lnTo>
                    <a:pt x="347817" y="120105"/>
                  </a:lnTo>
                  <a:lnTo>
                    <a:pt x="347306" y="115215"/>
                  </a:lnTo>
                  <a:lnTo>
                    <a:pt x="367043" y="113120"/>
                  </a:lnTo>
                  <a:lnTo>
                    <a:pt x="367043" y="97844"/>
                  </a:lnTo>
                  <a:lnTo>
                    <a:pt x="532677" y="97844"/>
                  </a:lnTo>
                  <a:lnTo>
                    <a:pt x="532434" y="95609"/>
                  </a:lnTo>
                  <a:lnTo>
                    <a:pt x="574516" y="91184"/>
                  </a:lnTo>
                  <a:lnTo>
                    <a:pt x="574512" y="83035"/>
                  </a:lnTo>
                  <a:lnTo>
                    <a:pt x="182288" y="83035"/>
                  </a:lnTo>
                  <a:lnTo>
                    <a:pt x="182242" y="41447"/>
                  </a:lnTo>
                  <a:close/>
                </a:path>
                <a:path w="574675" h="494029">
                  <a:moveTo>
                    <a:pt x="492170" y="263728"/>
                  </a:moveTo>
                  <a:lnTo>
                    <a:pt x="445340" y="263728"/>
                  </a:lnTo>
                  <a:lnTo>
                    <a:pt x="446551" y="275277"/>
                  </a:lnTo>
                  <a:lnTo>
                    <a:pt x="400281" y="280214"/>
                  </a:lnTo>
                  <a:lnTo>
                    <a:pt x="574579" y="280214"/>
                  </a:lnTo>
                  <a:lnTo>
                    <a:pt x="574576" y="270388"/>
                  </a:lnTo>
                  <a:lnTo>
                    <a:pt x="492867" y="270388"/>
                  </a:lnTo>
                  <a:lnTo>
                    <a:pt x="492170" y="263728"/>
                  </a:lnTo>
                  <a:close/>
                </a:path>
                <a:path w="574675" h="494029">
                  <a:moveTo>
                    <a:pt x="367086" y="232712"/>
                  </a:moveTo>
                  <a:lnTo>
                    <a:pt x="323566" y="232712"/>
                  </a:lnTo>
                  <a:lnTo>
                    <a:pt x="370861" y="268385"/>
                  </a:lnTo>
                  <a:lnTo>
                    <a:pt x="363879" y="277699"/>
                  </a:lnTo>
                  <a:lnTo>
                    <a:pt x="400018" y="277699"/>
                  </a:lnTo>
                  <a:lnTo>
                    <a:pt x="399070" y="268618"/>
                  </a:lnTo>
                  <a:lnTo>
                    <a:pt x="445340" y="263728"/>
                  </a:lnTo>
                  <a:lnTo>
                    <a:pt x="492170" y="263728"/>
                  </a:lnTo>
                  <a:lnTo>
                    <a:pt x="491657" y="258838"/>
                  </a:lnTo>
                  <a:lnTo>
                    <a:pt x="537927" y="253949"/>
                  </a:lnTo>
                  <a:lnTo>
                    <a:pt x="574570" y="253949"/>
                  </a:lnTo>
                  <a:lnTo>
                    <a:pt x="574564" y="237556"/>
                  </a:lnTo>
                  <a:lnTo>
                    <a:pt x="367090" y="237556"/>
                  </a:lnTo>
                  <a:lnTo>
                    <a:pt x="367086" y="232712"/>
                  </a:lnTo>
                  <a:close/>
                </a:path>
                <a:path w="574675" h="494029">
                  <a:moveTo>
                    <a:pt x="574570" y="253949"/>
                  </a:moveTo>
                  <a:lnTo>
                    <a:pt x="537927" y="253949"/>
                  </a:lnTo>
                  <a:lnTo>
                    <a:pt x="539137" y="265498"/>
                  </a:lnTo>
                  <a:lnTo>
                    <a:pt x="492867" y="270388"/>
                  </a:lnTo>
                  <a:lnTo>
                    <a:pt x="574576" y="270388"/>
                  </a:lnTo>
                  <a:lnTo>
                    <a:pt x="574570" y="253949"/>
                  </a:lnTo>
                  <a:close/>
                </a:path>
                <a:path w="574675" h="494029">
                  <a:moveTo>
                    <a:pt x="574547" y="190985"/>
                  </a:moveTo>
                  <a:lnTo>
                    <a:pt x="378682" y="190985"/>
                  </a:lnTo>
                  <a:lnTo>
                    <a:pt x="378727" y="237556"/>
                  </a:lnTo>
                  <a:lnTo>
                    <a:pt x="574564" y="237556"/>
                  </a:lnTo>
                  <a:lnTo>
                    <a:pt x="574547" y="190985"/>
                  </a:lnTo>
                  <a:close/>
                </a:path>
                <a:path w="574675" h="494029">
                  <a:moveTo>
                    <a:pt x="574542" y="176641"/>
                  </a:moveTo>
                  <a:lnTo>
                    <a:pt x="249180" y="176641"/>
                  </a:lnTo>
                  <a:lnTo>
                    <a:pt x="296522" y="212314"/>
                  </a:lnTo>
                  <a:lnTo>
                    <a:pt x="289539" y="221628"/>
                  </a:lnTo>
                  <a:lnTo>
                    <a:pt x="367074" y="221628"/>
                  </a:lnTo>
                  <a:lnTo>
                    <a:pt x="367043" y="190985"/>
                  </a:lnTo>
                  <a:lnTo>
                    <a:pt x="574547" y="190985"/>
                  </a:lnTo>
                  <a:lnTo>
                    <a:pt x="574542" y="176641"/>
                  </a:lnTo>
                  <a:close/>
                </a:path>
                <a:path w="574675" h="494029">
                  <a:moveTo>
                    <a:pt x="255230" y="129885"/>
                  </a:moveTo>
                  <a:lnTo>
                    <a:pt x="208403" y="129885"/>
                  </a:lnTo>
                  <a:lnTo>
                    <a:pt x="209613" y="141480"/>
                  </a:lnTo>
                  <a:lnTo>
                    <a:pt x="203422" y="142133"/>
                  </a:lnTo>
                  <a:lnTo>
                    <a:pt x="222181" y="156244"/>
                  </a:lnTo>
                  <a:lnTo>
                    <a:pt x="215198" y="165558"/>
                  </a:lnTo>
                  <a:lnTo>
                    <a:pt x="574538" y="165558"/>
                  </a:lnTo>
                  <a:lnTo>
                    <a:pt x="574531" y="144415"/>
                  </a:lnTo>
                  <a:lnTo>
                    <a:pt x="367043" y="144415"/>
                  </a:lnTo>
                  <a:lnTo>
                    <a:pt x="367043" y="136591"/>
                  </a:lnTo>
                  <a:lnTo>
                    <a:pt x="255930" y="136591"/>
                  </a:lnTo>
                  <a:lnTo>
                    <a:pt x="255230" y="129885"/>
                  </a:lnTo>
                  <a:close/>
                </a:path>
                <a:path w="574675" h="494029">
                  <a:moveTo>
                    <a:pt x="440380" y="110324"/>
                  </a:moveTo>
                  <a:lnTo>
                    <a:pt x="393578" y="110324"/>
                  </a:lnTo>
                  <a:lnTo>
                    <a:pt x="394788" y="121874"/>
                  </a:lnTo>
                  <a:lnTo>
                    <a:pt x="378682" y="123597"/>
                  </a:lnTo>
                  <a:lnTo>
                    <a:pt x="378682" y="144415"/>
                  </a:lnTo>
                  <a:lnTo>
                    <a:pt x="574531" y="144415"/>
                  </a:lnTo>
                  <a:lnTo>
                    <a:pt x="574521" y="116984"/>
                  </a:lnTo>
                  <a:lnTo>
                    <a:pt x="441105" y="116984"/>
                  </a:lnTo>
                  <a:lnTo>
                    <a:pt x="440380" y="110324"/>
                  </a:lnTo>
                  <a:close/>
                </a:path>
                <a:path w="574675" h="494029">
                  <a:moveTo>
                    <a:pt x="347817" y="120105"/>
                  </a:moveTo>
                  <a:lnTo>
                    <a:pt x="300990" y="120105"/>
                  </a:lnTo>
                  <a:lnTo>
                    <a:pt x="302171" y="131422"/>
                  </a:lnTo>
                  <a:lnTo>
                    <a:pt x="302200" y="131701"/>
                  </a:lnTo>
                  <a:lnTo>
                    <a:pt x="255930" y="136591"/>
                  </a:lnTo>
                  <a:lnTo>
                    <a:pt x="367043" y="136591"/>
                  </a:lnTo>
                  <a:lnTo>
                    <a:pt x="367043" y="126810"/>
                  </a:lnTo>
                  <a:lnTo>
                    <a:pt x="348517" y="126810"/>
                  </a:lnTo>
                  <a:lnTo>
                    <a:pt x="347817" y="120105"/>
                  </a:lnTo>
                  <a:close/>
                </a:path>
                <a:path w="574675" h="494029">
                  <a:moveTo>
                    <a:pt x="255201" y="129606"/>
                  </a:moveTo>
                  <a:lnTo>
                    <a:pt x="193926" y="129606"/>
                  </a:lnTo>
                  <a:lnTo>
                    <a:pt x="193926" y="131422"/>
                  </a:lnTo>
                  <a:lnTo>
                    <a:pt x="208403" y="129885"/>
                  </a:lnTo>
                  <a:lnTo>
                    <a:pt x="255230" y="129885"/>
                  </a:lnTo>
                  <a:lnTo>
                    <a:pt x="255201" y="129606"/>
                  </a:lnTo>
                  <a:close/>
                </a:path>
                <a:path w="574675" h="494029">
                  <a:moveTo>
                    <a:pt x="367043" y="124809"/>
                  </a:moveTo>
                  <a:lnTo>
                    <a:pt x="348517" y="126810"/>
                  </a:lnTo>
                  <a:lnTo>
                    <a:pt x="367043" y="126810"/>
                  </a:lnTo>
                  <a:lnTo>
                    <a:pt x="367043" y="124809"/>
                  </a:lnTo>
                  <a:close/>
                </a:path>
                <a:path w="574675" h="494029">
                  <a:moveTo>
                    <a:pt x="532970" y="100545"/>
                  </a:moveTo>
                  <a:lnTo>
                    <a:pt x="486164" y="100545"/>
                  </a:lnTo>
                  <a:lnTo>
                    <a:pt x="487355" y="111908"/>
                  </a:lnTo>
                  <a:lnTo>
                    <a:pt x="487375" y="112095"/>
                  </a:lnTo>
                  <a:lnTo>
                    <a:pt x="441105" y="116984"/>
                  </a:lnTo>
                  <a:lnTo>
                    <a:pt x="574521" y="116984"/>
                  </a:lnTo>
                  <a:lnTo>
                    <a:pt x="574517" y="107204"/>
                  </a:lnTo>
                  <a:lnTo>
                    <a:pt x="533692" y="107204"/>
                  </a:lnTo>
                  <a:lnTo>
                    <a:pt x="532970" y="100545"/>
                  </a:lnTo>
                  <a:close/>
                </a:path>
                <a:path w="574675" h="494029">
                  <a:moveTo>
                    <a:pt x="532677" y="97844"/>
                  </a:moveTo>
                  <a:lnTo>
                    <a:pt x="378682" y="97844"/>
                  </a:lnTo>
                  <a:lnTo>
                    <a:pt x="378682" y="111908"/>
                  </a:lnTo>
                  <a:lnTo>
                    <a:pt x="393578" y="110324"/>
                  </a:lnTo>
                  <a:lnTo>
                    <a:pt x="440380" y="110324"/>
                  </a:lnTo>
                  <a:lnTo>
                    <a:pt x="439847" y="105435"/>
                  </a:lnTo>
                  <a:lnTo>
                    <a:pt x="486164" y="100545"/>
                  </a:lnTo>
                  <a:lnTo>
                    <a:pt x="532970" y="100545"/>
                  </a:lnTo>
                  <a:lnTo>
                    <a:pt x="532677" y="97844"/>
                  </a:lnTo>
                  <a:close/>
                </a:path>
                <a:path w="574675" h="494029">
                  <a:moveTo>
                    <a:pt x="574516" y="102873"/>
                  </a:moveTo>
                  <a:lnTo>
                    <a:pt x="533692" y="107204"/>
                  </a:lnTo>
                  <a:lnTo>
                    <a:pt x="574517" y="107204"/>
                  </a:lnTo>
                  <a:lnTo>
                    <a:pt x="574516" y="102873"/>
                  </a:lnTo>
                  <a:close/>
                </a:path>
                <a:path w="574675" h="494029">
                  <a:moveTo>
                    <a:pt x="366998" y="21934"/>
                  </a:moveTo>
                  <a:lnTo>
                    <a:pt x="193879" y="40237"/>
                  </a:lnTo>
                  <a:lnTo>
                    <a:pt x="193926" y="83035"/>
                  </a:lnTo>
                  <a:lnTo>
                    <a:pt x="574512" y="83035"/>
                  </a:lnTo>
                  <a:lnTo>
                    <a:pt x="574495" y="51273"/>
                  </a:lnTo>
                  <a:lnTo>
                    <a:pt x="366998" y="51273"/>
                  </a:lnTo>
                  <a:lnTo>
                    <a:pt x="366998" y="21934"/>
                  </a:lnTo>
                  <a:close/>
                </a:path>
                <a:path w="574675" h="494029">
                  <a:moveTo>
                    <a:pt x="574469" y="0"/>
                  </a:moveTo>
                  <a:lnTo>
                    <a:pt x="378635" y="20723"/>
                  </a:lnTo>
                  <a:lnTo>
                    <a:pt x="378635" y="51273"/>
                  </a:lnTo>
                  <a:lnTo>
                    <a:pt x="574495" y="51273"/>
                  </a:lnTo>
                  <a:lnTo>
                    <a:pt x="574469" y="0"/>
                  </a:lnTo>
                  <a:close/>
                </a:path>
              </a:pathLst>
            </a:custGeom>
            <a:solidFill>
              <a:srgbClr val="8D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037114" y="7761832"/>
              <a:ext cx="584200" cy="73025"/>
            </a:xfrm>
            <a:custGeom>
              <a:avLst/>
              <a:gdLst/>
              <a:ahLst/>
              <a:cxnLst/>
              <a:rect l="l" t="t" r="r" b="b"/>
              <a:pathLst>
                <a:path w="584200" h="73025">
                  <a:moveTo>
                    <a:pt x="376494" y="21981"/>
                  </a:moveTo>
                  <a:lnTo>
                    <a:pt x="0" y="61752"/>
                  </a:lnTo>
                  <a:lnTo>
                    <a:pt x="0" y="65338"/>
                  </a:lnTo>
                  <a:lnTo>
                    <a:pt x="9495" y="72463"/>
                  </a:lnTo>
                  <a:lnTo>
                    <a:pt x="191738" y="53183"/>
                  </a:lnTo>
                  <a:lnTo>
                    <a:pt x="191738" y="48200"/>
                  </a:lnTo>
                  <a:lnTo>
                    <a:pt x="239063" y="48200"/>
                  </a:lnTo>
                  <a:lnTo>
                    <a:pt x="376494" y="33670"/>
                  </a:lnTo>
                  <a:lnTo>
                    <a:pt x="376494" y="21981"/>
                  </a:lnTo>
                  <a:close/>
                </a:path>
                <a:path w="584200" h="73025">
                  <a:moveTo>
                    <a:pt x="239063" y="48200"/>
                  </a:moveTo>
                  <a:lnTo>
                    <a:pt x="203375" y="48200"/>
                  </a:lnTo>
                  <a:lnTo>
                    <a:pt x="203375" y="51973"/>
                  </a:lnTo>
                  <a:lnTo>
                    <a:pt x="239063" y="48200"/>
                  </a:lnTo>
                  <a:close/>
                </a:path>
                <a:path w="584200" h="73025">
                  <a:moveTo>
                    <a:pt x="583965" y="0"/>
                  </a:moveTo>
                  <a:lnTo>
                    <a:pt x="388131" y="20723"/>
                  </a:lnTo>
                  <a:lnTo>
                    <a:pt x="388131" y="32412"/>
                  </a:lnTo>
                  <a:lnTo>
                    <a:pt x="583965" y="11736"/>
                  </a:lnTo>
                  <a:lnTo>
                    <a:pt x="583965" y="0"/>
                  </a:lnTo>
                  <a:close/>
                </a:path>
              </a:pathLst>
            </a:custGeom>
            <a:solidFill>
              <a:srgbClr val="809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17668" y="7646058"/>
              <a:ext cx="95939" cy="80893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2317661" y="7613980"/>
              <a:ext cx="303530" cy="113030"/>
            </a:xfrm>
            <a:custGeom>
              <a:avLst/>
              <a:gdLst/>
              <a:ahLst/>
              <a:cxnLst/>
              <a:rect l="l" t="t" r="r" b="b"/>
              <a:pathLst>
                <a:path w="303530" h="113029">
                  <a:moveTo>
                    <a:pt x="303364" y="0"/>
                  </a:moveTo>
                  <a:lnTo>
                    <a:pt x="107530" y="20726"/>
                  </a:lnTo>
                  <a:lnTo>
                    <a:pt x="107530" y="24587"/>
                  </a:lnTo>
                  <a:lnTo>
                    <a:pt x="95897" y="24587"/>
                  </a:lnTo>
                  <a:lnTo>
                    <a:pt x="95897" y="21932"/>
                  </a:lnTo>
                  <a:lnTo>
                    <a:pt x="0" y="32080"/>
                  </a:lnTo>
                  <a:lnTo>
                    <a:pt x="23050" y="49453"/>
                  </a:lnTo>
                  <a:lnTo>
                    <a:pt x="23088" y="112979"/>
                  </a:lnTo>
                  <a:lnTo>
                    <a:pt x="95935" y="105295"/>
                  </a:lnTo>
                  <a:lnTo>
                    <a:pt x="95897" y="71158"/>
                  </a:lnTo>
                  <a:lnTo>
                    <a:pt x="107530" y="71158"/>
                  </a:lnTo>
                  <a:lnTo>
                    <a:pt x="107530" y="104076"/>
                  </a:lnTo>
                  <a:lnTo>
                    <a:pt x="303364" y="83362"/>
                  </a:lnTo>
                  <a:lnTo>
                    <a:pt x="303364" y="19837"/>
                  </a:lnTo>
                  <a:lnTo>
                    <a:pt x="303364" y="0"/>
                  </a:lnTo>
                  <a:close/>
                </a:path>
              </a:pathLst>
            </a:custGeom>
            <a:solidFill>
              <a:srgbClr val="A7BE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025011" y="6632825"/>
              <a:ext cx="608330" cy="1658620"/>
            </a:xfrm>
            <a:custGeom>
              <a:avLst/>
              <a:gdLst/>
              <a:ahLst/>
              <a:cxnLst/>
              <a:rect l="l" t="t" r="r" b="b"/>
              <a:pathLst>
                <a:path w="608330" h="1658620">
                  <a:moveTo>
                    <a:pt x="607891" y="1651668"/>
                  </a:moveTo>
                  <a:lnTo>
                    <a:pt x="600676" y="1652412"/>
                  </a:lnTo>
                  <a:lnTo>
                    <a:pt x="600397" y="1652412"/>
                  </a:lnTo>
                  <a:lnTo>
                    <a:pt x="607954" y="1658094"/>
                  </a:lnTo>
                  <a:lnTo>
                    <a:pt x="607891" y="1651668"/>
                  </a:lnTo>
                  <a:close/>
                </a:path>
                <a:path w="608330" h="1658620">
                  <a:moveTo>
                    <a:pt x="0" y="0"/>
                  </a:moveTo>
                  <a:lnTo>
                    <a:pt x="0" y="6426"/>
                  </a:lnTo>
                  <a:lnTo>
                    <a:pt x="7494" y="56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025002" y="6647179"/>
              <a:ext cx="608330" cy="1638300"/>
            </a:xfrm>
            <a:custGeom>
              <a:avLst/>
              <a:gdLst/>
              <a:ahLst/>
              <a:cxnLst/>
              <a:rect l="l" t="t" r="r" b="b"/>
              <a:pathLst>
                <a:path w="608330" h="1638300">
                  <a:moveTo>
                    <a:pt x="11963" y="400050"/>
                  </a:moveTo>
                  <a:lnTo>
                    <a:pt x="11823" y="400050"/>
                  </a:lnTo>
                  <a:lnTo>
                    <a:pt x="11823" y="396240"/>
                  </a:lnTo>
                  <a:lnTo>
                    <a:pt x="11823" y="386080"/>
                  </a:lnTo>
                  <a:lnTo>
                    <a:pt x="11760" y="8890"/>
                  </a:lnTo>
                  <a:lnTo>
                    <a:pt x="5613" y="8890"/>
                  </a:lnTo>
                  <a:lnTo>
                    <a:pt x="5613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101" y="386080"/>
                  </a:lnTo>
                  <a:lnTo>
                    <a:pt x="4699" y="386080"/>
                  </a:lnTo>
                  <a:lnTo>
                    <a:pt x="4699" y="396240"/>
                  </a:lnTo>
                  <a:lnTo>
                    <a:pt x="2997" y="396240"/>
                  </a:lnTo>
                  <a:lnTo>
                    <a:pt x="2997" y="400050"/>
                  </a:lnTo>
                  <a:lnTo>
                    <a:pt x="355" y="400050"/>
                  </a:lnTo>
                  <a:lnTo>
                    <a:pt x="355" y="1176020"/>
                  </a:lnTo>
                  <a:lnTo>
                    <a:pt x="508" y="1176020"/>
                  </a:lnTo>
                  <a:lnTo>
                    <a:pt x="508" y="1177290"/>
                  </a:lnTo>
                  <a:lnTo>
                    <a:pt x="9804" y="1177290"/>
                  </a:lnTo>
                  <a:lnTo>
                    <a:pt x="9804" y="1176020"/>
                  </a:lnTo>
                  <a:lnTo>
                    <a:pt x="11963" y="1176020"/>
                  </a:lnTo>
                  <a:lnTo>
                    <a:pt x="11963" y="400050"/>
                  </a:lnTo>
                  <a:close/>
                </a:path>
                <a:path w="608330" h="1638300">
                  <a:moveTo>
                    <a:pt x="596303" y="1634947"/>
                  </a:moveTo>
                  <a:lnTo>
                    <a:pt x="596252" y="1620367"/>
                  </a:lnTo>
                  <a:lnTo>
                    <a:pt x="21602" y="1187119"/>
                  </a:lnTo>
                  <a:lnTo>
                    <a:pt x="4660" y="1188935"/>
                  </a:lnTo>
                  <a:lnTo>
                    <a:pt x="596303" y="1634947"/>
                  </a:lnTo>
                  <a:close/>
                </a:path>
                <a:path w="608330" h="1638300">
                  <a:moveTo>
                    <a:pt x="607898" y="1637271"/>
                  </a:moveTo>
                  <a:lnTo>
                    <a:pt x="600544" y="1638058"/>
                  </a:lnTo>
                  <a:lnTo>
                    <a:pt x="600684" y="1638058"/>
                  </a:lnTo>
                  <a:lnTo>
                    <a:pt x="607898" y="1637322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621079" y="776183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025522" y="7823584"/>
              <a:ext cx="21590" cy="12700"/>
            </a:xfrm>
            <a:custGeom>
              <a:avLst/>
              <a:gdLst/>
              <a:ahLst/>
              <a:cxnLst/>
              <a:rect l="l" t="t" r="r" b="b"/>
              <a:pathLst>
                <a:path w="21589" h="12700">
                  <a:moveTo>
                    <a:pt x="11591" y="0"/>
                  </a:moveTo>
                  <a:lnTo>
                    <a:pt x="0" y="1257"/>
                  </a:lnTo>
                  <a:lnTo>
                    <a:pt x="0" y="9361"/>
                  </a:lnTo>
                  <a:lnTo>
                    <a:pt x="4142" y="12527"/>
                  </a:lnTo>
                  <a:lnTo>
                    <a:pt x="21087" y="10711"/>
                  </a:lnTo>
                  <a:lnTo>
                    <a:pt x="11591" y="3586"/>
                  </a:lnTo>
                  <a:lnTo>
                    <a:pt x="1159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632483" y="7052471"/>
              <a:ext cx="440055" cy="708660"/>
            </a:xfrm>
            <a:custGeom>
              <a:avLst/>
              <a:gdLst/>
              <a:ahLst/>
              <a:cxnLst/>
              <a:rect l="l" t="t" r="r" b="b"/>
              <a:pathLst>
                <a:path w="440055" h="708659">
                  <a:moveTo>
                    <a:pt x="439475" y="597220"/>
                  </a:moveTo>
                  <a:lnTo>
                    <a:pt x="233" y="643649"/>
                  </a:lnTo>
                  <a:lnTo>
                    <a:pt x="233" y="708150"/>
                  </a:lnTo>
                  <a:lnTo>
                    <a:pt x="439475" y="661719"/>
                  </a:lnTo>
                  <a:lnTo>
                    <a:pt x="439475" y="597220"/>
                  </a:lnTo>
                  <a:close/>
                </a:path>
                <a:path w="440055" h="708659">
                  <a:moveTo>
                    <a:pt x="84439" y="300333"/>
                  </a:moveTo>
                  <a:lnTo>
                    <a:pt x="37659" y="300333"/>
                  </a:lnTo>
                  <a:lnTo>
                    <a:pt x="38869" y="311928"/>
                  </a:lnTo>
                  <a:lnTo>
                    <a:pt x="93" y="316026"/>
                  </a:lnTo>
                  <a:lnTo>
                    <a:pt x="179" y="469941"/>
                  </a:lnTo>
                  <a:lnTo>
                    <a:pt x="708" y="474925"/>
                  </a:lnTo>
                  <a:lnTo>
                    <a:pt x="139" y="474925"/>
                  </a:lnTo>
                  <a:lnTo>
                    <a:pt x="186" y="560289"/>
                  </a:lnTo>
                  <a:lnTo>
                    <a:pt x="439428" y="513858"/>
                  </a:lnTo>
                  <a:lnTo>
                    <a:pt x="439405" y="469941"/>
                  </a:lnTo>
                  <a:lnTo>
                    <a:pt x="47015" y="469941"/>
                  </a:lnTo>
                  <a:lnTo>
                    <a:pt x="45759" y="458392"/>
                  </a:lnTo>
                  <a:lnTo>
                    <a:pt x="92076" y="453503"/>
                  </a:lnTo>
                  <a:lnTo>
                    <a:pt x="138881" y="453503"/>
                  </a:lnTo>
                  <a:lnTo>
                    <a:pt x="138346" y="448566"/>
                  </a:lnTo>
                  <a:lnTo>
                    <a:pt x="184663" y="443677"/>
                  </a:lnTo>
                  <a:lnTo>
                    <a:pt x="231443" y="443677"/>
                  </a:lnTo>
                  <a:lnTo>
                    <a:pt x="230932" y="438786"/>
                  </a:lnTo>
                  <a:lnTo>
                    <a:pt x="277249" y="433896"/>
                  </a:lnTo>
                  <a:lnTo>
                    <a:pt x="324031" y="433896"/>
                  </a:lnTo>
                  <a:lnTo>
                    <a:pt x="323521" y="429007"/>
                  </a:lnTo>
                  <a:lnTo>
                    <a:pt x="369837" y="424117"/>
                  </a:lnTo>
                  <a:lnTo>
                    <a:pt x="416620" y="424117"/>
                  </a:lnTo>
                  <a:lnTo>
                    <a:pt x="416107" y="419227"/>
                  </a:lnTo>
                  <a:lnTo>
                    <a:pt x="439383" y="416759"/>
                  </a:lnTo>
                  <a:lnTo>
                    <a:pt x="439346" y="307039"/>
                  </a:lnTo>
                  <a:lnTo>
                    <a:pt x="85139" y="307039"/>
                  </a:lnTo>
                  <a:lnTo>
                    <a:pt x="84439" y="300333"/>
                  </a:lnTo>
                  <a:close/>
                </a:path>
                <a:path w="440055" h="708659">
                  <a:moveTo>
                    <a:pt x="138881" y="453503"/>
                  </a:moveTo>
                  <a:lnTo>
                    <a:pt x="92076" y="453503"/>
                  </a:lnTo>
                  <a:lnTo>
                    <a:pt x="93286" y="465052"/>
                  </a:lnTo>
                  <a:lnTo>
                    <a:pt x="47015" y="469941"/>
                  </a:lnTo>
                  <a:lnTo>
                    <a:pt x="439405" y="469941"/>
                  </a:lnTo>
                  <a:lnTo>
                    <a:pt x="439400" y="460162"/>
                  </a:lnTo>
                  <a:lnTo>
                    <a:pt x="139603" y="460162"/>
                  </a:lnTo>
                  <a:lnTo>
                    <a:pt x="138881" y="453503"/>
                  </a:lnTo>
                  <a:close/>
                </a:path>
                <a:path w="440055" h="708659">
                  <a:moveTo>
                    <a:pt x="231443" y="443677"/>
                  </a:moveTo>
                  <a:lnTo>
                    <a:pt x="184663" y="443677"/>
                  </a:lnTo>
                  <a:lnTo>
                    <a:pt x="185873" y="455273"/>
                  </a:lnTo>
                  <a:lnTo>
                    <a:pt x="139603" y="460162"/>
                  </a:lnTo>
                  <a:lnTo>
                    <a:pt x="439400" y="460162"/>
                  </a:lnTo>
                  <a:lnTo>
                    <a:pt x="439394" y="450382"/>
                  </a:lnTo>
                  <a:lnTo>
                    <a:pt x="232143" y="450382"/>
                  </a:lnTo>
                  <a:lnTo>
                    <a:pt x="231443" y="443677"/>
                  </a:lnTo>
                  <a:close/>
                </a:path>
                <a:path w="440055" h="708659">
                  <a:moveTo>
                    <a:pt x="324031" y="433896"/>
                  </a:moveTo>
                  <a:lnTo>
                    <a:pt x="277249" y="433896"/>
                  </a:lnTo>
                  <a:lnTo>
                    <a:pt x="278460" y="445493"/>
                  </a:lnTo>
                  <a:lnTo>
                    <a:pt x="232143" y="450382"/>
                  </a:lnTo>
                  <a:lnTo>
                    <a:pt x="439394" y="450382"/>
                  </a:lnTo>
                  <a:lnTo>
                    <a:pt x="439389" y="440603"/>
                  </a:lnTo>
                  <a:lnTo>
                    <a:pt x="324731" y="440603"/>
                  </a:lnTo>
                  <a:lnTo>
                    <a:pt x="324031" y="433896"/>
                  </a:lnTo>
                  <a:close/>
                </a:path>
                <a:path w="440055" h="708659">
                  <a:moveTo>
                    <a:pt x="416620" y="424117"/>
                  </a:moveTo>
                  <a:lnTo>
                    <a:pt x="369837" y="424117"/>
                  </a:lnTo>
                  <a:lnTo>
                    <a:pt x="371048" y="435667"/>
                  </a:lnTo>
                  <a:lnTo>
                    <a:pt x="324731" y="440603"/>
                  </a:lnTo>
                  <a:lnTo>
                    <a:pt x="439389" y="440603"/>
                  </a:lnTo>
                  <a:lnTo>
                    <a:pt x="439384" y="430776"/>
                  </a:lnTo>
                  <a:lnTo>
                    <a:pt x="417318" y="430776"/>
                  </a:lnTo>
                  <a:lnTo>
                    <a:pt x="416620" y="424117"/>
                  </a:lnTo>
                  <a:close/>
                </a:path>
                <a:path w="440055" h="708659">
                  <a:moveTo>
                    <a:pt x="439383" y="428448"/>
                  </a:moveTo>
                  <a:lnTo>
                    <a:pt x="417318" y="430776"/>
                  </a:lnTo>
                  <a:lnTo>
                    <a:pt x="439384" y="430776"/>
                  </a:lnTo>
                  <a:lnTo>
                    <a:pt x="439383" y="428448"/>
                  </a:lnTo>
                  <a:close/>
                </a:path>
                <a:path w="440055" h="708659">
                  <a:moveTo>
                    <a:pt x="177027" y="290553"/>
                  </a:moveTo>
                  <a:lnTo>
                    <a:pt x="130200" y="290553"/>
                  </a:lnTo>
                  <a:lnTo>
                    <a:pt x="131456" y="302149"/>
                  </a:lnTo>
                  <a:lnTo>
                    <a:pt x="85139" y="307039"/>
                  </a:lnTo>
                  <a:lnTo>
                    <a:pt x="439346" y="307039"/>
                  </a:lnTo>
                  <a:lnTo>
                    <a:pt x="439343" y="297258"/>
                  </a:lnTo>
                  <a:lnTo>
                    <a:pt x="177727" y="297258"/>
                  </a:lnTo>
                  <a:lnTo>
                    <a:pt x="177027" y="290553"/>
                  </a:lnTo>
                  <a:close/>
                </a:path>
                <a:path w="440055" h="708659">
                  <a:moveTo>
                    <a:pt x="439243" y="0"/>
                  </a:moveTo>
                  <a:lnTo>
                    <a:pt x="0" y="46431"/>
                  </a:lnTo>
                  <a:lnTo>
                    <a:pt x="93" y="304337"/>
                  </a:lnTo>
                  <a:lnTo>
                    <a:pt x="37659" y="300333"/>
                  </a:lnTo>
                  <a:lnTo>
                    <a:pt x="84439" y="300333"/>
                  </a:lnTo>
                  <a:lnTo>
                    <a:pt x="83929" y="295442"/>
                  </a:lnTo>
                  <a:lnTo>
                    <a:pt x="130200" y="290553"/>
                  </a:lnTo>
                  <a:lnTo>
                    <a:pt x="177027" y="290553"/>
                  </a:lnTo>
                  <a:lnTo>
                    <a:pt x="176517" y="285663"/>
                  </a:lnTo>
                  <a:lnTo>
                    <a:pt x="222787" y="280772"/>
                  </a:lnTo>
                  <a:lnTo>
                    <a:pt x="269614" y="280772"/>
                  </a:lnTo>
                  <a:lnTo>
                    <a:pt x="269104" y="275883"/>
                  </a:lnTo>
                  <a:lnTo>
                    <a:pt x="315374" y="270993"/>
                  </a:lnTo>
                  <a:lnTo>
                    <a:pt x="362203" y="270993"/>
                  </a:lnTo>
                  <a:lnTo>
                    <a:pt x="361690" y="266103"/>
                  </a:lnTo>
                  <a:lnTo>
                    <a:pt x="407962" y="261213"/>
                  </a:lnTo>
                  <a:lnTo>
                    <a:pt x="439331" y="261213"/>
                  </a:lnTo>
                  <a:lnTo>
                    <a:pt x="439243" y="0"/>
                  </a:lnTo>
                  <a:close/>
                </a:path>
                <a:path w="440055" h="708659">
                  <a:moveTo>
                    <a:pt x="269614" y="280772"/>
                  </a:moveTo>
                  <a:lnTo>
                    <a:pt x="222787" y="280772"/>
                  </a:lnTo>
                  <a:lnTo>
                    <a:pt x="224044" y="292369"/>
                  </a:lnTo>
                  <a:lnTo>
                    <a:pt x="177727" y="297258"/>
                  </a:lnTo>
                  <a:lnTo>
                    <a:pt x="439343" y="297258"/>
                  </a:lnTo>
                  <a:lnTo>
                    <a:pt x="439339" y="287479"/>
                  </a:lnTo>
                  <a:lnTo>
                    <a:pt x="270314" y="287479"/>
                  </a:lnTo>
                  <a:lnTo>
                    <a:pt x="269614" y="280772"/>
                  </a:lnTo>
                  <a:close/>
                </a:path>
                <a:path w="440055" h="708659">
                  <a:moveTo>
                    <a:pt x="362203" y="270993"/>
                  </a:moveTo>
                  <a:lnTo>
                    <a:pt x="315374" y="270993"/>
                  </a:lnTo>
                  <a:lnTo>
                    <a:pt x="316631" y="282588"/>
                  </a:lnTo>
                  <a:lnTo>
                    <a:pt x="270314" y="287479"/>
                  </a:lnTo>
                  <a:lnTo>
                    <a:pt x="439339" y="287479"/>
                  </a:lnTo>
                  <a:lnTo>
                    <a:pt x="439336" y="277652"/>
                  </a:lnTo>
                  <a:lnTo>
                    <a:pt x="362901" y="277652"/>
                  </a:lnTo>
                  <a:lnTo>
                    <a:pt x="362203" y="270993"/>
                  </a:lnTo>
                  <a:close/>
                </a:path>
                <a:path w="440055" h="708659">
                  <a:moveTo>
                    <a:pt x="439331" y="261213"/>
                  </a:moveTo>
                  <a:lnTo>
                    <a:pt x="407962" y="261213"/>
                  </a:lnTo>
                  <a:lnTo>
                    <a:pt x="409172" y="272762"/>
                  </a:lnTo>
                  <a:lnTo>
                    <a:pt x="362901" y="277652"/>
                  </a:lnTo>
                  <a:lnTo>
                    <a:pt x="439336" y="277652"/>
                  </a:lnTo>
                  <a:lnTo>
                    <a:pt x="439331" y="261213"/>
                  </a:lnTo>
                  <a:close/>
                </a:path>
              </a:pathLst>
            </a:custGeom>
            <a:solidFill>
              <a:srgbClr val="7CA3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083364" y="6989508"/>
              <a:ext cx="584835" cy="1167765"/>
            </a:xfrm>
            <a:custGeom>
              <a:avLst/>
              <a:gdLst/>
              <a:ahLst/>
              <a:cxnLst/>
              <a:rect l="l" t="t" r="r" b="b"/>
              <a:pathLst>
                <a:path w="584835" h="1167765">
                  <a:moveTo>
                    <a:pt x="371992" y="949897"/>
                  </a:moveTo>
                  <a:lnTo>
                    <a:pt x="334412" y="949897"/>
                  </a:lnTo>
                  <a:lnTo>
                    <a:pt x="335669" y="961447"/>
                  </a:lnTo>
                  <a:lnTo>
                    <a:pt x="314256" y="963728"/>
                  </a:lnTo>
                  <a:lnTo>
                    <a:pt x="584384" y="1167381"/>
                  </a:lnTo>
                  <a:lnTo>
                    <a:pt x="584302" y="956556"/>
                  </a:lnTo>
                  <a:lnTo>
                    <a:pt x="381939" y="956556"/>
                  </a:lnTo>
                  <a:lnTo>
                    <a:pt x="381804" y="955299"/>
                  </a:lnTo>
                  <a:lnTo>
                    <a:pt x="379147" y="955299"/>
                  </a:lnTo>
                  <a:lnTo>
                    <a:pt x="371992" y="949897"/>
                  </a:lnTo>
                  <a:close/>
                </a:path>
                <a:path w="584835" h="1167765">
                  <a:moveTo>
                    <a:pt x="584291" y="929173"/>
                  </a:moveTo>
                  <a:lnTo>
                    <a:pt x="393438" y="929173"/>
                  </a:lnTo>
                  <a:lnTo>
                    <a:pt x="402235" y="936764"/>
                  </a:lnTo>
                  <a:lnTo>
                    <a:pt x="391110" y="949711"/>
                  </a:lnTo>
                  <a:lnTo>
                    <a:pt x="397953" y="954879"/>
                  </a:lnTo>
                  <a:lnTo>
                    <a:pt x="381939" y="956556"/>
                  </a:lnTo>
                  <a:lnTo>
                    <a:pt x="584302" y="956556"/>
                  </a:lnTo>
                  <a:lnTo>
                    <a:pt x="584291" y="929173"/>
                  </a:lnTo>
                  <a:close/>
                </a:path>
                <a:path w="584835" h="1167765">
                  <a:moveTo>
                    <a:pt x="381474" y="952225"/>
                  </a:moveTo>
                  <a:lnTo>
                    <a:pt x="379147" y="955299"/>
                  </a:lnTo>
                  <a:lnTo>
                    <a:pt x="381804" y="955299"/>
                  </a:lnTo>
                  <a:lnTo>
                    <a:pt x="381474" y="952225"/>
                  </a:lnTo>
                  <a:close/>
                </a:path>
                <a:path w="584835" h="1167765">
                  <a:moveTo>
                    <a:pt x="191970" y="638666"/>
                  </a:moveTo>
                  <a:lnTo>
                    <a:pt x="232" y="658925"/>
                  </a:lnTo>
                  <a:lnTo>
                    <a:pt x="279" y="727011"/>
                  </a:lnTo>
                  <a:lnTo>
                    <a:pt x="300617" y="953435"/>
                  </a:lnTo>
                  <a:lnTo>
                    <a:pt x="334412" y="949897"/>
                  </a:lnTo>
                  <a:lnTo>
                    <a:pt x="371992" y="949897"/>
                  </a:lnTo>
                  <a:lnTo>
                    <a:pt x="336461" y="923072"/>
                  </a:lnTo>
                  <a:lnTo>
                    <a:pt x="343443" y="913758"/>
                  </a:lnTo>
                  <a:lnTo>
                    <a:pt x="584285" y="913758"/>
                  </a:lnTo>
                  <a:lnTo>
                    <a:pt x="584284" y="910964"/>
                  </a:lnTo>
                  <a:lnTo>
                    <a:pt x="376819" y="910964"/>
                  </a:lnTo>
                  <a:lnTo>
                    <a:pt x="376808" y="900019"/>
                  </a:lnTo>
                  <a:lnTo>
                    <a:pt x="305878" y="900019"/>
                  </a:lnTo>
                  <a:lnTo>
                    <a:pt x="262074" y="867002"/>
                  </a:lnTo>
                  <a:lnTo>
                    <a:pt x="269104" y="857733"/>
                  </a:lnTo>
                  <a:lnTo>
                    <a:pt x="584264" y="857733"/>
                  </a:lnTo>
                  <a:lnTo>
                    <a:pt x="584258" y="843996"/>
                  </a:lnTo>
                  <a:lnTo>
                    <a:pt x="231537" y="843996"/>
                  </a:lnTo>
                  <a:lnTo>
                    <a:pt x="203363" y="822759"/>
                  </a:lnTo>
                  <a:lnTo>
                    <a:pt x="145002" y="822759"/>
                  </a:lnTo>
                  <a:lnTo>
                    <a:pt x="143791" y="811164"/>
                  </a:lnTo>
                  <a:lnTo>
                    <a:pt x="190061" y="806273"/>
                  </a:lnTo>
                  <a:lnTo>
                    <a:pt x="192017" y="806273"/>
                  </a:lnTo>
                  <a:lnTo>
                    <a:pt x="192017" y="803013"/>
                  </a:lnTo>
                  <a:lnTo>
                    <a:pt x="198114" y="803013"/>
                  </a:lnTo>
                  <a:lnTo>
                    <a:pt x="210684" y="790999"/>
                  </a:lnTo>
                  <a:lnTo>
                    <a:pt x="376773" y="790999"/>
                  </a:lnTo>
                  <a:lnTo>
                    <a:pt x="376773" y="771253"/>
                  </a:lnTo>
                  <a:lnTo>
                    <a:pt x="584230" y="771253"/>
                  </a:lnTo>
                  <a:lnTo>
                    <a:pt x="584229" y="767574"/>
                  </a:lnTo>
                  <a:lnTo>
                    <a:pt x="252205" y="767574"/>
                  </a:lnTo>
                  <a:lnTo>
                    <a:pt x="244152" y="759145"/>
                  </a:lnTo>
                  <a:lnTo>
                    <a:pt x="246986" y="756443"/>
                  </a:lnTo>
                  <a:lnTo>
                    <a:pt x="192017" y="756443"/>
                  </a:lnTo>
                  <a:lnTo>
                    <a:pt x="191970" y="709872"/>
                  </a:lnTo>
                  <a:lnTo>
                    <a:pt x="376726" y="709872"/>
                  </a:lnTo>
                  <a:lnTo>
                    <a:pt x="376726" y="703771"/>
                  </a:lnTo>
                  <a:lnTo>
                    <a:pt x="319144" y="703771"/>
                  </a:lnTo>
                  <a:lnTo>
                    <a:pt x="311091" y="695342"/>
                  </a:lnTo>
                  <a:lnTo>
                    <a:pt x="344561" y="663442"/>
                  </a:lnTo>
                  <a:lnTo>
                    <a:pt x="584189" y="663442"/>
                  </a:lnTo>
                  <a:lnTo>
                    <a:pt x="584189" y="663303"/>
                  </a:lnTo>
                  <a:lnTo>
                    <a:pt x="191970" y="663303"/>
                  </a:lnTo>
                  <a:lnTo>
                    <a:pt x="191970" y="638666"/>
                  </a:lnTo>
                  <a:close/>
                </a:path>
                <a:path w="584835" h="1167765">
                  <a:moveTo>
                    <a:pt x="584285" y="913758"/>
                  </a:moveTo>
                  <a:lnTo>
                    <a:pt x="343443" y="913758"/>
                  </a:lnTo>
                  <a:lnTo>
                    <a:pt x="380589" y="941793"/>
                  </a:lnTo>
                  <a:lnTo>
                    <a:pt x="381800" y="942679"/>
                  </a:lnTo>
                  <a:lnTo>
                    <a:pt x="393438" y="929173"/>
                  </a:lnTo>
                  <a:lnTo>
                    <a:pt x="584291" y="929173"/>
                  </a:lnTo>
                  <a:lnTo>
                    <a:pt x="584285" y="913758"/>
                  </a:lnTo>
                  <a:close/>
                </a:path>
                <a:path w="584835" h="1167765">
                  <a:moveTo>
                    <a:pt x="449009" y="864393"/>
                  </a:moveTo>
                  <a:lnTo>
                    <a:pt x="388410" y="864393"/>
                  </a:lnTo>
                  <a:lnTo>
                    <a:pt x="388457" y="910964"/>
                  </a:lnTo>
                  <a:lnTo>
                    <a:pt x="584284" y="910964"/>
                  </a:lnTo>
                  <a:lnTo>
                    <a:pt x="584281" y="902069"/>
                  </a:lnTo>
                  <a:lnTo>
                    <a:pt x="432027" y="902069"/>
                  </a:lnTo>
                  <a:lnTo>
                    <a:pt x="423183" y="894478"/>
                  </a:lnTo>
                  <a:lnTo>
                    <a:pt x="449009" y="864393"/>
                  </a:lnTo>
                  <a:close/>
                </a:path>
                <a:path w="584835" h="1167765">
                  <a:moveTo>
                    <a:pt x="584265" y="859829"/>
                  </a:moveTo>
                  <a:lnTo>
                    <a:pt x="452927" y="859829"/>
                  </a:lnTo>
                  <a:lnTo>
                    <a:pt x="461773" y="867421"/>
                  </a:lnTo>
                  <a:lnTo>
                    <a:pt x="432027" y="902069"/>
                  </a:lnTo>
                  <a:lnTo>
                    <a:pt x="584281" y="902069"/>
                  </a:lnTo>
                  <a:lnTo>
                    <a:pt x="584265" y="859829"/>
                  </a:lnTo>
                  <a:close/>
                </a:path>
                <a:path w="584835" h="1167765">
                  <a:moveTo>
                    <a:pt x="584264" y="857733"/>
                  </a:moveTo>
                  <a:lnTo>
                    <a:pt x="269104" y="857733"/>
                  </a:lnTo>
                  <a:lnTo>
                    <a:pt x="312906" y="890752"/>
                  </a:lnTo>
                  <a:lnTo>
                    <a:pt x="305878" y="900019"/>
                  </a:lnTo>
                  <a:lnTo>
                    <a:pt x="376808" y="900019"/>
                  </a:lnTo>
                  <a:lnTo>
                    <a:pt x="376773" y="864393"/>
                  </a:lnTo>
                  <a:lnTo>
                    <a:pt x="449009" y="864393"/>
                  </a:lnTo>
                  <a:lnTo>
                    <a:pt x="452927" y="859829"/>
                  </a:lnTo>
                  <a:lnTo>
                    <a:pt x="584265" y="859829"/>
                  </a:lnTo>
                  <a:lnTo>
                    <a:pt x="584264" y="857733"/>
                  </a:lnTo>
                  <a:close/>
                </a:path>
                <a:path w="584835" h="1167765">
                  <a:moveTo>
                    <a:pt x="376773" y="790999"/>
                  </a:moveTo>
                  <a:lnTo>
                    <a:pt x="210684" y="790999"/>
                  </a:lnTo>
                  <a:lnTo>
                    <a:pt x="218737" y="799428"/>
                  </a:lnTo>
                  <a:lnTo>
                    <a:pt x="206866" y="810790"/>
                  </a:lnTo>
                  <a:lnTo>
                    <a:pt x="238519" y="834682"/>
                  </a:lnTo>
                  <a:lnTo>
                    <a:pt x="231537" y="843996"/>
                  </a:lnTo>
                  <a:lnTo>
                    <a:pt x="584258" y="843996"/>
                  </a:lnTo>
                  <a:lnTo>
                    <a:pt x="584254" y="832772"/>
                  </a:lnTo>
                  <a:lnTo>
                    <a:pt x="491517" y="832772"/>
                  </a:lnTo>
                  <a:lnTo>
                    <a:pt x="482673" y="825181"/>
                  </a:lnTo>
                  <a:lnTo>
                    <a:pt x="488960" y="817869"/>
                  </a:lnTo>
                  <a:lnTo>
                    <a:pt x="376773" y="817869"/>
                  </a:lnTo>
                  <a:lnTo>
                    <a:pt x="376773" y="790999"/>
                  </a:lnTo>
                  <a:close/>
                </a:path>
                <a:path w="584835" h="1167765">
                  <a:moveTo>
                    <a:pt x="584238" y="790533"/>
                  </a:moveTo>
                  <a:lnTo>
                    <a:pt x="512465" y="790533"/>
                  </a:lnTo>
                  <a:lnTo>
                    <a:pt x="521262" y="798123"/>
                  </a:lnTo>
                  <a:lnTo>
                    <a:pt x="491517" y="832772"/>
                  </a:lnTo>
                  <a:lnTo>
                    <a:pt x="584254" y="832772"/>
                  </a:lnTo>
                  <a:lnTo>
                    <a:pt x="584238" y="790533"/>
                  </a:lnTo>
                  <a:close/>
                </a:path>
                <a:path w="584835" h="1167765">
                  <a:moveTo>
                    <a:pt x="192017" y="806273"/>
                  </a:moveTo>
                  <a:lnTo>
                    <a:pt x="190061" y="806273"/>
                  </a:lnTo>
                  <a:lnTo>
                    <a:pt x="191319" y="817869"/>
                  </a:lnTo>
                  <a:lnTo>
                    <a:pt x="145002" y="822759"/>
                  </a:lnTo>
                  <a:lnTo>
                    <a:pt x="203363" y="822759"/>
                  </a:lnTo>
                  <a:lnTo>
                    <a:pt x="192017" y="814190"/>
                  </a:lnTo>
                  <a:lnTo>
                    <a:pt x="192017" y="806273"/>
                  </a:lnTo>
                  <a:close/>
                </a:path>
                <a:path w="584835" h="1167765">
                  <a:moveTo>
                    <a:pt x="584230" y="771253"/>
                  </a:moveTo>
                  <a:lnTo>
                    <a:pt x="388410" y="771253"/>
                  </a:lnTo>
                  <a:lnTo>
                    <a:pt x="388410" y="817869"/>
                  </a:lnTo>
                  <a:lnTo>
                    <a:pt x="488960" y="817869"/>
                  </a:lnTo>
                  <a:lnTo>
                    <a:pt x="512465" y="790533"/>
                  </a:lnTo>
                  <a:lnTo>
                    <a:pt x="584238" y="790533"/>
                  </a:lnTo>
                  <a:lnTo>
                    <a:pt x="584230" y="771253"/>
                  </a:lnTo>
                  <a:close/>
                </a:path>
                <a:path w="584835" h="1167765">
                  <a:moveTo>
                    <a:pt x="566798" y="727243"/>
                  </a:moveTo>
                  <a:lnTo>
                    <a:pt x="277622" y="727243"/>
                  </a:lnTo>
                  <a:lnTo>
                    <a:pt x="285675" y="735672"/>
                  </a:lnTo>
                  <a:lnTo>
                    <a:pt x="252205" y="767574"/>
                  </a:lnTo>
                  <a:lnTo>
                    <a:pt x="584229" y="767574"/>
                  </a:lnTo>
                  <a:lnTo>
                    <a:pt x="584227" y="763475"/>
                  </a:lnTo>
                  <a:lnTo>
                    <a:pt x="551008" y="763475"/>
                  </a:lnTo>
                  <a:lnTo>
                    <a:pt x="542209" y="755884"/>
                  </a:lnTo>
                  <a:lnTo>
                    <a:pt x="566798" y="727243"/>
                  </a:lnTo>
                  <a:close/>
                </a:path>
                <a:path w="584835" h="1167765">
                  <a:moveTo>
                    <a:pt x="584211" y="721236"/>
                  </a:moveTo>
                  <a:lnTo>
                    <a:pt x="571955" y="721236"/>
                  </a:lnTo>
                  <a:lnTo>
                    <a:pt x="580800" y="728780"/>
                  </a:lnTo>
                  <a:lnTo>
                    <a:pt x="551008" y="763475"/>
                  </a:lnTo>
                  <a:lnTo>
                    <a:pt x="584227" y="763475"/>
                  </a:lnTo>
                  <a:lnTo>
                    <a:pt x="584211" y="721236"/>
                  </a:lnTo>
                  <a:close/>
                </a:path>
                <a:path w="584835" h="1167765">
                  <a:moveTo>
                    <a:pt x="376726" y="709872"/>
                  </a:moveTo>
                  <a:lnTo>
                    <a:pt x="203607" y="709872"/>
                  </a:lnTo>
                  <a:lnTo>
                    <a:pt x="203654" y="756443"/>
                  </a:lnTo>
                  <a:lnTo>
                    <a:pt x="246986" y="756443"/>
                  </a:lnTo>
                  <a:lnTo>
                    <a:pt x="277622" y="727243"/>
                  </a:lnTo>
                  <a:lnTo>
                    <a:pt x="566798" y="727243"/>
                  </a:lnTo>
                  <a:lnTo>
                    <a:pt x="568997" y="724682"/>
                  </a:lnTo>
                  <a:lnTo>
                    <a:pt x="376726" y="724682"/>
                  </a:lnTo>
                  <a:lnTo>
                    <a:pt x="376726" y="709872"/>
                  </a:lnTo>
                  <a:close/>
                </a:path>
                <a:path w="584835" h="1167765">
                  <a:moveTo>
                    <a:pt x="584194" y="678111"/>
                  </a:moveTo>
                  <a:lnTo>
                    <a:pt x="388363" y="678111"/>
                  </a:lnTo>
                  <a:lnTo>
                    <a:pt x="388363" y="724682"/>
                  </a:lnTo>
                  <a:lnTo>
                    <a:pt x="568997" y="724682"/>
                  </a:lnTo>
                  <a:lnTo>
                    <a:pt x="571955" y="721236"/>
                  </a:lnTo>
                  <a:lnTo>
                    <a:pt x="584211" y="721236"/>
                  </a:lnTo>
                  <a:lnTo>
                    <a:pt x="584194" y="678111"/>
                  </a:lnTo>
                  <a:close/>
                </a:path>
                <a:path w="584835" h="1167765">
                  <a:moveTo>
                    <a:pt x="584189" y="663442"/>
                  </a:moveTo>
                  <a:lnTo>
                    <a:pt x="344561" y="663442"/>
                  </a:lnTo>
                  <a:lnTo>
                    <a:pt x="352614" y="671871"/>
                  </a:lnTo>
                  <a:lnTo>
                    <a:pt x="319144" y="703771"/>
                  </a:lnTo>
                  <a:lnTo>
                    <a:pt x="376726" y="703771"/>
                  </a:lnTo>
                  <a:lnTo>
                    <a:pt x="376726" y="678111"/>
                  </a:lnTo>
                  <a:lnTo>
                    <a:pt x="584194" y="678111"/>
                  </a:lnTo>
                  <a:lnTo>
                    <a:pt x="584189" y="663442"/>
                  </a:lnTo>
                  <a:close/>
                </a:path>
                <a:path w="584835" h="1167765">
                  <a:moveTo>
                    <a:pt x="467963" y="545898"/>
                  </a:moveTo>
                  <a:lnTo>
                    <a:pt x="280788" y="545898"/>
                  </a:lnTo>
                  <a:lnTo>
                    <a:pt x="303829" y="563269"/>
                  </a:lnTo>
                  <a:lnTo>
                    <a:pt x="303876" y="626837"/>
                  </a:lnTo>
                  <a:lnTo>
                    <a:pt x="203607" y="637409"/>
                  </a:lnTo>
                  <a:lnTo>
                    <a:pt x="203607" y="663303"/>
                  </a:lnTo>
                  <a:lnTo>
                    <a:pt x="584189" y="663303"/>
                  </a:lnTo>
                  <a:lnTo>
                    <a:pt x="584179" y="639970"/>
                  </a:lnTo>
                  <a:lnTo>
                    <a:pt x="386082" y="639970"/>
                  </a:lnTo>
                  <a:lnTo>
                    <a:pt x="378076" y="631541"/>
                  </a:lnTo>
                  <a:lnTo>
                    <a:pt x="376726" y="631541"/>
                  </a:lnTo>
                  <a:lnTo>
                    <a:pt x="376679" y="584970"/>
                  </a:lnTo>
                  <a:lnTo>
                    <a:pt x="584158" y="584970"/>
                  </a:lnTo>
                  <a:lnTo>
                    <a:pt x="584155" y="576169"/>
                  </a:lnTo>
                  <a:lnTo>
                    <a:pt x="453021" y="576169"/>
                  </a:lnTo>
                  <a:lnTo>
                    <a:pt x="445014" y="567739"/>
                  </a:lnTo>
                  <a:lnTo>
                    <a:pt x="467963" y="545898"/>
                  </a:lnTo>
                  <a:close/>
                </a:path>
                <a:path w="584835" h="1167765">
                  <a:moveTo>
                    <a:pt x="584164" y="599640"/>
                  </a:moveTo>
                  <a:lnTo>
                    <a:pt x="411499" y="599640"/>
                  </a:lnTo>
                  <a:lnTo>
                    <a:pt x="419552" y="608069"/>
                  </a:lnTo>
                  <a:lnTo>
                    <a:pt x="386082" y="639970"/>
                  </a:lnTo>
                  <a:lnTo>
                    <a:pt x="584179" y="639970"/>
                  </a:lnTo>
                  <a:lnTo>
                    <a:pt x="584164" y="599640"/>
                  </a:lnTo>
                  <a:close/>
                </a:path>
                <a:path w="584835" h="1167765">
                  <a:moveTo>
                    <a:pt x="584158" y="584970"/>
                  </a:moveTo>
                  <a:lnTo>
                    <a:pt x="388317" y="584970"/>
                  </a:lnTo>
                  <a:lnTo>
                    <a:pt x="388363" y="621761"/>
                  </a:lnTo>
                  <a:lnTo>
                    <a:pt x="411499" y="599640"/>
                  </a:lnTo>
                  <a:lnTo>
                    <a:pt x="584164" y="599640"/>
                  </a:lnTo>
                  <a:lnTo>
                    <a:pt x="584158" y="584970"/>
                  </a:lnTo>
                  <a:close/>
                </a:path>
                <a:path w="584835" h="1167765">
                  <a:moveTo>
                    <a:pt x="584139" y="535885"/>
                  </a:moveTo>
                  <a:lnTo>
                    <a:pt x="478483" y="535885"/>
                  </a:lnTo>
                  <a:lnTo>
                    <a:pt x="486490" y="544268"/>
                  </a:lnTo>
                  <a:lnTo>
                    <a:pt x="453021" y="576169"/>
                  </a:lnTo>
                  <a:lnTo>
                    <a:pt x="584155" y="576169"/>
                  </a:lnTo>
                  <a:lnTo>
                    <a:pt x="584139" y="535885"/>
                  </a:lnTo>
                  <a:close/>
                </a:path>
                <a:path w="584835" h="1167765">
                  <a:moveTo>
                    <a:pt x="58326" y="477300"/>
                  </a:moveTo>
                  <a:lnTo>
                    <a:pt x="11497" y="477300"/>
                  </a:lnTo>
                  <a:lnTo>
                    <a:pt x="12754" y="488849"/>
                  </a:lnTo>
                  <a:lnTo>
                    <a:pt x="186" y="490199"/>
                  </a:lnTo>
                  <a:lnTo>
                    <a:pt x="186" y="575563"/>
                  </a:lnTo>
                  <a:lnTo>
                    <a:pt x="191923" y="555306"/>
                  </a:lnTo>
                  <a:lnTo>
                    <a:pt x="191923" y="523591"/>
                  </a:lnTo>
                  <a:lnTo>
                    <a:pt x="376679" y="523591"/>
                  </a:lnTo>
                  <a:lnTo>
                    <a:pt x="376679" y="491830"/>
                  </a:lnTo>
                  <a:lnTo>
                    <a:pt x="524705" y="491830"/>
                  </a:lnTo>
                  <a:lnTo>
                    <a:pt x="532962" y="483960"/>
                  </a:lnTo>
                  <a:lnTo>
                    <a:pt x="59024" y="483960"/>
                  </a:lnTo>
                  <a:lnTo>
                    <a:pt x="58511" y="479069"/>
                  </a:lnTo>
                  <a:lnTo>
                    <a:pt x="58448" y="478464"/>
                  </a:lnTo>
                  <a:lnTo>
                    <a:pt x="58326" y="477300"/>
                  </a:lnTo>
                  <a:close/>
                </a:path>
                <a:path w="584835" h="1167765">
                  <a:moveTo>
                    <a:pt x="376679" y="523591"/>
                  </a:moveTo>
                  <a:lnTo>
                    <a:pt x="203561" y="523591"/>
                  </a:lnTo>
                  <a:lnTo>
                    <a:pt x="203561" y="554048"/>
                  </a:lnTo>
                  <a:lnTo>
                    <a:pt x="280648" y="545898"/>
                  </a:lnTo>
                  <a:lnTo>
                    <a:pt x="467963" y="545898"/>
                  </a:lnTo>
                  <a:lnTo>
                    <a:pt x="475840" y="538401"/>
                  </a:lnTo>
                  <a:lnTo>
                    <a:pt x="376679" y="538401"/>
                  </a:lnTo>
                  <a:lnTo>
                    <a:pt x="376679" y="523591"/>
                  </a:lnTo>
                  <a:close/>
                </a:path>
                <a:path w="584835" h="1167765">
                  <a:moveTo>
                    <a:pt x="524705" y="491830"/>
                  </a:moveTo>
                  <a:lnTo>
                    <a:pt x="388317" y="491830"/>
                  </a:lnTo>
                  <a:lnTo>
                    <a:pt x="388317" y="538401"/>
                  </a:lnTo>
                  <a:lnTo>
                    <a:pt x="475840" y="538401"/>
                  </a:lnTo>
                  <a:lnTo>
                    <a:pt x="478483" y="535885"/>
                  </a:lnTo>
                  <a:lnTo>
                    <a:pt x="584139" y="535885"/>
                  </a:lnTo>
                  <a:lnTo>
                    <a:pt x="584130" y="512414"/>
                  </a:lnTo>
                  <a:lnTo>
                    <a:pt x="519959" y="512414"/>
                  </a:lnTo>
                  <a:lnTo>
                    <a:pt x="511953" y="503985"/>
                  </a:lnTo>
                  <a:lnTo>
                    <a:pt x="524705" y="491830"/>
                  </a:lnTo>
                  <a:close/>
                </a:path>
                <a:path w="584835" h="1167765">
                  <a:moveTo>
                    <a:pt x="584114" y="472084"/>
                  </a:moveTo>
                  <a:lnTo>
                    <a:pt x="545421" y="472084"/>
                  </a:lnTo>
                  <a:lnTo>
                    <a:pt x="553429" y="480513"/>
                  </a:lnTo>
                  <a:lnTo>
                    <a:pt x="519959" y="512414"/>
                  </a:lnTo>
                  <a:lnTo>
                    <a:pt x="584130" y="512414"/>
                  </a:lnTo>
                  <a:lnTo>
                    <a:pt x="584114" y="472084"/>
                  </a:lnTo>
                  <a:close/>
                </a:path>
                <a:path w="584835" h="1167765">
                  <a:moveTo>
                    <a:pt x="150917" y="467520"/>
                  </a:moveTo>
                  <a:lnTo>
                    <a:pt x="104085" y="467520"/>
                  </a:lnTo>
                  <a:lnTo>
                    <a:pt x="105118" y="477020"/>
                  </a:lnTo>
                  <a:lnTo>
                    <a:pt x="105149" y="477300"/>
                  </a:lnTo>
                  <a:lnTo>
                    <a:pt x="105275" y="478464"/>
                  </a:lnTo>
                  <a:lnTo>
                    <a:pt x="105341" y="479069"/>
                  </a:lnTo>
                  <a:lnTo>
                    <a:pt x="59024" y="483960"/>
                  </a:lnTo>
                  <a:lnTo>
                    <a:pt x="532962" y="483960"/>
                  </a:lnTo>
                  <a:lnTo>
                    <a:pt x="540242" y="477020"/>
                  </a:lnTo>
                  <a:lnTo>
                    <a:pt x="191923" y="477020"/>
                  </a:lnTo>
                  <a:lnTo>
                    <a:pt x="191905" y="474179"/>
                  </a:lnTo>
                  <a:lnTo>
                    <a:pt x="151612" y="474179"/>
                  </a:lnTo>
                  <a:lnTo>
                    <a:pt x="150917" y="467520"/>
                  </a:lnTo>
                  <a:close/>
                </a:path>
                <a:path w="584835" h="1167765">
                  <a:moveTo>
                    <a:pt x="583965" y="0"/>
                  </a:moveTo>
                  <a:lnTo>
                    <a:pt x="0" y="61752"/>
                  </a:lnTo>
                  <a:lnTo>
                    <a:pt x="16" y="111163"/>
                  </a:lnTo>
                  <a:lnTo>
                    <a:pt x="139" y="478464"/>
                  </a:lnTo>
                  <a:lnTo>
                    <a:pt x="11497" y="477300"/>
                  </a:lnTo>
                  <a:lnTo>
                    <a:pt x="58326" y="477300"/>
                  </a:lnTo>
                  <a:lnTo>
                    <a:pt x="57814" y="472410"/>
                  </a:lnTo>
                  <a:lnTo>
                    <a:pt x="104085" y="467520"/>
                  </a:lnTo>
                  <a:lnTo>
                    <a:pt x="150917" y="467520"/>
                  </a:lnTo>
                  <a:lnTo>
                    <a:pt x="150402" y="462583"/>
                  </a:lnTo>
                  <a:lnTo>
                    <a:pt x="191877" y="458205"/>
                  </a:lnTo>
                  <a:lnTo>
                    <a:pt x="191877" y="430449"/>
                  </a:lnTo>
                  <a:lnTo>
                    <a:pt x="354920" y="430449"/>
                  </a:lnTo>
                  <a:lnTo>
                    <a:pt x="336041" y="416199"/>
                  </a:lnTo>
                  <a:lnTo>
                    <a:pt x="343024" y="406885"/>
                  </a:lnTo>
                  <a:lnTo>
                    <a:pt x="584096" y="406885"/>
                  </a:lnTo>
                  <a:lnTo>
                    <a:pt x="584095" y="404370"/>
                  </a:lnTo>
                  <a:lnTo>
                    <a:pt x="439568" y="404370"/>
                  </a:lnTo>
                  <a:lnTo>
                    <a:pt x="432167" y="395382"/>
                  </a:lnTo>
                  <a:lnTo>
                    <a:pt x="434655" y="393334"/>
                  </a:lnTo>
                  <a:lnTo>
                    <a:pt x="305691" y="393334"/>
                  </a:lnTo>
                  <a:lnTo>
                    <a:pt x="293150" y="383880"/>
                  </a:lnTo>
                  <a:lnTo>
                    <a:pt x="191877" y="383880"/>
                  </a:lnTo>
                  <a:lnTo>
                    <a:pt x="191830" y="337309"/>
                  </a:lnTo>
                  <a:lnTo>
                    <a:pt x="231414" y="337309"/>
                  </a:lnTo>
                  <a:lnTo>
                    <a:pt x="222817" y="330836"/>
                  </a:lnTo>
                  <a:lnTo>
                    <a:pt x="4608" y="330836"/>
                  </a:lnTo>
                  <a:lnTo>
                    <a:pt x="3398" y="319286"/>
                  </a:lnTo>
                  <a:lnTo>
                    <a:pt x="49668" y="314350"/>
                  </a:lnTo>
                  <a:lnTo>
                    <a:pt x="96495" y="314350"/>
                  </a:lnTo>
                  <a:lnTo>
                    <a:pt x="96175" y="311276"/>
                  </a:lnTo>
                  <a:lnTo>
                    <a:pt x="96106" y="310624"/>
                  </a:lnTo>
                  <a:lnTo>
                    <a:pt x="95985" y="309459"/>
                  </a:lnTo>
                  <a:lnTo>
                    <a:pt x="142255" y="304570"/>
                  </a:lnTo>
                  <a:lnTo>
                    <a:pt x="189056" y="304570"/>
                  </a:lnTo>
                  <a:lnTo>
                    <a:pt x="188526" y="299680"/>
                  </a:lnTo>
                  <a:lnTo>
                    <a:pt x="195694" y="298935"/>
                  </a:lnTo>
                  <a:lnTo>
                    <a:pt x="213988" y="287059"/>
                  </a:lnTo>
                  <a:lnTo>
                    <a:pt x="581059" y="287059"/>
                  </a:lnTo>
                  <a:lnTo>
                    <a:pt x="574004" y="278490"/>
                  </a:lnTo>
                  <a:lnTo>
                    <a:pt x="582307" y="271645"/>
                  </a:lnTo>
                  <a:lnTo>
                    <a:pt x="259002" y="271645"/>
                  </a:lnTo>
                  <a:lnTo>
                    <a:pt x="252671" y="261865"/>
                  </a:lnTo>
                  <a:lnTo>
                    <a:pt x="291307" y="236763"/>
                  </a:lnTo>
                  <a:lnTo>
                    <a:pt x="584044" y="236763"/>
                  </a:lnTo>
                  <a:lnTo>
                    <a:pt x="584037" y="221395"/>
                  </a:lnTo>
                  <a:lnTo>
                    <a:pt x="336274" y="221395"/>
                  </a:lnTo>
                  <a:lnTo>
                    <a:pt x="329943" y="211662"/>
                  </a:lnTo>
                  <a:lnTo>
                    <a:pt x="368580" y="186514"/>
                  </a:lnTo>
                  <a:lnTo>
                    <a:pt x="584021" y="186514"/>
                  </a:lnTo>
                  <a:lnTo>
                    <a:pt x="584014" y="171146"/>
                  </a:lnTo>
                  <a:lnTo>
                    <a:pt x="413593" y="171146"/>
                  </a:lnTo>
                  <a:lnTo>
                    <a:pt x="407216" y="161413"/>
                  </a:lnTo>
                  <a:lnTo>
                    <a:pt x="445852" y="136264"/>
                  </a:lnTo>
                  <a:lnTo>
                    <a:pt x="583999" y="136264"/>
                  </a:lnTo>
                  <a:lnTo>
                    <a:pt x="583992" y="120896"/>
                  </a:lnTo>
                  <a:lnTo>
                    <a:pt x="490866" y="120896"/>
                  </a:lnTo>
                  <a:lnTo>
                    <a:pt x="484535" y="111163"/>
                  </a:lnTo>
                  <a:lnTo>
                    <a:pt x="523171" y="86014"/>
                  </a:lnTo>
                  <a:lnTo>
                    <a:pt x="583976" y="86014"/>
                  </a:lnTo>
                  <a:lnTo>
                    <a:pt x="583969" y="70693"/>
                  </a:lnTo>
                  <a:lnTo>
                    <a:pt x="568138" y="70693"/>
                  </a:lnTo>
                  <a:lnTo>
                    <a:pt x="561807" y="60914"/>
                  </a:lnTo>
                  <a:lnTo>
                    <a:pt x="583965" y="46523"/>
                  </a:lnTo>
                  <a:lnTo>
                    <a:pt x="583965" y="0"/>
                  </a:lnTo>
                  <a:close/>
                </a:path>
                <a:path w="584835" h="1167765">
                  <a:moveTo>
                    <a:pt x="354920" y="430449"/>
                  </a:moveTo>
                  <a:lnTo>
                    <a:pt x="203514" y="430449"/>
                  </a:lnTo>
                  <a:lnTo>
                    <a:pt x="203561" y="477020"/>
                  </a:lnTo>
                  <a:lnTo>
                    <a:pt x="540242" y="477020"/>
                  </a:lnTo>
                  <a:lnTo>
                    <a:pt x="545421" y="472084"/>
                  </a:lnTo>
                  <a:lnTo>
                    <a:pt x="584114" y="472084"/>
                  </a:lnTo>
                  <a:lnTo>
                    <a:pt x="584111" y="464399"/>
                  </a:lnTo>
                  <a:lnTo>
                    <a:pt x="244199" y="464399"/>
                  </a:lnTo>
                  <a:lnTo>
                    <a:pt x="242989" y="452804"/>
                  </a:lnTo>
                  <a:lnTo>
                    <a:pt x="289259" y="447913"/>
                  </a:lnTo>
                  <a:lnTo>
                    <a:pt x="336086" y="447913"/>
                  </a:lnTo>
                  <a:lnTo>
                    <a:pt x="335575" y="443024"/>
                  </a:lnTo>
                  <a:lnTo>
                    <a:pt x="367136" y="439671"/>
                  </a:lnTo>
                  <a:lnTo>
                    <a:pt x="354920" y="430449"/>
                  </a:lnTo>
                  <a:close/>
                </a:path>
                <a:path w="584835" h="1167765">
                  <a:moveTo>
                    <a:pt x="191877" y="469941"/>
                  </a:moveTo>
                  <a:lnTo>
                    <a:pt x="151612" y="474179"/>
                  </a:lnTo>
                  <a:lnTo>
                    <a:pt x="191905" y="474179"/>
                  </a:lnTo>
                  <a:lnTo>
                    <a:pt x="191877" y="469941"/>
                  </a:lnTo>
                  <a:close/>
                </a:path>
                <a:path w="584835" h="1167765">
                  <a:moveTo>
                    <a:pt x="336086" y="447913"/>
                  </a:moveTo>
                  <a:lnTo>
                    <a:pt x="289259" y="447913"/>
                  </a:lnTo>
                  <a:lnTo>
                    <a:pt x="290469" y="459510"/>
                  </a:lnTo>
                  <a:lnTo>
                    <a:pt x="244199" y="464399"/>
                  </a:lnTo>
                  <a:lnTo>
                    <a:pt x="584111" y="464399"/>
                  </a:lnTo>
                  <a:lnTo>
                    <a:pt x="584108" y="454620"/>
                  </a:lnTo>
                  <a:lnTo>
                    <a:pt x="336786" y="454620"/>
                  </a:lnTo>
                  <a:lnTo>
                    <a:pt x="336139" y="448426"/>
                  </a:lnTo>
                  <a:lnTo>
                    <a:pt x="336086" y="447913"/>
                  </a:lnTo>
                  <a:close/>
                </a:path>
                <a:path w="584835" h="1167765">
                  <a:moveTo>
                    <a:pt x="383569" y="445259"/>
                  </a:moveTo>
                  <a:lnTo>
                    <a:pt x="382591" y="445259"/>
                  </a:lnTo>
                  <a:lnTo>
                    <a:pt x="383057" y="449684"/>
                  </a:lnTo>
                  <a:lnTo>
                    <a:pt x="336786" y="454620"/>
                  </a:lnTo>
                  <a:lnTo>
                    <a:pt x="584108" y="454620"/>
                  </a:lnTo>
                  <a:lnTo>
                    <a:pt x="584105" y="448426"/>
                  </a:lnTo>
                  <a:lnTo>
                    <a:pt x="386176" y="448426"/>
                  </a:lnTo>
                  <a:lnTo>
                    <a:pt x="383569" y="445259"/>
                  </a:lnTo>
                  <a:close/>
                </a:path>
                <a:path w="584835" h="1167765">
                  <a:moveTo>
                    <a:pt x="584101" y="424629"/>
                  </a:moveTo>
                  <a:lnTo>
                    <a:pt x="396742" y="424629"/>
                  </a:lnTo>
                  <a:lnTo>
                    <a:pt x="404144" y="433617"/>
                  </a:lnTo>
                  <a:lnTo>
                    <a:pt x="386176" y="448426"/>
                  </a:lnTo>
                  <a:lnTo>
                    <a:pt x="584105" y="448426"/>
                  </a:lnTo>
                  <a:lnTo>
                    <a:pt x="584104" y="445678"/>
                  </a:lnTo>
                  <a:lnTo>
                    <a:pt x="578891" y="440183"/>
                  </a:lnTo>
                  <a:lnTo>
                    <a:pt x="584104" y="435201"/>
                  </a:lnTo>
                  <a:lnTo>
                    <a:pt x="584101" y="424629"/>
                  </a:lnTo>
                  <a:close/>
                </a:path>
                <a:path w="584835" h="1167765">
                  <a:moveTo>
                    <a:pt x="584096" y="406885"/>
                  </a:moveTo>
                  <a:lnTo>
                    <a:pt x="343024" y="406885"/>
                  </a:lnTo>
                  <a:lnTo>
                    <a:pt x="382311" y="436504"/>
                  </a:lnTo>
                  <a:lnTo>
                    <a:pt x="396742" y="424629"/>
                  </a:lnTo>
                  <a:lnTo>
                    <a:pt x="584101" y="424629"/>
                  </a:lnTo>
                  <a:lnTo>
                    <a:pt x="584096" y="406885"/>
                  </a:lnTo>
                  <a:close/>
                </a:path>
                <a:path w="584835" h="1167765">
                  <a:moveTo>
                    <a:pt x="584083" y="366182"/>
                  </a:moveTo>
                  <a:lnTo>
                    <a:pt x="467638" y="366182"/>
                  </a:lnTo>
                  <a:lnTo>
                    <a:pt x="475039" y="375170"/>
                  </a:lnTo>
                  <a:lnTo>
                    <a:pt x="439568" y="404370"/>
                  </a:lnTo>
                  <a:lnTo>
                    <a:pt x="584095" y="404370"/>
                  </a:lnTo>
                  <a:lnTo>
                    <a:pt x="584083" y="366182"/>
                  </a:lnTo>
                  <a:close/>
                </a:path>
                <a:path w="584835" h="1167765">
                  <a:moveTo>
                    <a:pt x="584079" y="350814"/>
                  </a:moveTo>
                  <a:lnTo>
                    <a:pt x="268685" y="350814"/>
                  </a:lnTo>
                  <a:lnTo>
                    <a:pt x="312674" y="384020"/>
                  </a:lnTo>
                  <a:lnTo>
                    <a:pt x="305691" y="393334"/>
                  </a:lnTo>
                  <a:lnTo>
                    <a:pt x="434655" y="393334"/>
                  </a:lnTo>
                  <a:lnTo>
                    <a:pt x="467638" y="366182"/>
                  </a:lnTo>
                  <a:lnTo>
                    <a:pt x="584083" y="366182"/>
                  </a:lnTo>
                  <a:lnTo>
                    <a:pt x="584079" y="350814"/>
                  </a:lnTo>
                  <a:close/>
                </a:path>
                <a:path w="584835" h="1167765">
                  <a:moveTo>
                    <a:pt x="581059" y="287059"/>
                  </a:moveTo>
                  <a:lnTo>
                    <a:pt x="213988" y="287059"/>
                  </a:lnTo>
                  <a:lnTo>
                    <a:pt x="220319" y="296792"/>
                  </a:lnTo>
                  <a:lnTo>
                    <a:pt x="207797" y="304943"/>
                  </a:lnTo>
                  <a:lnTo>
                    <a:pt x="238334" y="327948"/>
                  </a:lnTo>
                  <a:lnTo>
                    <a:pt x="231316" y="337309"/>
                  </a:lnTo>
                  <a:lnTo>
                    <a:pt x="203467" y="337309"/>
                  </a:lnTo>
                  <a:lnTo>
                    <a:pt x="203514" y="383880"/>
                  </a:lnTo>
                  <a:lnTo>
                    <a:pt x="293150" y="383880"/>
                  </a:lnTo>
                  <a:lnTo>
                    <a:pt x="261702" y="360128"/>
                  </a:lnTo>
                  <a:lnTo>
                    <a:pt x="268685" y="350814"/>
                  </a:lnTo>
                  <a:lnTo>
                    <a:pt x="584079" y="350814"/>
                  </a:lnTo>
                  <a:lnTo>
                    <a:pt x="584077" y="345925"/>
                  </a:lnTo>
                  <a:lnTo>
                    <a:pt x="510509" y="345925"/>
                  </a:lnTo>
                  <a:lnTo>
                    <a:pt x="503109" y="336937"/>
                  </a:lnTo>
                  <a:lnTo>
                    <a:pt x="538533" y="307690"/>
                  </a:lnTo>
                  <a:lnTo>
                    <a:pt x="584065" y="307690"/>
                  </a:lnTo>
                  <a:lnTo>
                    <a:pt x="584059" y="287478"/>
                  </a:lnTo>
                  <a:lnTo>
                    <a:pt x="581404" y="287478"/>
                  </a:lnTo>
                  <a:lnTo>
                    <a:pt x="581059" y="287059"/>
                  </a:lnTo>
                  <a:close/>
                </a:path>
                <a:path w="584835" h="1167765">
                  <a:moveTo>
                    <a:pt x="584065" y="307690"/>
                  </a:moveTo>
                  <a:lnTo>
                    <a:pt x="538533" y="307690"/>
                  </a:lnTo>
                  <a:lnTo>
                    <a:pt x="545934" y="316678"/>
                  </a:lnTo>
                  <a:lnTo>
                    <a:pt x="510509" y="345925"/>
                  </a:lnTo>
                  <a:lnTo>
                    <a:pt x="584077" y="345925"/>
                  </a:lnTo>
                  <a:lnTo>
                    <a:pt x="584065" y="307690"/>
                  </a:lnTo>
                  <a:close/>
                </a:path>
                <a:path w="584835" h="1167765">
                  <a:moveTo>
                    <a:pt x="96495" y="314350"/>
                  </a:moveTo>
                  <a:lnTo>
                    <a:pt x="49668" y="314350"/>
                  </a:lnTo>
                  <a:lnTo>
                    <a:pt x="50878" y="325946"/>
                  </a:lnTo>
                  <a:lnTo>
                    <a:pt x="4608" y="330836"/>
                  </a:lnTo>
                  <a:lnTo>
                    <a:pt x="222817" y="330836"/>
                  </a:lnTo>
                  <a:lnTo>
                    <a:pt x="209828" y="321055"/>
                  </a:lnTo>
                  <a:lnTo>
                    <a:pt x="97195" y="321055"/>
                  </a:lnTo>
                  <a:lnTo>
                    <a:pt x="96495" y="314350"/>
                  </a:lnTo>
                  <a:close/>
                </a:path>
                <a:path w="584835" h="1167765">
                  <a:moveTo>
                    <a:pt x="189056" y="304570"/>
                  </a:moveTo>
                  <a:lnTo>
                    <a:pt x="142255" y="304570"/>
                  </a:lnTo>
                  <a:lnTo>
                    <a:pt x="143465" y="316166"/>
                  </a:lnTo>
                  <a:lnTo>
                    <a:pt x="97195" y="321055"/>
                  </a:lnTo>
                  <a:lnTo>
                    <a:pt x="209828" y="321055"/>
                  </a:lnTo>
                  <a:lnTo>
                    <a:pt x="196840" y="311276"/>
                  </a:lnTo>
                  <a:lnTo>
                    <a:pt x="189782" y="311276"/>
                  </a:lnTo>
                  <a:lnTo>
                    <a:pt x="189096" y="304943"/>
                  </a:lnTo>
                  <a:lnTo>
                    <a:pt x="189056" y="304570"/>
                  </a:lnTo>
                  <a:close/>
                </a:path>
                <a:path w="584835" h="1167765">
                  <a:moveTo>
                    <a:pt x="195973" y="310624"/>
                  </a:moveTo>
                  <a:lnTo>
                    <a:pt x="189782" y="311276"/>
                  </a:lnTo>
                  <a:lnTo>
                    <a:pt x="196840" y="311276"/>
                  </a:lnTo>
                  <a:lnTo>
                    <a:pt x="195973" y="310624"/>
                  </a:lnTo>
                  <a:close/>
                </a:path>
                <a:path w="584835" h="1167765">
                  <a:moveTo>
                    <a:pt x="584059" y="285290"/>
                  </a:moveTo>
                  <a:lnTo>
                    <a:pt x="581404" y="287478"/>
                  </a:lnTo>
                  <a:lnTo>
                    <a:pt x="584059" y="287478"/>
                  </a:lnTo>
                  <a:lnTo>
                    <a:pt x="584059" y="285290"/>
                  </a:lnTo>
                  <a:close/>
                </a:path>
                <a:path w="584835" h="1167765">
                  <a:moveTo>
                    <a:pt x="584044" y="236763"/>
                  </a:moveTo>
                  <a:lnTo>
                    <a:pt x="291307" y="236763"/>
                  </a:lnTo>
                  <a:lnTo>
                    <a:pt x="297638" y="246543"/>
                  </a:lnTo>
                  <a:lnTo>
                    <a:pt x="259002" y="271645"/>
                  </a:lnTo>
                  <a:lnTo>
                    <a:pt x="582307" y="271645"/>
                  </a:lnTo>
                  <a:lnTo>
                    <a:pt x="584059" y="270201"/>
                  </a:lnTo>
                  <a:lnTo>
                    <a:pt x="584044" y="236763"/>
                  </a:lnTo>
                  <a:close/>
                </a:path>
                <a:path w="584835" h="1167765">
                  <a:moveTo>
                    <a:pt x="584021" y="186514"/>
                  </a:moveTo>
                  <a:lnTo>
                    <a:pt x="368580" y="186514"/>
                  </a:lnTo>
                  <a:lnTo>
                    <a:pt x="374910" y="196293"/>
                  </a:lnTo>
                  <a:lnTo>
                    <a:pt x="336274" y="221395"/>
                  </a:lnTo>
                  <a:lnTo>
                    <a:pt x="584037" y="221395"/>
                  </a:lnTo>
                  <a:lnTo>
                    <a:pt x="584021" y="186514"/>
                  </a:lnTo>
                  <a:close/>
                </a:path>
                <a:path w="584835" h="1167765">
                  <a:moveTo>
                    <a:pt x="583999" y="136264"/>
                  </a:moveTo>
                  <a:lnTo>
                    <a:pt x="445852" y="136264"/>
                  </a:lnTo>
                  <a:lnTo>
                    <a:pt x="452230" y="146044"/>
                  </a:lnTo>
                  <a:lnTo>
                    <a:pt x="413593" y="171146"/>
                  </a:lnTo>
                  <a:lnTo>
                    <a:pt x="584014" y="171146"/>
                  </a:lnTo>
                  <a:lnTo>
                    <a:pt x="583999" y="136264"/>
                  </a:lnTo>
                  <a:close/>
                </a:path>
                <a:path w="584835" h="1167765">
                  <a:moveTo>
                    <a:pt x="583976" y="86014"/>
                  </a:moveTo>
                  <a:lnTo>
                    <a:pt x="523171" y="86014"/>
                  </a:lnTo>
                  <a:lnTo>
                    <a:pt x="529502" y="95794"/>
                  </a:lnTo>
                  <a:lnTo>
                    <a:pt x="490866" y="120896"/>
                  </a:lnTo>
                  <a:lnTo>
                    <a:pt x="583992" y="120896"/>
                  </a:lnTo>
                  <a:lnTo>
                    <a:pt x="583976" y="86014"/>
                  </a:lnTo>
                  <a:close/>
                </a:path>
                <a:path w="584835" h="1167765">
                  <a:moveTo>
                    <a:pt x="583965" y="60401"/>
                  </a:moveTo>
                  <a:lnTo>
                    <a:pt x="568138" y="70693"/>
                  </a:lnTo>
                  <a:lnTo>
                    <a:pt x="583969" y="70693"/>
                  </a:lnTo>
                  <a:lnTo>
                    <a:pt x="583965" y="60401"/>
                  </a:lnTo>
                  <a:close/>
                </a:path>
              </a:pathLst>
            </a:custGeom>
            <a:solidFill>
              <a:srgbClr val="84AD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465164" y="7918682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4" h="20954">
                  <a:moveTo>
                    <a:pt x="11638" y="0"/>
                  </a:moveTo>
                  <a:lnTo>
                    <a:pt x="0" y="13505"/>
                  </a:lnTo>
                  <a:lnTo>
                    <a:pt x="9310" y="20537"/>
                  </a:lnTo>
                  <a:lnTo>
                    <a:pt x="20435" y="7590"/>
                  </a:lnTo>
                  <a:lnTo>
                    <a:pt x="11638" y="0"/>
                  </a:lnTo>
                  <a:close/>
                </a:path>
              </a:pathLst>
            </a:custGeom>
            <a:solidFill>
              <a:srgbClr val="9089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06547" y="7710745"/>
              <a:ext cx="157617" cy="180832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3281476" y="7414145"/>
              <a:ext cx="386080" cy="386715"/>
            </a:xfrm>
            <a:custGeom>
              <a:avLst/>
              <a:gdLst/>
              <a:ahLst/>
              <a:cxnLst/>
              <a:rect l="l" t="t" r="r" b="b"/>
              <a:pathLst>
                <a:path w="386079" h="386715">
                  <a:moveTo>
                    <a:pt x="20612" y="374802"/>
                  </a:moveTo>
                  <a:lnTo>
                    <a:pt x="12560" y="366369"/>
                  </a:lnTo>
                  <a:lnTo>
                    <a:pt x="0" y="378383"/>
                  </a:lnTo>
                  <a:lnTo>
                    <a:pt x="5537" y="378383"/>
                  </a:lnTo>
                  <a:lnTo>
                    <a:pt x="5537" y="383743"/>
                  </a:lnTo>
                  <a:lnTo>
                    <a:pt x="8750" y="386156"/>
                  </a:lnTo>
                  <a:lnTo>
                    <a:pt x="20612" y="374802"/>
                  </a:lnTo>
                  <a:close/>
                </a:path>
                <a:path w="386079" h="386715">
                  <a:moveTo>
                    <a:pt x="87553" y="311035"/>
                  </a:moveTo>
                  <a:lnTo>
                    <a:pt x="79502" y="302615"/>
                  </a:lnTo>
                  <a:lnTo>
                    <a:pt x="46037" y="334518"/>
                  </a:lnTo>
                  <a:lnTo>
                    <a:pt x="54089" y="342938"/>
                  </a:lnTo>
                  <a:lnTo>
                    <a:pt x="87553" y="311035"/>
                  </a:lnTo>
                  <a:close/>
                </a:path>
                <a:path w="386079" h="386715">
                  <a:moveTo>
                    <a:pt x="154495" y="247243"/>
                  </a:moveTo>
                  <a:lnTo>
                    <a:pt x="146443" y="238810"/>
                  </a:lnTo>
                  <a:lnTo>
                    <a:pt x="112979" y="270713"/>
                  </a:lnTo>
                  <a:lnTo>
                    <a:pt x="121031" y="279146"/>
                  </a:lnTo>
                  <a:lnTo>
                    <a:pt x="154495" y="247243"/>
                  </a:lnTo>
                  <a:close/>
                </a:path>
                <a:path w="386079" h="386715">
                  <a:moveTo>
                    <a:pt x="206032" y="8991"/>
                  </a:moveTo>
                  <a:lnTo>
                    <a:pt x="198628" y="0"/>
                  </a:lnTo>
                  <a:lnTo>
                    <a:pt x="184188" y="11874"/>
                  </a:lnTo>
                  <a:lnTo>
                    <a:pt x="190157" y="16395"/>
                  </a:lnTo>
                  <a:lnTo>
                    <a:pt x="190157" y="20624"/>
                  </a:lnTo>
                  <a:lnTo>
                    <a:pt x="185445" y="20624"/>
                  </a:lnTo>
                  <a:lnTo>
                    <a:pt x="188061" y="23799"/>
                  </a:lnTo>
                  <a:lnTo>
                    <a:pt x="206032" y="8991"/>
                  </a:lnTo>
                  <a:close/>
                </a:path>
                <a:path w="386079" h="386715">
                  <a:moveTo>
                    <a:pt x="221437" y="183438"/>
                  </a:moveTo>
                  <a:lnTo>
                    <a:pt x="213385" y="175006"/>
                  </a:lnTo>
                  <a:lnTo>
                    <a:pt x="190246" y="197129"/>
                  </a:lnTo>
                  <a:lnTo>
                    <a:pt x="190246" y="206908"/>
                  </a:lnTo>
                  <a:lnTo>
                    <a:pt x="179959" y="206908"/>
                  </a:lnTo>
                  <a:lnTo>
                    <a:pt x="187960" y="215341"/>
                  </a:lnTo>
                  <a:lnTo>
                    <a:pt x="221437" y="183438"/>
                  </a:lnTo>
                  <a:close/>
                </a:path>
                <a:path w="386079" h="386715">
                  <a:moveTo>
                    <a:pt x="288366" y="119634"/>
                  </a:moveTo>
                  <a:lnTo>
                    <a:pt x="280365" y="111252"/>
                  </a:lnTo>
                  <a:lnTo>
                    <a:pt x="246900" y="143103"/>
                  </a:lnTo>
                  <a:lnTo>
                    <a:pt x="254901" y="151536"/>
                  </a:lnTo>
                  <a:lnTo>
                    <a:pt x="288366" y="119634"/>
                  </a:lnTo>
                  <a:close/>
                </a:path>
                <a:path w="386079" h="386715">
                  <a:moveTo>
                    <a:pt x="355307" y="55880"/>
                  </a:moveTo>
                  <a:lnTo>
                    <a:pt x="347306" y="47447"/>
                  </a:lnTo>
                  <a:lnTo>
                    <a:pt x="313829" y="79349"/>
                  </a:lnTo>
                  <a:lnTo>
                    <a:pt x="321843" y="87782"/>
                  </a:lnTo>
                  <a:lnTo>
                    <a:pt x="355307" y="55880"/>
                  </a:lnTo>
                  <a:close/>
                </a:path>
                <a:path w="386079" h="386715">
                  <a:moveTo>
                    <a:pt x="385991" y="10566"/>
                  </a:moveTo>
                  <a:lnTo>
                    <a:pt x="380771" y="15557"/>
                  </a:lnTo>
                  <a:lnTo>
                    <a:pt x="385991" y="21043"/>
                  </a:lnTo>
                  <a:lnTo>
                    <a:pt x="385991" y="10566"/>
                  </a:lnTo>
                  <a:close/>
                </a:path>
              </a:pathLst>
            </a:custGeom>
            <a:solidFill>
              <a:srgbClr val="9089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515531" y="7259709"/>
              <a:ext cx="151892" cy="134169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3279051" y="7036041"/>
              <a:ext cx="388620" cy="258445"/>
            </a:xfrm>
            <a:custGeom>
              <a:avLst/>
              <a:gdLst/>
              <a:ahLst/>
              <a:cxnLst/>
              <a:rect l="l" t="t" r="r" b="b"/>
              <a:pathLst>
                <a:path w="388620" h="258445">
                  <a:moveTo>
                    <a:pt x="24625" y="250266"/>
                  </a:moveTo>
                  <a:lnTo>
                    <a:pt x="18300" y="240538"/>
                  </a:lnTo>
                  <a:lnTo>
                    <a:pt x="0" y="252412"/>
                  </a:lnTo>
                  <a:lnTo>
                    <a:pt x="3632" y="252031"/>
                  </a:lnTo>
                  <a:lnTo>
                    <a:pt x="5499" y="253390"/>
                  </a:lnTo>
                  <a:lnTo>
                    <a:pt x="12103" y="258419"/>
                  </a:lnTo>
                  <a:lnTo>
                    <a:pt x="24625" y="250266"/>
                  </a:lnTo>
                  <a:close/>
                </a:path>
                <a:path w="388620" h="258445">
                  <a:moveTo>
                    <a:pt x="101942" y="200012"/>
                  </a:moveTo>
                  <a:lnTo>
                    <a:pt x="95618" y="190233"/>
                  </a:lnTo>
                  <a:lnTo>
                    <a:pt x="56984" y="215341"/>
                  </a:lnTo>
                  <a:lnTo>
                    <a:pt x="63309" y="225120"/>
                  </a:lnTo>
                  <a:lnTo>
                    <a:pt x="101942" y="200012"/>
                  </a:lnTo>
                  <a:close/>
                </a:path>
                <a:path w="388620" h="258445">
                  <a:moveTo>
                    <a:pt x="179222" y="149771"/>
                  </a:moveTo>
                  <a:lnTo>
                    <a:pt x="172885" y="139992"/>
                  </a:lnTo>
                  <a:lnTo>
                    <a:pt x="134251" y="165138"/>
                  </a:lnTo>
                  <a:lnTo>
                    <a:pt x="140576" y="174866"/>
                  </a:lnTo>
                  <a:lnTo>
                    <a:pt x="179222" y="149771"/>
                  </a:lnTo>
                  <a:close/>
                </a:path>
                <a:path w="388620" h="258445">
                  <a:moveTo>
                    <a:pt x="256540" y="99517"/>
                  </a:moveTo>
                  <a:lnTo>
                    <a:pt x="250164" y="89738"/>
                  </a:lnTo>
                  <a:lnTo>
                    <a:pt x="211518" y="114884"/>
                  </a:lnTo>
                  <a:lnTo>
                    <a:pt x="217906" y="124625"/>
                  </a:lnTo>
                  <a:lnTo>
                    <a:pt x="256540" y="99517"/>
                  </a:lnTo>
                  <a:close/>
                </a:path>
                <a:path w="388620" h="258445">
                  <a:moveTo>
                    <a:pt x="333806" y="49263"/>
                  </a:moveTo>
                  <a:lnTo>
                    <a:pt x="327482" y="39484"/>
                  </a:lnTo>
                  <a:lnTo>
                    <a:pt x="288848" y="64630"/>
                  </a:lnTo>
                  <a:lnTo>
                    <a:pt x="295173" y="74371"/>
                  </a:lnTo>
                  <a:lnTo>
                    <a:pt x="333806" y="49263"/>
                  </a:lnTo>
                  <a:close/>
                </a:path>
                <a:path w="388620" h="258445">
                  <a:moveTo>
                    <a:pt x="388277" y="0"/>
                  </a:moveTo>
                  <a:lnTo>
                    <a:pt x="366115" y="14389"/>
                  </a:lnTo>
                  <a:lnTo>
                    <a:pt x="372440" y="24168"/>
                  </a:lnTo>
                  <a:lnTo>
                    <a:pt x="388277" y="13868"/>
                  </a:lnTo>
                  <a:lnTo>
                    <a:pt x="388277" y="0"/>
                  </a:lnTo>
                  <a:close/>
                </a:path>
              </a:pathLst>
            </a:custGeom>
            <a:solidFill>
              <a:srgbClr val="9089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083364" y="7051261"/>
              <a:ext cx="635" cy="132715"/>
            </a:xfrm>
            <a:custGeom>
              <a:avLst/>
              <a:gdLst/>
              <a:ahLst/>
              <a:cxnLst/>
              <a:rect l="l" t="t" r="r" b="b"/>
              <a:pathLst>
                <a:path w="635" h="132715">
                  <a:moveTo>
                    <a:pt x="0" y="0"/>
                  </a:moveTo>
                  <a:lnTo>
                    <a:pt x="46" y="1325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9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071727" y="7051261"/>
              <a:ext cx="12065" cy="665480"/>
            </a:xfrm>
            <a:custGeom>
              <a:avLst/>
              <a:gdLst/>
              <a:ahLst/>
              <a:cxnLst/>
              <a:rect l="l" t="t" r="r" b="b"/>
              <a:pathLst>
                <a:path w="12064" h="665479">
                  <a:moveTo>
                    <a:pt x="11869" y="662138"/>
                  </a:moveTo>
                  <a:lnTo>
                    <a:pt x="7726" y="662138"/>
                  </a:lnTo>
                  <a:lnTo>
                    <a:pt x="11869" y="665259"/>
                  </a:lnTo>
                  <a:lnTo>
                    <a:pt x="11869" y="662138"/>
                  </a:lnTo>
                  <a:close/>
                </a:path>
                <a:path w="12064" h="665479">
                  <a:moveTo>
                    <a:pt x="11869" y="597173"/>
                  </a:moveTo>
                  <a:lnTo>
                    <a:pt x="232" y="598430"/>
                  </a:lnTo>
                  <a:lnTo>
                    <a:pt x="232" y="662929"/>
                  </a:lnTo>
                  <a:lnTo>
                    <a:pt x="7726" y="662138"/>
                  </a:lnTo>
                  <a:lnTo>
                    <a:pt x="11869" y="662138"/>
                  </a:lnTo>
                  <a:lnTo>
                    <a:pt x="11869" y="597173"/>
                  </a:lnTo>
                  <a:close/>
                </a:path>
                <a:path w="12064" h="665479">
                  <a:moveTo>
                    <a:pt x="11776" y="428447"/>
                  </a:moveTo>
                  <a:lnTo>
                    <a:pt x="139" y="429658"/>
                  </a:lnTo>
                  <a:lnTo>
                    <a:pt x="185" y="515068"/>
                  </a:lnTo>
                  <a:lnTo>
                    <a:pt x="11823" y="513811"/>
                  </a:lnTo>
                  <a:lnTo>
                    <a:pt x="11776" y="428447"/>
                  </a:lnTo>
                  <a:close/>
                </a:path>
                <a:path w="12064" h="665479">
                  <a:moveTo>
                    <a:pt x="11637" y="0"/>
                  </a:moveTo>
                  <a:lnTo>
                    <a:pt x="0" y="1210"/>
                  </a:lnTo>
                  <a:lnTo>
                    <a:pt x="139" y="416712"/>
                  </a:lnTo>
                  <a:lnTo>
                    <a:pt x="139" y="417969"/>
                  </a:lnTo>
                  <a:lnTo>
                    <a:pt x="11776" y="416712"/>
                  </a:lnTo>
                  <a:lnTo>
                    <a:pt x="11637" y="1210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2632717" y="7725461"/>
              <a:ext cx="1026160" cy="547370"/>
            </a:xfrm>
            <a:custGeom>
              <a:avLst/>
              <a:gdLst/>
              <a:ahLst/>
              <a:cxnLst/>
              <a:rect l="l" t="t" r="r" b="b"/>
              <a:pathLst>
                <a:path w="1026160" h="547370">
                  <a:moveTo>
                    <a:pt x="91208" y="292229"/>
                  </a:moveTo>
                  <a:lnTo>
                    <a:pt x="44408" y="292229"/>
                  </a:lnTo>
                  <a:lnTo>
                    <a:pt x="45618" y="303825"/>
                  </a:lnTo>
                  <a:lnTo>
                    <a:pt x="92" y="308622"/>
                  </a:lnTo>
                  <a:lnTo>
                    <a:pt x="185" y="547296"/>
                  </a:lnTo>
                  <a:lnTo>
                    <a:pt x="1025535" y="438880"/>
                  </a:lnTo>
                  <a:lnTo>
                    <a:pt x="839939" y="298936"/>
                  </a:lnTo>
                  <a:lnTo>
                    <a:pt x="91935" y="298936"/>
                  </a:lnTo>
                  <a:lnTo>
                    <a:pt x="91208" y="292229"/>
                  </a:lnTo>
                  <a:close/>
                </a:path>
                <a:path w="1026160" h="547370">
                  <a:moveTo>
                    <a:pt x="183776" y="282450"/>
                  </a:moveTo>
                  <a:lnTo>
                    <a:pt x="136994" y="282450"/>
                  </a:lnTo>
                  <a:lnTo>
                    <a:pt x="138205" y="294045"/>
                  </a:lnTo>
                  <a:lnTo>
                    <a:pt x="91935" y="298936"/>
                  </a:lnTo>
                  <a:lnTo>
                    <a:pt x="839939" y="298936"/>
                  </a:lnTo>
                  <a:lnTo>
                    <a:pt x="826968" y="289156"/>
                  </a:lnTo>
                  <a:lnTo>
                    <a:pt x="184476" y="289156"/>
                  </a:lnTo>
                  <a:lnTo>
                    <a:pt x="183776" y="282450"/>
                  </a:lnTo>
                  <a:close/>
                </a:path>
                <a:path w="1026160" h="547370">
                  <a:moveTo>
                    <a:pt x="443431" y="0"/>
                  </a:moveTo>
                  <a:lnTo>
                    <a:pt x="0" y="46897"/>
                  </a:lnTo>
                  <a:lnTo>
                    <a:pt x="92" y="296933"/>
                  </a:lnTo>
                  <a:lnTo>
                    <a:pt x="44408" y="292229"/>
                  </a:lnTo>
                  <a:lnTo>
                    <a:pt x="91208" y="292229"/>
                  </a:lnTo>
                  <a:lnTo>
                    <a:pt x="90677" y="287340"/>
                  </a:lnTo>
                  <a:lnTo>
                    <a:pt x="136994" y="282450"/>
                  </a:lnTo>
                  <a:lnTo>
                    <a:pt x="183776" y="282450"/>
                  </a:lnTo>
                  <a:lnTo>
                    <a:pt x="183266" y="277559"/>
                  </a:lnTo>
                  <a:lnTo>
                    <a:pt x="229582" y="272670"/>
                  </a:lnTo>
                  <a:lnTo>
                    <a:pt x="276363" y="272670"/>
                  </a:lnTo>
                  <a:lnTo>
                    <a:pt x="275852" y="267780"/>
                  </a:lnTo>
                  <a:lnTo>
                    <a:pt x="322169" y="262890"/>
                  </a:lnTo>
                  <a:lnTo>
                    <a:pt x="368952" y="262890"/>
                  </a:lnTo>
                  <a:lnTo>
                    <a:pt x="368439" y="258000"/>
                  </a:lnTo>
                  <a:lnTo>
                    <a:pt x="414710" y="253111"/>
                  </a:lnTo>
                  <a:lnTo>
                    <a:pt x="461543" y="253111"/>
                  </a:lnTo>
                  <a:lnTo>
                    <a:pt x="461027" y="248174"/>
                  </a:lnTo>
                  <a:lnTo>
                    <a:pt x="507297" y="243283"/>
                  </a:lnTo>
                  <a:lnTo>
                    <a:pt x="554124" y="243283"/>
                  </a:lnTo>
                  <a:lnTo>
                    <a:pt x="553614" y="238394"/>
                  </a:lnTo>
                  <a:lnTo>
                    <a:pt x="599884" y="233504"/>
                  </a:lnTo>
                  <a:lnTo>
                    <a:pt x="646711" y="233504"/>
                  </a:lnTo>
                  <a:lnTo>
                    <a:pt x="646386" y="230384"/>
                  </a:lnTo>
                  <a:lnTo>
                    <a:pt x="646298" y="229546"/>
                  </a:lnTo>
                  <a:lnTo>
                    <a:pt x="646201" y="228615"/>
                  </a:lnTo>
                  <a:lnTo>
                    <a:pt x="692472" y="223724"/>
                  </a:lnTo>
                  <a:lnTo>
                    <a:pt x="739288" y="223724"/>
                  </a:lnTo>
                  <a:lnTo>
                    <a:pt x="739208" y="222978"/>
                  </a:lnTo>
                  <a:lnTo>
                    <a:pt x="636478" y="145533"/>
                  </a:lnTo>
                  <a:lnTo>
                    <a:pt x="40171" y="145533"/>
                  </a:lnTo>
                  <a:lnTo>
                    <a:pt x="38915" y="133936"/>
                  </a:lnTo>
                  <a:lnTo>
                    <a:pt x="85232" y="129047"/>
                  </a:lnTo>
                  <a:lnTo>
                    <a:pt x="132032" y="129047"/>
                  </a:lnTo>
                  <a:lnTo>
                    <a:pt x="131502" y="124156"/>
                  </a:lnTo>
                  <a:lnTo>
                    <a:pt x="177819" y="119266"/>
                  </a:lnTo>
                  <a:lnTo>
                    <a:pt x="224621" y="119266"/>
                  </a:lnTo>
                  <a:lnTo>
                    <a:pt x="224088" y="114377"/>
                  </a:lnTo>
                  <a:lnTo>
                    <a:pt x="270407" y="109487"/>
                  </a:lnTo>
                  <a:lnTo>
                    <a:pt x="317189" y="109487"/>
                  </a:lnTo>
                  <a:lnTo>
                    <a:pt x="316677" y="104597"/>
                  </a:lnTo>
                  <a:lnTo>
                    <a:pt x="362993" y="99707"/>
                  </a:lnTo>
                  <a:lnTo>
                    <a:pt x="409779" y="99707"/>
                  </a:lnTo>
                  <a:lnTo>
                    <a:pt x="409263" y="94771"/>
                  </a:lnTo>
                  <a:lnTo>
                    <a:pt x="455580" y="89881"/>
                  </a:lnTo>
                  <a:lnTo>
                    <a:pt x="502362" y="89881"/>
                  </a:lnTo>
                  <a:lnTo>
                    <a:pt x="501851" y="84990"/>
                  </a:lnTo>
                  <a:lnTo>
                    <a:pt x="548121" y="80101"/>
                  </a:lnTo>
                  <a:lnTo>
                    <a:pt x="549684" y="80101"/>
                  </a:lnTo>
                  <a:lnTo>
                    <a:pt x="443431" y="0"/>
                  </a:lnTo>
                  <a:close/>
                </a:path>
                <a:path w="1026160" h="547370">
                  <a:moveTo>
                    <a:pt x="276363" y="272670"/>
                  </a:moveTo>
                  <a:lnTo>
                    <a:pt x="229582" y="272670"/>
                  </a:lnTo>
                  <a:lnTo>
                    <a:pt x="230793" y="284266"/>
                  </a:lnTo>
                  <a:lnTo>
                    <a:pt x="184476" y="289156"/>
                  </a:lnTo>
                  <a:lnTo>
                    <a:pt x="826968" y="289156"/>
                  </a:lnTo>
                  <a:lnTo>
                    <a:pt x="813998" y="279375"/>
                  </a:lnTo>
                  <a:lnTo>
                    <a:pt x="277063" y="279375"/>
                  </a:lnTo>
                  <a:lnTo>
                    <a:pt x="276363" y="272670"/>
                  </a:lnTo>
                  <a:close/>
                </a:path>
                <a:path w="1026160" h="547370">
                  <a:moveTo>
                    <a:pt x="368952" y="262890"/>
                  </a:moveTo>
                  <a:lnTo>
                    <a:pt x="322169" y="262890"/>
                  </a:lnTo>
                  <a:lnTo>
                    <a:pt x="323380" y="274439"/>
                  </a:lnTo>
                  <a:lnTo>
                    <a:pt x="277063" y="279375"/>
                  </a:lnTo>
                  <a:lnTo>
                    <a:pt x="813998" y="279375"/>
                  </a:lnTo>
                  <a:lnTo>
                    <a:pt x="800966" y="269549"/>
                  </a:lnTo>
                  <a:lnTo>
                    <a:pt x="369650" y="269549"/>
                  </a:lnTo>
                  <a:lnTo>
                    <a:pt x="368952" y="262890"/>
                  </a:lnTo>
                  <a:close/>
                </a:path>
                <a:path w="1026160" h="547370">
                  <a:moveTo>
                    <a:pt x="461543" y="253111"/>
                  </a:moveTo>
                  <a:lnTo>
                    <a:pt x="414710" y="253111"/>
                  </a:lnTo>
                  <a:lnTo>
                    <a:pt x="415966" y="264660"/>
                  </a:lnTo>
                  <a:lnTo>
                    <a:pt x="369650" y="269549"/>
                  </a:lnTo>
                  <a:lnTo>
                    <a:pt x="800966" y="269549"/>
                  </a:lnTo>
                  <a:lnTo>
                    <a:pt x="787997" y="259770"/>
                  </a:lnTo>
                  <a:lnTo>
                    <a:pt x="462238" y="259770"/>
                  </a:lnTo>
                  <a:lnTo>
                    <a:pt x="461543" y="253111"/>
                  </a:lnTo>
                  <a:close/>
                </a:path>
                <a:path w="1026160" h="547370">
                  <a:moveTo>
                    <a:pt x="554124" y="243283"/>
                  </a:moveTo>
                  <a:lnTo>
                    <a:pt x="507297" y="243283"/>
                  </a:lnTo>
                  <a:lnTo>
                    <a:pt x="508554" y="254880"/>
                  </a:lnTo>
                  <a:lnTo>
                    <a:pt x="462238" y="259770"/>
                  </a:lnTo>
                  <a:lnTo>
                    <a:pt x="787997" y="259770"/>
                  </a:lnTo>
                  <a:lnTo>
                    <a:pt x="775026" y="249990"/>
                  </a:lnTo>
                  <a:lnTo>
                    <a:pt x="554824" y="249990"/>
                  </a:lnTo>
                  <a:lnTo>
                    <a:pt x="554124" y="243283"/>
                  </a:lnTo>
                  <a:close/>
                </a:path>
                <a:path w="1026160" h="547370">
                  <a:moveTo>
                    <a:pt x="646711" y="233504"/>
                  </a:moveTo>
                  <a:lnTo>
                    <a:pt x="599884" y="233504"/>
                  </a:lnTo>
                  <a:lnTo>
                    <a:pt x="601141" y="245101"/>
                  </a:lnTo>
                  <a:lnTo>
                    <a:pt x="554824" y="249990"/>
                  </a:lnTo>
                  <a:lnTo>
                    <a:pt x="775026" y="249990"/>
                  </a:lnTo>
                  <a:lnTo>
                    <a:pt x="762056" y="240210"/>
                  </a:lnTo>
                  <a:lnTo>
                    <a:pt x="647411" y="240210"/>
                  </a:lnTo>
                  <a:lnTo>
                    <a:pt x="646711" y="233504"/>
                  </a:lnTo>
                  <a:close/>
                </a:path>
                <a:path w="1026160" h="547370">
                  <a:moveTo>
                    <a:pt x="739288" y="223724"/>
                  </a:moveTo>
                  <a:lnTo>
                    <a:pt x="692472" y="223724"/>
                  </a:lnTo>
                  <a:lnTo>
                    <a:pt x="693728" y="235320"/>
                  </a:lnTo>
                  <a:lnTo>
                    <a:pt x="647411" y="240210"/>
                  </a:lnTo>
                  <a:lnTo>
                    <a:pt x="762056" y="240210"/>
                  </a:lnTo>
                  <a:lnTo>
                    <a:pt x="749024" y="230384"/>
                  </a:lnTo>
                  <a:lnTo>
                    <a:pt x="739999" y="230384"/>
                  </a:lnTo>
                  <a:lnTo>
                    <a:pt x="739288" y="223724"/>
                  </a:lnTo>
                  <a:close/>
                </a:path>
                <a:path w="1026160" h="547370">
                  <a:moveTo>
                    <a:pt x="747913" y="229546"/>
                  </a:moveTo>
                  <a:lnTo>
                    <a:pt x="739999" y="230384"/>
                  </a:lnTo>
                  <a:lnTo>
                    <a:pt x="749024" y="230384"/>
                  </a:lnTo>
                  <a:lnTo>
                    <a:pt x="747913" y="229546"/>
                  </a:lnTo>
                  <a:close/>
                </a:path>
                <a:path w="1026160" h="547370">
                  <a:moveTo>
                    <a:pt x="132032" y="129047"/>
                  </a:moveTo>
                  <a:lnTo>
                    <a:pt x="85232" y="129047"/>
                  </a:lnTo>
                  <a:lnTo>
                    <a:pt x="86442" y="140643"/>
                  </a:lnTo>
                  <a:lnTo>
                    <a:pt x="40171" y="145533"/>
                  </a:lnTo>
                  <a:lnTo>
                    <a:pt x="636478" y="145533"/>
                  </a:lnTo>
                  <a:lnTo>
                    <a:pt x="623505" y="135752"/>
                  </a:lnTo>
                  <a:lnTo>
                    <a:pt x="132759" y="135752"/>
                  </a:lnTo>
                  <a:lnTo>
                    <a:pt x="132032" y="129047"/>
                  </a:lnTo>
                  <a:close/>
                </a:path>
                <a:path w="1026160" h="547370">
                  <a:moveTo>
                    <a:pt x="224621" y="119266"/>
                  </a:moveTo>
                  <a:lnTo>
                    <a:pt x="177819" y="119266"/>
                  </a:lnTo>
                  <a:lnTo>
                    <a:pt x="179029" y="130816"/>
                  </a:lnTo>
                  <a:lnTo>
                    <a:pt x="132759" y="135752"/>
                  </a:lnTo>
                  <a:lnTo>
                    <a:pt x="623505" y="135752"/>
                  </a:lnTo>
                  <a:lnTo>
                    <a:pt x="610471" y="125926"/>
                  </a:lnTo>
                  <a:lnTo>
                    <a:pt x="225346" y="125926"/>
                  </a:lnTo>
                  <a:lnTo>
                    <a:pt x="224621" y="119266"/>
                  </a:lnTo>
                  <a:close/>
                </a:path>
                <a:path w="1026160" h="547370">
                  <a:moveTo>
                    <a:pt x="317189" y="109487"/>
                  </a:moveTo>
                  <a:lnTo>
                    <a:pt x="270407" y="109487"/>
                  </a:lnTo>
                  <a:lnTo>
                    <a:pt x="271616" y="121037"/>
                  </a:lnTo>
                  <a:lnTo>
                    <a:pt x="225346" y="125926"/>
                  </a:lnTo>
                  <a:lnTo>
                    <a:pt x="610471" y="125926"/>
                  </a:lnTo>
                  <a:lnTo>
                    <a:pt x="597497" y="116146"/>
                  </a:lnTo>
                  <a:lnTo>
                    <a:pt x="317887" y="116146"/>
                  </a:lnTo>
                  <a:lnTo>
                    <a:pt x="317189" y="109487"/>
                  </a:lnTo>
                  <a:close/>
                </a:path>
                <a:path w="1026160" h="547370">
                  <a:moveTo>
                    <a:pt x="409779" y="99707"/>
                  </a:moveTo>
                  <a:lnTo>
                    <a:pt x="362993" y="99707"/>
                  </a:lnTo>
                  <a:lnTo>
                    <a:pt x="364204" y="111257"/>
                  </a:lnTo>
                  <a:lnTo>
                    <a:pt x="317887" y="116146"/>
                  </a:lnTo>
                  <a:lnTo>
                    <a:pt x="597497" y="116146"/>
                  </a:lnTo>
                  <a:lnTo>
                    <a:pt x="584526" y="106367"/>
                  </a:lnTo>
                  <a:lnTo>
                    <a:pt x="410474" y="106367"/>
                  </a:lnTo>
                  <a:lnTo>
                    <a:pt x="409779" y="99707"/>
                  </a:lnTo>
                  <a:close/>
                </a:path>
                <a:path w="1026160" h="547370">
                  <a:moveTo>
                    <a:pt x="502362" y="89881"/>
                  </a:moveTo>
                  <a:lnTo>
                    <a:pt x="455580" y="89881"/>
                  </a:lnTo>
                  <a:lnTo>
                    <a:pt x="456791" y="101476"/>
                  </a:lnTo>
                  <a:lnTo>
                    <a:pt x="410474" y="106367"/>
                  </a:lnTo>
                  <a:lnTo>
                    <a:pt x="584526" y="106367"/>
                  </a:lnTo>
                  <a:lnTo>
                    <a:pt x="571552" y="96587"/>
                  </a:lnTo>
                  <a:lnTo>
                    <a:pt x="503062" y="96587"/>
                  </a:lnTo>
                  <a:lnTo>
                    <a:pt x="502362" y="89881"/>
                  </a:lnTo>
                  <a:close/>
                </a:path>
                <a:path w="1026160" h="547370">
                  <a:moveTo>
                    <a:pt x="549684" y="80101"/>
                  </a:moveTo>
                  <a:lnTo>
                    <a:pt x="548121" y="80101"/>
                  </a:lnTo>
                  <a:lnTo>
                    <a:pt x="549379" y="91697"/>
                  </a:lnTo>
                  <a:lnTo>
                    <a:pt x="503062" y="96587"/>
                  </a:lnTo>
                  <a:lnTo>
                    <a:pt x="571552" y="96587"/>
                  </a:lnTo>
                  <a:lnTo>
                    <a:pt x="549684" y="80101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2632717" y="7725461"/>
              <a:ext cx="443865" cy="46990"/>
            </a:xfrm>
            <a:custGeom>
              <a:avLst/>
              <a:gdLst/>
              <a:ahLst/>
              <a:cxnLst/>
              <a:rect l="l" t="t" r="r" b="b"/>
              <a:pathLst>
                <a:path w="443864" h="46990">
                  <a:moveTo>
                    <a:pt x="443431" y="0"/>
                  </a:moveTo>
                  <a:lnTo>
                    <a:pt x="0" y="46897"/>
                  </a:lnTo>
                  <a:lnTo>
                    <a:pt x="443431" y="0"/>
                  </a:lnTo>
                  <a:close/>
                </a:path>
              </a:pathLst>
            </a:custGeom>
            <a:solidFill>
              <a:srgbClr val="6F92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076102" y="7725461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46" y="0"/>
                  </a:moveTo>
                  <a:lnTo>
                    <a:pt x="0" y="0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618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632717" y="7714190"/>
              <a:ext cx="439420" cy="46990"/>
            </a:xfrm>
            <a:custGeom>
              <a:avLst/>
              <a:gdLst/>
              <a:ahLst/>
              <a:cxnLst/>
              <a:rect l="l" t="t" r="r" b="b"/>
              <a:pathLst>
                <a:path w="439419" h="46990">
                  <a:moveTo>
                    <a:pt x="439242" y="0"/>
                  </a:moveTo>
                  <a:lnTo>
                    <a:pt x="0" y="46431"/>
                  </a:lnTo>
                  <a:lnTo>
                    <a:pt x="439242" y="0"/>
                  </a:lnTo>
                  <a:close/>
                </a:path>
              </a:pathLst>
            </a:custGeom>
            <a:solidFill>
              <a:srgbClr val="6D89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2632717" y="7714190"/>
              <a:ext cx="443865" cy="58419"/>
            </a:xfrm>
            <a:custGeom>
              <a:avLst/>
              <a:gdLst/>
              <a:ahLst/>
              <a:cxnLst/>
              <a:rect l="l" t="t" r="r" b="b"/>
              <a:pathLst>
                <a:path w="443864" h="58420">
                  <a:moveTo>
                    <a:pt x="439242" y="0"/>
                  </a:moveTo>
                  <a:lnTo>
                    <a:pt x="0" y="46431"/>
                  </a:lnTo>
                  <a:lnTo>
                    <a:pt x="0" y="58120"/>
                  </a:lnTo>
                  <a:lnTo>
                    <a:pt x="443384" y="11269"/>
                  </a:lnTo>
                  <a:lnTo>
                    <a:pt x="439242" y="8149"/>
                  </a:lnTo>
                  <a:lnTo>
                    <a:pt x="439242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3083596" y="7716520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46" y="0"/>
                  </a:lnTo>
                </a:path>
              </a:pathLst>
            </a:custGeom>
            <a:solidFill>
              <a:srgbClr val="647F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076149" y="7716520"/>
              <a:ext cx="591820" cy="448309"/>
            </a:xfrm>
            <a:custGeom>
              <a:avLst/>
              <a:gdLst/>
              <a:ahLst/>
              <a:cxnLst/>
              <a:rect l="l" t="t" r="r" b="b"/>
              <a:pathLst>
                <a:path w="591820" h="448309">
                  <a:moveTo>
                    <a:pt x="321471" y="236716"/>
                  </a:moveTo>
                  <a:lnTo>
                    <a:pt x="304526" y="238486"/>
                  </a:lnTo>
                  <a:lnTo>
                    <a:pt x="582150" y="447821"/>
                  </a:lnTo>
                  <a:lnTo>
                    <a:pt x="591599" y="446796"/>
                  </a:lnTo>
                  <a:lnTo>
                    <a:pt x="591599" y="440369"/>
                  </a:lnTo>
                  <a:lnTo>
                    <a:pt x="321471" y="236716"/>
                  </a:lnTo>
                  <a:close/>
                </a:path>
                <a:path w="591820" h="448309">
                  <a:moveTo>
                    <a:pt x="7494" y="0"/>
                  </a:moveTo>
                  <a:lnTo>
                    <a:pt x="7494" y="8149"/>
                  </a:lnTo>
                  <a:lnTo>
                    <a:pt x="0" y="8940"/>
                  </a:lnTo>
                  <a:lnTo>
                    <a:pt x="295776" y="231919"/>
                  </a:lnTo>
                  <a:lnTo>
                    <a:pt x="295357" y="227775"/>
                  </a:lnTo>
                  <a:lnTo>
                    <a:pt x="307832" y="226471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rgbClr val="728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071959" y="771419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076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071959" y="7713399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4" h="12065">
                  <a:moveTo>
                    <a:pt x="7494" y="0"/>
                  </a:moveTo>
                  <a:lnTo>
                    <a:pt x="0" y="791"/>
                  </a:lnTo>
                  <a:lnTo>
                    <a:pt x="0" y="8940"/>
                  </a:lnTo>
                  <a:lnTo>
                    <a:pt x="4142" y="12061"/>
                  </a:lnTo>
                  <a:lnTo>
                    <a:pt x="11684" y="11269"/>
                  </a:lnTo>
                  <a:lnTo>
                    <a:pt x="11637" y="3120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rgbClr val="6271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364152" y="7552824"/>
              <a:ext cx="23495" cy="2540"/>
            </a:xfrm>
            <a:custGeom>
              <a:avLst/>
              <a:gdLst/>
              <a:ahLst/>
              <a:cxnLst/>
              <a:rect l="l" t="t" r="r" b="b"/>
              <a:pathLst>
                <a:path w="23495" h="2540">
                  <a:moveTo>
                    <a:pt x="22994" y="0"/>
                  </a:moveTo>
                  <a:lnTo>
                    <a:pt x="22603" y="0"/>
                  </a:lnTo>
                  <a:lnTo>
                    <a:pt x="0" y="2421"/>
                  </a:lnTo>
                  <a:lnTo>
                    <a:pt x="22994" y="0"/>
                  </a:lnTo>
                  <a:close/>
                </a:path>
              </a:pathLst>
            </a:custGeom>
            <a:solidFill>
              <a:srgbClr val="9BB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083596" y="764843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9AB0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071959" y="7649644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4">
                  <a:moveTo>
                    <a:pt x="0" y="0"/>
                  </a:moveTo>
                  <a:lnTo>
                    <a:pt x="0" y="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071959" y="7648434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11637" y="0"/>
                  </a:moveTo>
                  <a:lnTo>
                    <a:pt x="0" y="1210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95AA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632717" y="7649691"/>
              <a:ext cx="439420" cy="46990"/>
            </a:xfrm>
            <a:custGeom>
              <a:avLst/>
              <a:gdLst/>
              <a:ahLst/>
              <a:cxnLst/>
              <a:rect l="l" t="t" r="r" b="b"/>
              <a:pathLst>
                <a:path w="439419" h="46990">
                  <a:moveTo>
                    <a:pt x="439242" y="0"/>
                  </a:moveTo>
                  <a:lnTo>
                    <a:pt x="0" y="46429"/>
                  </a:lnTo>
                  <a:lnTo>
                    <a:pt x="439242" y="0"/>
                  </a:lnTo>
                  <a:close/>
                </a:path>
              </a:pathLst>
            </a:custGeom>
            <a:solidFill>
              <a:srgbClr val="98AE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083551" y="7552824"/>
              <a:ext cx="304165" cy="95885"/>
            </a:xfrm>
            <a:custGeom>
              <a:avLst/>
              <a:gdLst/>
              <a:ahLst/>
              <a:cxnLst/>
              <a:rect l="l" t="t" r="r" b="b"/>
              <a:pathLst>
                <a:path w="304164" h="95884">
                  <a:moveTo>
                    <a:pt x="303596" y="0"/>
                  </a:moveTo>
                  <a:lnTo>
                    <a:pt x="0" y="32086"/>
                  </a:lnTo>
                  <a:lnTo>
                    <a:pt x="45" y="95609"/>
                  </a:lnTo>
                  <a:lnTo>
                    <a:pt x="191783" y="75350"/>
                  </a:lnTo>
                  <a:lnTo>
                    <a:pt x="191783" y="53416"/>
                  </a:lnTo>
                  <a:lnTo>
                    <a:pt x="203420" y="53416"/>
                  </a:lnTo>
                  <a:lnTo>
                    <a:pt x="203420" y="74093"/>
                  </a:lnTo>
                  <a:lnTo>
                    <a:pt x="303643" y="63521"/>
                  </a:lnTo>
                  <a:lnTo>
                    <a:pt x="303596" y="0"/>
                  </a:lnTo>
                  <a:close/>
                </a:path>
              </a:pathLst>
            </a:custGeom>
            <a:solidFill>
              <a:srgbClr val="9BB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083551" y="7584911"/>
              <a:ext cx="635" cy="64135"/>
            </a:xfrm>
            <a:custGeom>
              <a:avLst/>
              <a:gdLst/>
              <a:ahLst/>
              <a:cxnLst/>
              <a:rect l="l" t="t" r="r" b="b"/>
              <a:pathLst>
                <a:path w="635" h="64134">
                  <a:moveTo>
                    <a:pt x="0" y="0"/>
                  </a:moveTo>
                  <a:lnTo>
                    <a:pt x="45" y="635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B0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071912" y="7586122"/>
              <a:ext cx="635" cy="64135"/>
            </a:xfrm>
            <a:custGeom>
              <a:avLst/>
              <a:gdLst/>
              <a:ahLst/>
              <a:cxnLst/>
              <a:rect l="l" t="t" r="r" b="b"/>
              <a:pathLst>
                <a:path w="635" h="64134">
                  <a:moveTo>
                    <a:pt x="0" y="0"/>
                  </a:moveTo>
                  <a:lnTo>
                    <a:pt x="46" y="635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071912" y="7584911"/>
              <a:ext cx="12065" cy="64769"/>
            </a:xfrm>
            <a:custGeom>
              <a:avLst/>
              <a:gdLst/>
              <a:ahLst/>
              <a:cxnLst/>
              <a:rect l="l" t="t" r="r" b="b"/>
              <a:pathLst>
                <a:path w="12064" h="64770">
                  <a:moveTo>
                    <a:pt x="11638" y="0"/>
                  </a:moveTo>
                  <a:lnTo>
                    <a:pt x="0" y="1211"/>
                  </a:lnTo>
                  <a:lnTo>
                    <a:pt x="46" y="64733"/>
                  </a:lnTo>
                  <a:lnTo>
                    <a:pt x="11683" y="63522"/>
                  </a:lnTo>
                  <a:lnTo>
                    <a:pt x="11638" y="0"/>
                  </a:lnTo>
                  <a:close/>
                </a:path>
              </a:pathLst>
            </a:custGeom>
            <a:solidFill>
              <a:srgbClr val="95AA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632659" y="7566329"/>
              <a:ext cx="439420" cy="130175"/>
            </a:xfrm>
            <a:custGeom>
              <a:avLst/>
              <a:gdLst/>
              <a:ahLst/>
              <a:cxnLst/>
              <a:rect l="l" t="t" r="r" b="b"/>
              <a:pathLst>
                <a:path w="439419" h="130175">
                  <a:moveTo>
                    <a:pt x="439293" y="83324"/>
                  </a:moveTo>
                  <a:lnTo>
                    <a:pt x="439242" y="19799"/>
                  </a:lnTo>
                  <a:lnTo>
                    <a:pt x="439242" y="0"/>
                  </a:lnTo>
                  <a:lnTo>
                    <a:pt x="0" y="46431"/>
                  </a:lnTo>
                  <a:lnTo>
                    <a:pt x="0" y="66230"/>
                  </a:lnTo>
                  <a:lnTo>
                    <a:pt x="50" y="129794"/>
                  </a:lnTo>
                  <a:lnTo>
                    <a:pt x="439293" y="83324"/>
                  </a:lnTo>
                  <a:close/>
                </a:path>
              </a:pathLst>
            </a:custGeom>
            <a:solidFill>
              <a:srgbClr val="98AE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083551" y="7535453"/>
              <a:ext cx="304165" cy="49530"/>
            </a:xfrm>
            <a:custGeom>
              <a:avLst/>
              <a:gdLst/>
              <a:ahLst/>
              <a:cxnLst/>
              <a:rect l="l" t="t" r="r" b="b"/>
              <a:pathLst>
                <a:path w="304164" h="49529">
                  <a:moveTo>
                    <a:pt x="280601" y="0"/>
                  </a:moveTo>
                  <a:lnTo>
                    <a:pt x="203375" y="8103"/>
                  </a:lnTo>
                  <a:lnTo>
                    <a:pt x="203375" y="24216"/>
                  </a:lnTo>
                  <a:lnTo>
                    <a:pt x="191736" y="24216"/>
                  </a:lnTo>
                  <a:lnTo>
                    <a:pt x="191736" y="9361"/>
                  </a:lnTo>
                  <a:lnTo>
                    <a:pt x="0" y="29618"/>
                  </a:lnTo>
                  <a:lnTo>
                    <a:pt x="0" y="49457"/>
                  </a:lnTo>
                  <a:lnTo>
                    <a:pt x="303643" y="17324"/>
                  </a:lnTo>
                  <a:lnTo>
                    <a:pt x="280601" y="0"/>
                  </a:lnTo>
                  <a:close/>
                </a:path>
              </a:pathLst>
            </a:custGeom>
            <a:solidFill>
              <a:srgbClr val="9BB1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3083551" y="7565072"/>
              <a:ext cx="0" cy="20320"/>
            </a:xfrm>
            <a:custGeom>
              <a:avLst/>
              <a:gdLst/>
              <a:ahLst/>
              <a:cxnLst/>
              <a:rect l="l" t="t" r="r" b="b"/>
              <a:pathLst>
                <a:path h="20320">
                  <a:moveTo>
                    <a:pt x="0" y="0"/>
                  </a:moveTo>
                  <a:lnTo>
                    <a:pt x="0" y="198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B0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071912" y="7566330"/>
              <a:ext cx="0" cy="20320"/>
            </a:xfrm>
            <a:custGeom>
              <a:avLst/>
              <a:gdLst/>
              <a:ahLst/>
              <a:cxnLst/>
              <a:rect l="l" t="t" r="r" b="b"/>
              <a:pathLst>
                <a:path h="20320">
                  <a:moveTo>
                    <a:pt x="0" y="0"/>
                  </a:moveTo>
                  <a:lnTo>
                    <a:pt x="0" y="19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AD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3071912" y="7565072"/>
              <a:ext cx="12065" cy="21590"/>
            </a:xfrm>
            <a:custGeom>
              <a:avLst/>
              <a:gdLst/>
              <a:ahLst/>
              <a:cxnLst/>
              <a:rect l="l" t="t" r="r" b="b"/>
              <a:pathLst>
                <a:path w="12064" h="21590">
                  <a:moveTo>
                    <a:pt x="11638" y="0"/>
                  </a:moveTo>
                  <a:lnTo>
                    <a:pt x="0" y="1257"/>
                  </a:lnTo>
                  <a:lnTo>
                    <a:pt x="0" y="21050"/>
                  </a:lnTo>
                  <a:lnTo>
                    <a:pt x="11638" y="19838"/>
                  </a:lnTo>
                  <a:lnTo>
                    <a:pt x="11638" y="0"/>
                  </a:lnTo>
                  <a:close/>
                </a:path>
              </a:pathLst>
            </a:custGeom>
            <a:solidFill>
              <a:srgbClr val="95AA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2621313" y="6976560"/>
              <a:ext cx="1057910" cy="1309370"/>
            </a:xfrm>
            <a:custGeom>
              <a:avLst/>
              <a:gdLst/>
              <a:ahLst/>
              <a:cxnLst/>
              <a:rect l="l" t="t" r="r" b="b"/>
              <a:pathLst>
                <a:path w="1057910" h="1309370">
                  <a:moveTo>
                    <a:pt x="0" y="1305557"/>
                  </a:moveTo>
                  <a:lnTo>
                    <a:pt x="45" y="1309142"/>
                  </a:lnTo>
                  <a:lnTo>
                    <a:pt x="4095" y="1308676"/>
                  </a:lnTo>
                  <a:lnTo>
                    <a:pt x="0" y="1305557"/>
                  </a:lnTo>
                  <a:close/>
                </a:path>
                <a:path w="1057910" h="1309370">
                  <a:moveTo>
                    <a:pt x="1057607" y="0"/>
                  </a:moveTo>
                  <a:lnTo>
                    <a:pt x="1053464" y="419"/>
                  </a:lnTo>
                  <a:lnTo>
                    <a:pt x="1055326" y="1817"/>
                  </a:lnTo>
                  <a:lnTo>
                    <a:pt x="1057607" y="3586"/>
                  </a:lnTo>
                  <a:lnTo>
                    <a:pt x="1057607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3667329" y="6988251"/>
              <a:ext cx="12065" cy="1177925"/>
            </a:xfrm>
            <a:custGeom>
              <a:avLst/>
              <a:gdLst/>
              <a:ahLst/>
              <a:cxnLst/>
              <a:rect l="l" t="t" r="r" b="b"/>
              <a:pathLst>
                <a:path w="12064" h="1177925">
                  <a:moveTo>
                    <a:pt x="11777" y="441440"/>
                  </a:moveTo>
                  <a:lnTo>
                    <a:pt x="2933" y="449869"/>
                  </a:lnTo>
                  <a:lnTo>
                    <a:pt x="140" y="449869"/>
                  </a:lnTo>
                  <a:lnTo>
                    <a:pt x="419" y="1168638"/>
                  </a:lnTo>
                  <a:lnTo>
                    <a:pt x="12057" y="1177439"/>
                  </a:lnTo>
                  <a:lnTo>
                    <a:pt x="11781" y="449869"/>
                  </a:lnTo>
                  <a:lnTo>
                    <a:pt x="2933" y="449869"/>
                  </a:lnTo>
                  <a:lnTo>
                    <a:pt x="139" y="446935"/>
                  </a:lnTo>
                  <a:lnTo>
                    <a:pt x="11780" y="446935"/>
                  </a:lnTo>
                  <a:lnTo>
                    <a:pt x="11777" y="441440"/>
                  </a:lnTo>
                  <a:close/>
                </a:path>
                <a:path w="12064" h="1177925">
                  <a:moveTo>
                    <a:pt x="11730" y="276953"/>
                  </a:moveTo>
                  <a:lnTo>
                    <a:pt x="93" y="286547"/>
                  </a:lnTo>
                  <a:lnTo>
                    <a:pt x="139" y="436458"/>
                  </a:lnTo>
                  <a:lnTo>
                    <a:pt x="11777" y="425373"/>
                  </a:lnTo>
                  <a:lnTo>
                    <a:pt x="11730" y="276953"/>
                  </a:lnTo>
                  <a:close/>
                </a:path>
                <a:path w="12064" h="1177925">
                  <a:moveTo>
                    <a:pt x="11638" y="54067"/>
                  </a:moveTo>
                  <a:lnTo>
                    <a:pt x="0" y="61658"/>
                  </a:lnTo>
                  <a:lnTo>
                    <a:pt x="93" y="271458"/>
                  </a:lnTo>
                  <a:lnTo>
                    <a:pt x="11730" y="261865"/>
                  </a:lnTo>
                  <a:lnTo>
                    <a:pt x="11638" y="54067"/>
                  </a:lnTo>
                  <a:close/>
                </a:path>
                <a:path w="12064" h="1177925">
                  <a:moveTo>
                    <a:pt x="11591" y="0"/>
                  </a:moveTo>
                  <a:lnTo>
                    <a:pt x="0" y="1257"/>
                  </a:lnTo>
                  <a:lnTo>
                    <a:pt x="0" y="47781"/>
                  </a:lnTo>
                  <a:lnTo>
                    <a:pt x="11638" y="40189"/>
                  </a:lnTo>
                  <a:lnTo>
                    <a:pt x="11591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667328" y="7028446"/>
              <a:ext cx="12065" cy="410209"/>
            </a:xfrm>
            <a:custGeom>
              <a:avLst/>
              <a:gdLst/>
              <a:ahLst/>
              <a:cxnLst/>
              <a:rect l="l" t="t" r="r" b="b"/>
              <a:pathLst>
                <a:path w="12064" h="410209">
                  <a:moveTo>
                    <a:pt x="11633" y="0"/>
                  </a:moveTo>
                  <a:lnTo>
                    <a:pt x="0" y="7594"/>
                  </a:lnTo>
                  <a:lnTo>
                    <a:pt x="0" y="21463"/>
                  </a:lnTo>
                  <a:lnTo>
                    <a:pt x="11633" y="13881"/>
                  </a:lnTo>
                  <a:lnTo>
                    <a:pt x="11633" y="0"/>
                  </a:lnTo>
                  <a:close/>
                </a:path>
                <a:path w="12064" h="410209">
                  <a:moveTo>
                    <a:pt x="11722" y="221678"/>
                  </a:moveTo>
                  <a:lnTo>
                    <a:pt x="88" y="231267"/>
                  </a:lnTo>
                  <a:lnTo>
                    <a:pt x="88" y="246354"/>
                  </a:lnTo>
                  <a:lnTo>
                    <a:pt x="11722" y="236766"/>
                  </a:lnTo>
                  <a:lnTo>
                    <a:pt x="11722" y="221678"/>
                  </a:lnTo>
                  <a:close/>
                </a:path>
                <a:path w="12064" h="410209">
                  <a:moveTo>
                    <a:pt x="11772" y="385178"/>
                  </a:moveTo>
                  <a:lnTo>
                    <a:pt x="139" y="396265"/>
                  </a:lnTo>
                  <a:lnTo>
                    <a:pt x="139" y="406742"/>
                  </a:lnTo>
                  <a:lnTo>
                    <a:pt x="2933" y="409676"/>
                  </a:lnTo>
                  <a:lnTo>
                    <a:pt x="11772" y="401256"/>
                  </a:lnTo>
                  <a:lnTo>
                    <a:pt x="11772" y="385178"/>
                  </a:lnTo>
                  <a:close/>
                </a:path>
              </a:pathLst>
            </a:custGeom>
            <a:solidFill>
              <a:srgbClr val="9072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2632903" y="8164341"/>
              <a:ext cx="1039494" cy="120650"/>
            </a:xfrm>
            <a:custGeom>
              <a:avLst/>
              <a:gdLst/>
              <a:ahLst/>
              <a:cxnLst/>
              <a:rect l="l" t="t" r="r" b="b"/>
              <a:pathLst>
                <a:path w="1039495" h="120650">
                  <a:moveTo>
                    <a:pt x="1025396" y="0"/>
                  </a:moveTo>
                  <a:lnTo>
                    <a:pt x="0" y="108416"/>
                  </a:lnTo>
                  <a:lnTo>
                    <a:pt x="0" y="120105"/>
                  </a:lnTo>
                  <a:lnTo>
                    <a:pt x="1038988" y="10245"/>
                  </a:lnTo>
                  <a:lnTo>
                    <a:pt x="1025396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632717" y="776062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632717" y="7760622"/>
              <a:ext cx="0" cy="12065"/>
            </a:xfrm>
            <a:custGeom>
              <a:avLst/>
              <a:gdLst/>
              <a:ahLst/>
              <a:cxnLst/>
              <a:rect l="l" t="t" r="r" b="b"/>
              <a:pathLst>
                <a:path h="12065">
                  <a:moveTo>
                    <a:pt x="0" y="0"/>
                  </a:moveTo>
                  <a:lnTo>
                    <a:pt x="0" y="116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3667748" y="815689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658299" y="8156890"/>
              <a:ext cx="21590" cy="17780"/>
            </a:xfrm>
            <a:custGeom>
              <a:avLst/>
              <a:gdLst/>
              <a:ahLst/>
              <a:cxnLst/>
              <a:rect l="l" t="t" r="r" b="b"/>
              <a:pathLst>
                <a:path w="21589" h="17779">
                  <a:moveTo>
                    <a:pt x="9448" y="0"/>
                  </a:moveTo>
                  <a:lnTo>
                    <a:pt x="9448" y="6426"/>
                  </a:lnTo>
                  <a:lnTo>
                    <a:pt x="0" y="7451"/>
                  </a:lnTo>
                  <a:lnTo>
                    <a:pt x="13591" y="17696"/>
                  </a:lnTo>
                  <a:lnTo>
                    <a:pt x="21132" y="16904"/>
                  </a:lnTo>
                  <a:lnTo>
                    <a:pt x="21087" y="8801"/>
                  </a:lnTo>
                  <a:lnTo>
                    <a:pt x="9448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2620797" y="7096759"/>
              <a:ext cx="12065" cy="665480"/>
            </a:xfrm>
            <a:custGeom>
              <a:avLst/>
              <a:gdLst/>
              <a:ahLst/>
              <a:cxnLst/>
              <a:rect l="l" t="t" r="r" b="b"/>
              <a:pathLst>
                <a:path w="12064" h="665479">
                  <a:moveTo>
                    <a:pt x="11772" y="271741"/>
                  </a:moveTo>
                  <a:lnTo>
                    <a:pt x="4229" y="272542"/>
                  </a:lnTo>
                  <a:lnTo>
                    <a:pt x="11772" y="272542"/>
                  </a:lnTo>
                  <a:lnTo>
                    <a:pt x="11772" y="271741"/>
                  </a:lnTo>
                  <a:close/>
                </a:path>
                <a:path w="12064" h="665479">
                  <a:moveTo>
                    <a:pt x="11823" y="418998"/>
                  </a:moveTo>
                  <a:lnTo>
                    <a:pt x="11798" y="273050"/>
                  </a:lnTo>
                  <a:lnTo>
                    <a:pt x="3619" y="273050"/>
                  </a:lnTo>
                  <a:lnTo>
                    <a:pt x="3619" y="260350"/>
                  </a:lnTo>
                  <a:lnTo>
                    <a:pt x="11709" y="260350"/>
                  </a:lnTo>
                  <a:lnTo>
                    <a:pt x="11709" y="2540"/>
                  </a:lnTo>
                  <a:lnTo>
                    <a:pt x="11633" y="2146"/>
                  </a:lnTo>
                  <a:lnTo>
                    <a:pt x="7886" y="2540"/>
                  </a:lnTo>
                  <a:lnTo>
                    <a:pt x="1930" y="2540"/>
                  </a:lnTo>
                  <a:lnTo>
                    <a:pt x="1930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50" y="260350"/>
                  </a:lnTo>
                  <a:lnTo>
                    <a:pt x="114" y="273050"/>
                  </a:lnTo>
                  <a:lnTo>
                    <a:pt x="152" y="419100"/>
                  </a:lnTo>
                  <a:lnTo>
                    <a:pt x="177" y="420370"/>
                  </a:lnTo>
                  <a:lnTo>
                    <a:pt x="4178" y="420370"/>
                  </a:lnTo>
                  <a:lnTo>
                    <a:pt x="4178" y="419100"/>
                  </a:lnTo>
                  <a:lnTo>
                    <a:pt x="11163" y="419100"/>
                  </a:lnTo>
                  <a:lnTo>
                    <a:pt x="11823" y="425234"/>
                  </a:lnTo>
                  <a:lnTo>
                    <a:pt x="11823" y="418998"/>
                  </a:lnTo>
                  <a:close/>
                </a:path>
                <a:path w="12064" h="665479">
                  <a:moveTo>
                    <a:pt x="11861" y="516001"/>
                  </a:moveTo>
                  <a:lnTo>
                    <a:pt x="11823" y="430644"/>
                  </a:lnTo>
                  <a:lnTo>
                    <a:pt x="177" y="431850"/>
                  </a:lnTo>
                  <a:lnTo>
                    <a:pt x="228" y="517220"/>
                  </a:lnTo>
                  <a:lnTo>
                    <a:pt x="11861" y="516001"/>
                  </a:lnTo>
                  <a:close/>
                </a:path>
                <a:path w="12064" h="665479">
                  <a:moveTo>
                    <a:pt x="11912" y="663867"/>
                  </a:moveTo>
                  <a:lnTo>
                    <a:pt x="11861" y="599363"/>
                  </a:lnTo>
                  <a:lnTo>
                    <a:pt x="279" y="600583"/>
                  </a:lnTo>
                  <a:lnTo>
                    <a:pt x="279" y="665073"/>
                  </a:lnTo>
                  <a:lnTo>
                    <a:pt x="11912" y="663867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2621079" y="7772358"/>
              <a:ext cx="12065" cy="501015"/>
            </a:xfrm>
            <a:custGeom>
              <a:avLst/>
              <a:gdLst/>
              <a:ahLst/>
              <a:cxnLst/>
              <a:rect l="l" t="t" r="r" b="b"/>
              <a:pathLst>
                <a:path w="12064" h="501015">
                  <a:moveTo>
                    <a:pt x="11638" y="0"/>
                  </a:moveTo>
                  <a:lnTo>
                    <a:pt x="0" y="1210"/>
                  </a:lnTo>
                  <a:lnTo>
                    <a:pt x="46" y="92395"/>
                  </a:lnTo>
                  <a:lnTo>
                    <a:pt x="4282" y="91928"/>
                  </a:lnTo>
                  <a:lnTo>
                    <a:pt x="5492" y="103525"/>
                  </a:lnTo>
                  <a:lnTo>
                    <a:pt x="46" y="104084"/>
                  </a:lnTo>
                  <a:lnTo>
                    <a:pt x="186" y="495183"/>
                  </a:lnTo>
                  <a:lnTo>
                    <a:pt x="7680" y="500865"/>
                  </a:lnTo>
                  <a:lnTo>
                    <a:pt x="11823" y="500399"/>
                  </a:lnTo>
                  <a:lnTo>
                    <a:pt x="11730" y="261725"/>
                  </a:lnTo>
                  <a:lnTo>
                    <a:pt x="10985" y="261818"/>
                  </a:lnTo>
                  <a:lnTo>
                    <a:pt x="9729" y="250268"/>
                  </a:lnTo>
                  <a:lnTo>
                    <a:pt x="11730" y="250036"/>
                  </a:lnTo>
                  <a:lnTo>
                    <a:pt x="11638" y="0"/>
                  </a:lnTo>
                  <a:close/>
                </a:path>
              </a:pathLst>
            </a:custGeom>
            <a:solidFill>
              <a:srgbClr val="7A82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2621079" y="7772311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11638" y="0"/>
                  </a:moveTo>
                  <a:lnTo>
                    <a:pt x="0" y="1257"/>
                  </a:lnTo>
                  <a:lnTo>
                    <a:pt x="11638" y="46"/>
                  </a:lnTo>
                  <a:close/>
                </a:path>
              </a:pathLst>
            </a:custGeom>
            <a:solidFill>
              <a:srgbClr val="6870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2621266" y="8267541"/>
              <a:ext cx="12065" cy="17780"/>
            </a:xfrm>
            <a:custGeom>
              <a:avLst/>
              <a:gdLst/>
              <a:ahLst/>
              <a:cxnLst/>
              <a:rect l="l" t="t" r="r" b="b"/>
              <a:pathLst>
                <a:path w="12064" h="17779">
                  <a:moveTo>
                    <a:pt x="0" y="0"/>
                  </a:moveTo>
                  <a:lnTo>
                    <a:pt x="46" y="14577"/>
                  </a:lnTo>
                  <a:lnTo>
                    <a:pt x="4142" y="17696"/>
                  </a:lnTo>
                  <a:lnTo>
                    <a:pt x="4282" y="17696"/>
                  </a:lnTo>
                  <a:lnTo>
                    <a:pt x="11637" y="16904"/>
                  </a:lnTo>
                  <a:lnTo>
                    <a:pt x="11637" y="5215"/>
                  </a:lnTo>
                  <a:lnTo>
                    <a:pt x="7494" y="5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2621079" y="7760622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11638" y="0"/>
                  </a:moveTo>
                  <a:lnTo>
                    <a:pt x="0" y="1210"/>
                  </a:lnTo>
                  <a:lnTo>
                    <a:pt x="11638" y="0"/>
                  </a:lnTo>
                  <a:close/>
                </a:path>
              </a:pathLst>
            </a:custGeom>
            <a:solidFill>
              <a:srgbClr val="6267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2621079" y="7760622"/>
              <a:ext cx="12065" cy="13335"/>
            </a:xfrm>
            <a:custGeom>
              <a:avLst/>
              <a:gdLst/>
              <a:ahLst/>
              <a:cxnLst/>
              <a:rect l="l" t="t" r="r" b="b"/>
              <a:pathLst>
                <a:path w="12064" h="13334">
                  <a:moveTo>
                    <a:pt x="11638" y="0"/>
                  </a:moveTo>
                  <a:lnTo>
                    <a:pt x="0" y="1210"/>
                  </a:lnTo>
                  <a:lnTo>
                    <a:pt x="0" y="12946"/>
                  </a:lnTo>
                  <a:lnTo>
                    <a:pt x="11638" y="11689"/>
                  </a:lnTo>
                  <a:lnTo>
                    <a:pt x="11638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2621026" y="7612760"/>
              <a:ext cx="12065" cy="85090"/>
            </a:xfrm>
            <a:custGeom>
              <a:avLst/>
              <a:gdLst/>
              <a:ahLst/>
              <a:cxnLst/>
              <a:rect l="l" t="t" r="r" b="b"/>
              <a:pathLst>
                <a:path w="12064" h="85090">
                  <a:moveTo>
                    <a:pt x="11633" y="0"/>
                  </a:moveTo>
                  <a:lnTo>
                    <a:pt x="0" y="1219"/>
                  </a:lnTo>
                  <a:lnTo>
                    <a:pt x="0" y="21056"/>
                  </a:lnTo>
                  <a:lnTo>
                    <a:pt x="50" y="84582"/>
                  </a:lnTo>
                  <a:lnTo>
                    <a:pt x="11633" y="83362"/>
                  </a:lnTo>
                  <a:lnTo>
                    <a:pt x="11633" y="19799"/>
                  </a:lnTo>
                  <a:lnTo>
                    <a:pt x="11633" y="0"/>
                  </a:lnTo>
                  <a:close/>
                </a:path>
              </a:pathLst>
            </a:custGeom>
            <a:solidFill>
              <a:srgbClr val="8183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2046145" y="6540336"/>
              <a:ext cx="1026160" cy="547370"/>
            </a:xfrm>
            <a:custGeom>
              <a:avLst/>
              <a:gdLst/>
              <a:ahLst/>
              <a:cxnLst/>
              <a:rect l="l" t="t" r="r" b="b"/>
              <a:pathLst>
                <a:path w="1026160" h="547370">
                  <a:moveTo>
                    <a:pt x="1025395" y="0"/>
                  </a:moveTo>
                  <a:lnTo>
                    <a:pt x="0" y="108416"/>
                  </a:lnTo>
                  <a:lnTo>
                    <a:pt x="582150" y="547296"/>
                  </a:lnTo>
                  <a:lnTo>
                    <a:pt x="1025582" y="500446"/>
                  </a:lnTo>
                  <a:lnTo>
                    <a:pt x="1025395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2046145" y="6540336"/>
              <a:ext cx="1025525" cy="108585"/>
            </a:xfrm>
            <a:custGeom>
              <a:avLst/>
              <a:gdLst/>
              <a:ahLst/>
              <a:cxnLst/>
              <a:rect l="l" t="t" r="r" b="b"/>
              <a:pathLst>
                <a:path w="1025525" h="108584">
                  <a:moveTo>
                    <a:pt x="1025395" y="0"/>
                  </a:moveTo>
                  <a:lnTo>
                    <a:pt x="0" y="108416"/>
                  </a:lnTo>
                  <a:lnTo>
                    <a:pt x="1025395" y="0"/>
                  </a:lnTo>
                  <a:close/>
                </a:path>
              </a:pathLst>
            </a:custGeom>
            <a:solidFill>
              <a:srgbClr val="93A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3083177" y="6545552"/>
              <a:ext cx="574675" cy="494030"/>
            </a:xfrm>
            <a:custGeom>
              <a:avLst/>
              <a:gdLst/>
              <a:ahLst/>
              <a:cxnLst/>
              <a:rect l="l" t="t" r="r" b="b"/>
              <a:pathLst>
                <a:path w="574675" h="494029">
                  <a:moveTo>
                    <a:pt x="0" y="0"/>
                  </a:moveTo>
                  <a:lnTo>
                    <a:pt x="186" y="493972"/>
                  </a:lnTo>
                  <a:lnTo>
                    <a:pt x="574655" y="4332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B7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3071540" y="6540336"/>
              <a:ext cx="635" cy="501015"/>
            </a:xfrm>
            <a:custGeom>
              <a:avLst/>
              <a:gdLst/>
              <a:ahLst/>
              <a:cxnLst/>
              <a:rect l="l" t="t" r="r" b="b"/>
              <a:pathLst>
                <a:path w="635" h="501015">
                  <a:moveTo>
                    <a:pt x="0" y="0"/>
                  </a:moveTo>
                  <a:lnTo>
                    <a:pt x="186" y="500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93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3071533" y="6540500"/>
              <a:ext cx="12065" cy="500380"/>
            </a:xfrm>
            <a:custGeom>
              <a:avLst/>
              <a:gdLst/>
              <a:ahLst/>
              <a:cxnLst/>
              <a:rect l="l" t="t" r="r" b="b"/>
              <a:pathLst>
                <a:path w="12064" h="500379">
                  <a:moveTo>
                    <a:pt x="11734" y="5080"/>
                  </a:moveTo>
                  <a:lnTo>
                    <a:pt x="8305" y="5080"/>
                  </a:lnTo>
                  <a:lnTo>
                    <a:pt x="8305" y="0"/>
                  </a:lnTo>
                  <a:lnTo>
                    <a:pt x="0" y="0"/>
                  </a:lnTo>
                  <a:lnTo>
                    <a:pt x="0" y="5080"/>
                  </a:lnTo>
                  <a:lnTo>
                    <a:pt x="101" y="499110"/>
                  </a:lnTo>
                  <a:lnTo>
                    <a:pt x="190" y="500380"/>
                  </a:lnTo>
                  <a:lnTo>
                    <a:pt x="5156" y="500380"/>
                  </a:lnTo>
                  <a:lnTo>
                    <a:pt x="5156" y="499110"/>
                  </a:lnTo>
                  <a:lnTo>
                    <a:pt x="11734" y="499110"/>
                  </a:lnTo>
                  <a:lnTo>
                    <a:pt x="11734" y="5080"/>
                  </a:lnTo>
                  <a:close/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3183120" y="6978797"/>
              <a:ext cx="474980" cy="50800"/>
            </a:xfrm>
            <a:custGeom>
              <a:avLst/>
              <a:gdLst/>
              <a:ahLst/>
              <a:cxnLst/>
              <a:rect l="l" t="t" r="r" b="b"/>
              <a:pathLst>
                <a:path w="474979" h="50800">
                  <a:moveTo>
                    <a:pt x="474713" y="0"/>
                  </a:moveTo>
                  <a:lnTo>
                    <a:pt x="0" y="50201"/>
                  </a:lnTo>
                  <a:lnTo>
                    <a:pt x="474713" y="0"/>
                  </a:lnTo>
                  <a:close/>
                </a:path>
              </a:pathLst>
            </a:custGeom>
            <a:solidFill>
              <a:srgbClr val="7C9B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3657833" y="697879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C8E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678967" y="6980147"/>
              <a:ext cx="9525" cy="8255"/>
            </a:xfrm>
            <a:custGeom>
              <a:avLst/>
              <a:gdLst/>
              <a:ahLst/>
              <a:cxnLst/>
              <a:rect l="l" t="t" r="r" b="b"/>
              <a:pathLst>
                <a:path w="9525" h="8254">
                  <a:moveTo>
                    <a:pt x="0" y="0"/>
                  </a:moveTo>
                  <a:lnTo>
                    <a:pt x="0" y="8103"/>
                  </a:lnTo>
                  <a:lnTo>
                    <a:pt x="9448" y="71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3678920" y="6980147"/>
              <a:ext cx="635" cy="8255"/>
            </a:xfrm>
            <a:custGeom>
              <a:avLst/>
              <a:gdLst/>
              <a:ahLst/>
              <a:cxnLst/>
              <a:rect l="l" t="t" r="r" b="b"/>
              <a:pathLst>
                <a:path w="635" h="8254">
                  <a:moveTo>
                    <a:pt x="0" y="0"/>
                  </a:moveTo>
                  <a:lnTo>
                    <a:pt x="0" y="8103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2015561" y="6639251"/>
              <a:ext cx="9525" cy="8255"/>
            </a:xfrm>
            <a:custGeom>
              <a:avLst/>
              <a:gdLst/>
              <a:ahLst/>
              <a:cxnLst/>
              <a:rect l="l" t="t" r="r" b="b"/>
              <a:pathLst>
                <a:path w="9525" h="8254">
                  <a:moveTo>
                    <a:pt x="9450" y="0"/>
                  </a:moveTo>
                  <a:lnTo>
                    <a:pt x="0" y="1024"/>
                  </a:lnTo>
                  <a:lnTo>
                    <a:pt x="9450" y="8149"/>
                  </a:lnTo>
                  <a:lnTo>
                    <a:pt x="945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2024566" y="6638460"/>
              <a:ext cx="8255" cy="1270"/>
            </a:xfrm>
            <a:custGeom>
              <a:avLst/>
              <a:gdLst/>
              <a:ahLst/>
              <a:cxnLst/>
              <a:rect l="l" t="t" r="r" b="b"/>
              <a:pathLst>
                <a:path w="8255" h="1270">
                  <a:moveTo>
                    <a:pt x="7939" y="0"/>
                  </a:moveTo>
                  <a:lnTo>
                    <a:pt x="0" y="838"/>
                  </a:lnTo>
                  <a:lnTo>
                    <a:pt x="445" y="838"/>
                  </a:lnTo>
                  <a:lnTo>
                    <a:pt x="7939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2036695" y="6648752"/>
              <a:ext cx="591820" cy="448309"/>
            </a:xfrm>
            <a:custGeom>
              <a:avLst/>
              <a:gdLst/>
              <a:ahLst/>
              <a:cxnLst/>
              <a:rect l="l" t="t" r="r" b="b"/>
              <a:pathLst>
                <a:path w="591819" h="448309">
                  <a:moveTo>
                    <a:pt x="9450" y="0"/>
                  </a:moveTo>
                  <a:lnTo>
                    <a:pt x="0" y="1023"/>
                  </a:lnTo>
                  <a:lnTo>
                    <a:pt x="0" y="7451"/>
                  </a:lnTo>
                  <a:lnTo>
                    <a:pt x="584104" y="447821"/>
                  </a:lnTo>
                  <a:lnTo>
                    <a:pt x="584104" y="439671"/>
                  </a:lnTo>
                  <a:lnTo>
                    <a:pt x="591600" y="438880"/>
                  </a:lnTo>
                  <a:lnTo>
                    <a:pt x="9450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2025011" y="6638506"/>
              <a:ext cx="21590" cy="17780"/>
            </a:xfrm>
            <a:custGeom>
              <a:avLst/>
              <a:gdLst/>
              <a:ahLst/>
              <a:cxnLst/>
              <a:rect l="l" t="t" r="r" b="b"/>
              <a:pathLst>
                <a:path w="21589" h="17779">
                  <a:moveTo>
                    <a:pt x="7494" y="0"/>
                  </a:moveTo>
                  <a:lnTo>
                    <a:pt x="0" y="792"/>
                  </a:lnTo>
                  <a:lnTo>
                    <a:pt x="0" y="8895"/>
                  </a:lnTo>
                  <a:lnTo>
                    <a:pt x="11683" y="17697"/>
                  </a:lnTo>
                  <a:lnTo>
                    <a:pt x="11683" y="11269"/>
                  </a:lnTo>
                  <a:lnTo>
                    <a:pt x="21134" y="10246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2632483" y="7052471"/>
              <a:ext cx="439420" cy="46990"/>
            </a:xfrm>
            <a:custGeom>
              <a:avLst/>
              <a:gdLst/>
              <a:ahLst/>
              <a:cxnLst/>
              <a:rect l="l" t="t" r="r" b="b"/>
              <a:pathLst>
                <a:path w="439419" h="46990">
                  <a:moveTo>
                    <a:pt x="439243" y="0"/>
                  </a:moveTo>
                  <a:lnTo>
                    <a:pt x="0" y="46431"/>
                  </a:lnTo>
                  <a:lnTo>
                    <a:pt x="439243" y="0"/>
                  </a:lnTo>
                  <a:close/>
                </a:path>
              </a:pathLst>
            </a:custGeom>
            <a:solidFill>
              <a:srgbClr val="708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3083364" y="6989508"/>
              <a:ext cx="584200" cy="62230"/>
            </a:xfrm>
            <a:custGeom>
              <a:avLst/>
              <a:gdLst/>
              <a:ahLst/>
              <a:cxnLst/>
              <a:rect l="l" t="t" r="r" b="b"/>
              <a:pathLst>
                <a:path w="584200" h="62229">
                  <a:moveTo>
                    <a:pt x="583965" y="0"/>
                  </a:moveTo>
                  <a:lnTo>
                    <a:pt x="0" y="61752"/>
                  </a:lnTo>
                  <a:lnTo>
                    <a:pt x="583965" y="0"/>
                  </a:lnTo>
                  <a:close/>
                </a:path>
              </a:pathLst>
            </a:custGeom>
            <a:solidFill>
              <a:srgbClr val="778D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3083364" y="70512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37F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3071727" y="705247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272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3071727" y="7051261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11637" y="0"/>
                  </a:moveTo>
                  <a:lnTo>
                    <a:pt x="0" y="1210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636D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2628295" y="7040782"/>
              <a:ext cx="443865" cy="58419"/>
            </a:xfrm>
            <a:custGeom>
              <a:avLst/>
              <a:gdLst/>
              <a:ahLst/>
              <a:cxnLst/>
              <a:rect l="l" t="t" r="r" b="b"/>
              <a:pathLst>
                <a:path w="443864" h="58420">
                  <a:moveTo>
                    <a:pt x="443431" y="0"/>
                  </a:moveTo>
                  <a:lnTo>
                    <a:pt x="0" y="46850"/>
                  </a:lnTo>
                  <a:lnTo>
                    <a:pt x="4142" y="50016"/>
                  </a:lnTo>
                  <a:lnTo>
                    <a:pt x="4142" y="58120"/>
                  </a:lnTo>
                  <a:lnTo>
                    <a:pt x="443431" y="11689"/>
                  </a:lnTo>
                  <a:lnTo>
                    <a:pt x="443431" y="0"/>
                  </a:lnTo>
                  <a:close/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3083364" y="6978797"/>
              <a:ext cx="584200" cy="73025"/>
            </a:xfrm>
            <a:custGeom>
              <a:avLst/>
              <a:gdLst/>
              <a:ahLst/>
              <a:cxnLst/>
              <a:rect l="l" t="t" r="r" b="b"/>
              <a:pathLst>
                <a:path w="584200" h="73025">
                  <a:moveTo>
                    <a:pt x="574469" y="0"/>
                  </a:moveTo>
                  <a:lnTo>
                    <a:pt x="0" y="60727"/>
                  </a:lnTo>
                  <a:lnTo>
                    <a:pt x="0" y="72463"/>
                  </a:lnTo>
                  <a:lnTo>
                    <a:pt x="583965" y="10711"/>
                  </a:lnTo>
                  <a:lnTo>
                    <a:pt x="583965" y="7171"/>
                  </a:lnTo>
                  <a:lnTo>
                    <a:pt x="574469" y="0"/>
                  </a:lnTo>
                  <a:close/>
                </a:path>
              </a:pathLst>
            </a:custGeom>
            <a:solidFill>
              <a:srgbClr val="7C85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3657833" y="6976979"/>
              <a:ext cx="21590" cy="12700"/>
            </a:xfrm>
            <a:custGeom>
              <a:avLst/>
              <a:gdLst/>
              <a:ahLst/>
              <a:cxnLst/>
              <a:rect l="l" t="t" r="r" b="b"/>
              <a:pathLst>
                <a:path w="21589" h="12700">
                  <a:moveTo>
                    <a:pt x="16944" y="0"/>
                  </a:moveTo>
                  <a:lnTo>
                    <a:pt x="0" y="1817"/>
                  </a:lnTo>
                  <a:lnTo>
                    <a:pt x="9495" y="8989"/>
                  </a:lnTo>
                  <a:lnTo>
                    <a:pt x="9495" y="12528"/>
                  </a:lnTo>
                  <a:lnTo>
                    <a:pt x="21087" y="11271"/>
                  </a:lnTo>
                  <a:lnTo>
                    <a:pt x="21117" y="6055"/>
                  </a:lnTo>
                  <a:lnTo>
                    <a:pt x="15267" y="6055"/>
                  </a:lnTo>
                  <a:lnTo>
                    <a:pt x="18759" y="1398"/>
                  </a:lnTo>
                  <a:lnTo>
                    <a:pt x="16944" y="0"/>
                  </a:lnTo>
                  <a:close/>
                </a:path>
                <a:path w="21589" h="12700">
                  <a:moveTo>
                    <a:pt x="18759" y="1398"/>
                  </a:moveTo>
                  <a:lnTo>
                    <a:pt x="15267" y="6055"/>
                  </a:lnTo>
                  <a:lnTo>
                    <a:pt x="21117" y="6055"/>
                  </a:lnTo>
                  <a:lnTo>
                    <a:pt x="21134" y="3167"/>
                  </a:lnTo>
                  <a:lnTo>
                    <a:pt x="18759" y="1398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071727" y="7040782"/>
              <a:ext cx="0" cy="12065"/>
            </a:xfrm>
            <a:custGeom>
              <a:avLst/>
              <a:gdLst/>
              <a:ahLst/>
              <a:cxnLst/>
              <a:rect l="l" t="t" r="r" b="b"/>
              <a:pathLst>
                <a:path h="12065">
                  <a:moveTo>
                    <a:pt x="0" y="0"/>
                  </a:moveTo>
                  <a:lnTo>
                    <a:pt x="0" y="116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67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071727" y="7039524"/>
              <a:ext cx="12065" cy="13335"/>
            </a:xfrm>
            <a:custGeom>
              <a:avLst/>
              <a:gdLst/>
              <a:ahLst/>
              <a:cxnLst/>
              <a:rect l="l" t="t" r="r" b="b"/>
              <a:pathLst>
                <a:path w="12064" h="13334">
                  <a:moveTo>
                    <a:pt x="11637" y="0"/>
                  </a:moveTo>
                  <a:lnTo>
                    <a:pt x="0" y="1257"/>
                  </a:lnTo>
                  <a:lnTo>
                    <a:pt x="0" y="12946"/>
                  </a:lnTo>
                  <a:lnTo>
                    <a:pt x="11637" y="11736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606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2620799" y="7087632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4" h="12065">
                  <a:moveTo>
                    <a:pt x="7495" y="0"/>
                  </a:moveTo>
                  <a:lnTo>
                    <a:pt x="0" y="791"/>
                  </a:lnTo>
                  <a:lnTo>
                    <a:pt x="0" y="8940"/>
                  </a:lnTo>
                  <a:lnTo>
                    <a:pt x="4144" y="12061"/>
                  </a:lnTo>
                  <a:lnTo>
                    <a:pt x="11638" y="11269"/>
                  </a:lnTo>
                  <a:lnTo>
                    <a:pt x="11638" y="3166"/>
                  </a:lnTo>
                  <a:lnTo>
                    <a:pt x="7495" y="0"/>
                  </a:lnTo>
                  <a:close/>
                </a:path>
              </a:pathLst>
            </a:custGeom>
            <a:solidFill>
              <a:srgbClr val="6267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2032495" y="6527863"/>
              <a:ext cx="1642745" cy="451484"/>
            </a:xfrm>
            <a:custGeom>
              <a:avLst/>
              <a:gdLst/>
              <a:ahLst/>
              <a:cxnLst/>
              <a:rect l="l" t="t" r="r" b="b"/>
              <a:pathLst>
                <a:path w="1642745" h="451484">
                  <a:moveTo>
                    <a:pt x="1039037" y="12484"/>
                  </a:moveTo>
                  <a:lnTo>
                    <a:pt x="1038987" y="787"/>
                  </a:lnTo>
                  <a:lnTo>
                    <a:pt x="0" y="110642"/>
                  </a:lnTo>
                  <a:lnTo>
                    <a:pt x="13639" y="120891"/>
                  </a:lnTo>
                  <a:lnTo>
                    <a:pt x="1039037" y="12484"/>
                  </a:lnTo>
                  <a:close/>
                </a:path>
                <a:path w="1642745" h="451484">
                  <a:moveTo>
                    <a:pt x="1046492" y="0"/>
                  </a:moveTo>
                  <a:lnTo>
                    <a:pt x="1046302" y="0"/>
                  </a:lnTo>
                  <a:lnTo>
                    <a:pt x="1038987" y="787"/>
                  </a:lnTo>
                  <a:lnTo>
                    <a:pt x="1046492" y="0"/>
                  </a:lnTo>
                  <a:close/>
                </a:path>
                <a:path w="1642745" h="451484">
                  <a:moveTo>
                    <a:pt x="1642275" y="449122"/>
                  </a:moveTo>
                  <a:lnTo>
                    <a:pt x="1050632" y="3111"/>
                  </a:lnTo>
                  <a:lnTo>
                    <a:pt x="1050671" y="17691"/>
                  </a:lnTo>
                  <a:lnTo>
                    <a:pt x="1625333" y="450938"/>
                  </a:lnTo>
                  <a:lnTo>
                    <a:pt x="1642275" y="449122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3071727" y="704078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47C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3071493" y="6527854"/>
              <a:ext cx="12065" cy="17780"/>
            </a:xfrm>
            <a:custGeom>
              <a:avLst/>
              <a:gdLst/>
              <a:ahLst/>
              <a:cxnLst/>
              <a:rect l="l" t="t" r="r" b="b"/>
              <a:pathLst>
                <a:path w="12064" h="17779">
                  <a:moveTo>
                    <a:pt x="11666" y="12015"/>
                  </a:moveTo>
                  <a:lnTo>
                    <a:pt x="4144" y="12015"/>
                  </a:lnTo>
                  <a:lnTo>
                    <a:pt x="11684" y="17697"/>
                  </a:lnTo>
                  <a:lnTo>
                    <a:pt x="11666" y="12015"/>
                  </a:lnTo>
                  <a:close/>
                </a:path>
                <a:path w="12064" h="17779">
                  <a:moveTo>
                    <a:pt x="7495" y="0"/>
                  </a:moveTo>
                  <a:lnTo>
                    <a:pt x="0" y="792"/>
                  </a:lnTo>
                  <a:lnTo>
                    <a:pt x="46" y="12481"/>
                  </a:lnTo>
                  <a:lnTo>
                    <a:pt x="4144" y="12015"/>
                  </a:lnTo>
                  <a:lnTo>
                    <a:pt x="11666" y="12015"/>
                  </a:lnTo>
                  <a:lnTo>
                    <a:pt x="11638" y="3120"/>
                  </a:lnTo>
                  <a:lnTo>
                    <a:pt x="7495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2317668" y="7646058"/>
              <a:ext cx="23495" cy="81280"/>
            </a:xfrm>
            <a:custGeom>
              <a:avLst/>
              <a:gdLst/>
              <a:ahLst/>
              <a:cxnLst/>
              <a:rect l="l" t="t" r="r" b="b"/>
              <a:pathLst>
                <a:path w="23494" h="81279">
                  <a:moveTo>
                    <a:pt x="0" y="0"/>
                  </a:moveTo>
                  <a:lnTo>
                    <a:pt x="46" y="63522"/>
                  </a:lnTo>
                  <a:lnTo>
                    <a:pt x="23042" y="80893"/>
                  </a:lnTo>
                  <a:lnTo>
                    <a:pt x="23042" y="17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1968500" y="6899312"/>
              <a:ext cx="288925" cy="168275"/>
            </a:xfrm>
            <a:custGeom>
              <a:avLst/>
              <a:gdLst/>
              <a:ahLst/>
              <a:cxnLst/>
              <a:rect l="l" t="t" r="r" b="b"/>
              <a:pathLst>
                <a:path w="288925" h="168275">
                  <a:moveTo>
                    <a:pt x="26530" y="23418"/>
                  </a:moveTo>
                  <a:lnTo>
                    <a:pt x="26060" y="12954"/>
                  </a:lnTo>
                  <a:lnTo>
                    <a:pt x="26009" y="11772"/>
                  </a:lnTo>
                  <a:lnTo>
                    <a:pt x="0" y="12954"/>
                  </a:lnTo>
                  <a:lnTo>
                    <a:pt x="0" y="24625"/>
                  </a:lnTo>
                  <a:lnTo>
                    <a:pt x="26530" y="23418"/>
                  </a:lnTo>
                  <a:close/>
                </a:path>
                <a:path w="288925" h="168275">
                  <a:moveTo>
                    <a:pt x="38722" y="53276"/>
                  </a:moveTo>
                  <a:lnTo>
                    <a:pt x="36766" y="41808"/>
                  </a:lnTo>
                  <a:lnTo>
                    <a:pt x="0" y="47980"/>
                  </a:lnTo>
                  <a:lnTo>
                    <a:pt x="0" y="59804"/>
                  </a:lnTo>
                  <a:lnTo>
                    <a:pt x="38722" y="53276"/>
                  </a:lnTo>
                  <a:close/>
                </a:path>
                <a:path w="288925" h="168275">
                  <a:moveTo>
                    <a:pt x="50038" y="108877"/>
                  </a:moveTo>
                  <a:lnTo>
                    <a:pt x="45618" y="98120"/>
                  </a:lnTo>
                  <a:lnTo>
                    <a:pt x="2324" y="115912"/>
                  </a:lnTo>
                  <a:lnTo>
                    <a:pt x="6743" y="126669"/>
                  </a:lnTo>
                  <a:lnTo>
                    <a:pt x="50038" y="108877"/>
                  </a:lnTo>
                  <a:close/>
                </a:path>
                <a:path w="288925" h="168275">
                  <a:moveTo>
                    <a:pt x="63817" y="143471"/>
                  </a:moveTo>
                  <a:lnTo>
                    <a:pt x="57899" y="133413"/>
                  </a:lnTo>
                  <a:lnTo>
                    <a:pt x="16941" y="157594"/>
                  </a:lnTo>
                  <a:lnTo>
                    <a:pt x="22847" y="167652"/>
                  </a:lnTo>
                  <a:lnTo>
                    <a:pt x="63817" y="143471"/>
                  </a:lnTo>
                  <a:close/>
                </a:path>
                <a:path w="288925" h="168275">
                  <a:moveTo>
                    <a:pt x="121119" y="19138"/>
                  </a:moveTo>
                  <a:lnTo>
                    <a:pt x="120700" y="9639"/>
                  </a:lnTo>
                  <a:lnTo>
                    <a:pt x="120599" y="7493"/>
                  </a:lnTo>
                  <a:lnTo>
                    <a:pt x="73304" y="9639"/>
                  </a:lnTo>
                  <a:lnTo>
                    <a:pt x="73723" y="19138"/>
                  </a:lnTo>
                  <a:lnTo>
                    <a:pt x="73825" y="21272"/>
                  </a:lnTo>
                  <a:lnTo>
                    <a:pt x="121119" y="19138"/>
                  </a:lnTo>
                  <a:close/>
                </a:path>
                <a:path w="288925" h="168275">
                  <a:moveTo>
                    <a:pt x="128663" y="38138"/>
                  </a:moveTo>
                  <a:lnTo>
                    <a:pt x="126746" y="26682"/>
                  </a:lnTo>
                  <a:lnTo>
                    <a:pt x="81788" y="34226"/>
                  </a:lnTo>
                  <a:lnTo>
                    <a:pt x="83693" y="45720"/>
                  </a:lnTo>
                  <a:lnTo>
                    <a:pt x="128663" y="38138"/>
                  </a:lnTo>
                  <a:close/>
                </a:path>
                <a:path w="288925" h="168275">
                  <a:moveTo>
                    <a:pt x="136664" y="73342"/>
                  </a:moveTo>
                  <a:lnTo>
                    <a:pt x="132283" y="62534"/>
                  </a:lnTo>
                  <a:lnTo>
                    <a:pt x="88950" y="80327"/>
                  </a:lnTo>
                  <a:lnTo>
                    <a:pt x="93370" y="91084"/>
                  </a:lnTo>
                  <a:lnTo>
                    <a:pt x="136664" y="73342"/>
                  </a:lnTo>
                  <a:close/>
                </a:path>
                <a:path w="288925" h="168275">
                  <a:moveTo>
                    <a:pt x="145783" y="95135"/>
                  </a:moveTo>
                  <a:lnTo>
                    <a:pt x="139877" y="85077"/>
                  </a:lnTo>
                  <a:lnTo>
                    <a:pt x="98907" y="109245"/>
                  </a:lnTo>
                  <a:lnTo>
                    <a:pt x="104825" y="119303"/>
                  </a:lnTo>
                  <a:lnTo>
                    <a:pt x="145783" y="95135"/>
                  </a:lnTo>
                  <a:close/>
                </a:path>
                <a:path w="288925" h="168275">
                  <a:moveTo>
                    <a:pt x="218643" y="22999"/>
                  </a:moveTo>
                  <a:lnTo>
                    <a:pt x="216725" y="11544"/>
                  </a:lnTo>
                  <a:lnTo>
                    <a:pt x="215569" y="11747"/>
                  </a:lnTo>
                  <a:lnTo>
                    <a:pt x="215290" y="5346"/>
                  </a:lnTo>
                  <a:lnTo>
                    <a:pt x="215188" y="3213"/>
                  </a:lnTo>
                  <a:lnTo>
                    <a:pt x="167894" y="5346"/>
                  </a:lnTo>
                  <a:lnTo>
                    <a:pt x="168313" y="14846"/>
                  </a:lnTo>
                  <a:lnTo>
                    <a:pt x="168414" y="16992"/>
                  </a:lnTo>
                  <a:lnTo>
                    <a:pt x="190080" y="16014"/>
                  </a:lnTo>
                  <a:lnTo>
                    <a:pt x="171716" y="19088"/>
                  </a:lnTo>
                  <a:lnTo>
                    <a:pt x="173672" y="30594"/>
                  </a:lnTo>
                  <a:lnTo>
                    <a:pt x="218643" y="22999"/>
                  </a:lnTo>
                  <a:close/>
                </a:path>
                <a:path w="288925" h="168275">
                  <a:moveTo>
                    <a:pt x="227761" y="46748"/>
                  </a:moveTo>
                  <a:lnTo>
                    <a:pt x="222618" y="38061"/>
                  </a:lnTo>
                  <a:lnTo>
                    <a:pt x="223342" y="37757"/>
                  </a:lnTo>
                  <a:lnTo>
                    <a:pt x="218922" y="26962"/>
                  </a:lnTo>
                  <a:lnTo>
                    <a:pt x="175577" y="44742"/>
                  </a:lnTo>
                  <a:lnTo>
                    <a:pt x="179997" y="55549"/>
                  </a:lnTo>
                  <a:lnTo>
                    <a:pt x="212750" y="42113"/>
                  </a:lnTo>
                  <a:lnTo>
                    <a:pt x="180835" y="60909"/>
                  </a:lnTo>
                  <a:lnTo>
                    <a:pt x="186753" y="70967"/>
                  </a:lnTo>
                  <a:lnTo>
                    <a:pt x="227761" y="46748"/>
                  </a:lnTo>
                  <a:close/>
                </a:path>
                <a:path w="288925" h="168275">
                  <a:moveTo>
                    <a:pt x="288747" y="10845"/>
                  </a:moveTo>
                  <a:lnTo>
                    <a:pt x="285483" y="0"/>
                  </a:lnTo>
                  <a:lnTo>
                    <a:pt x="262255" y="1066"/>
                  </a:lnTo>
                  <a:lnTo>
                    <a:pt x="262369" y="3860"/>
                  </a:lnTo>
                  <a:lnTo>
                    <a:pt x="261835" y="3949"/>
                  </a:lnTo>
                  <a:lnTo>
                    <a:pt x="262559" y="8267"/>
                  </a:lnTo>
                  <a:lnTo>
                    <a:pt x="262585" y="9080"/>
                  </a:lnTo>
                  <a:lnTo>
                    <a:pt x="262026" y="9309"/>
                  </a:lnTo>
                  <a:lnTo>
                    <a:pt x="262674" y="10909"/>
                  </a:lnTo>
                  <a:lnTo>
                    <a:pt x="262763" y="12712"/>
                  </a:lnTo>
                  <a:lnTo>
                    <a:pt x="263537" y="13944"/>
                  </a:lnTo>
                  <a:lnTo>
                    <a:pt x="263791" y="15405"/>
                  </a:lnTo>
                  <a:lnTo>
                    <a:pt x="264350" y="15316"/>
                  </a:lnTo>
                  <a:lnTo>
                    <a:pt x="264820" y="16129"/>
                  </a:lnTo>
                  <a:lnTo>
                    <a:pt x="266446" y="20066"/>
                  </a:lnTo>
                  <a:lnTo>
                    <a:pt x="267004" y="19837"/>
                  </a:lnTo>
                  <a:lnTo>
                    <a:pt x="268681" y="22669"/>
                  </a:lnTo>
                  <a:lnTo>
                    <a:pt x="288747" y="10845"/>
                  </a:lnTo>
                  <a:close/>
                </a:path>
              </a:pathLst>
            </a:custGeom>
            <a:solidFill>
              <a:srgbClr val="C7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0" name="object 18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75242" y="7419958"/>
              <a:ext cx="196579" cy="497606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75195" y="7312335"/>
              <a:ext cx="120843" cy="70507"/>
            </a:xfrm>
            <a:prstGeom prst="rect">
              <a:avLst/>
            </a:prstGeom>
          </p:spPr>
        </p:pic>
        <p:sp>
          <p:nvSpPr>
            <p:cNvPr id="182" name="object 182"/>
            <p:cNvSpPr/>
            <p:nvPr/>
          </p:nvSpPr>
          <p:spPr>
            <a:xfrm>
              <a:off x="2363147" y="8006280"/>
              <a:ext cx="222885" cy="47625"/>
            </a:xfrm>
            <a:custGeom>
              <a:avLst/>
              <a:gdLst/>
              <a:ahLst/>
              <a:cxnLst/>
              <a:rect l="l" t="t" r="r" b="b"/>
              <a:pathLst>
                <a:path w="222885" h="47625">
                  <a:moveTo>
                    <a:pt x="128803" y="31015"/>
                  </a:moveTo>
                  <a:lnTo>
                    <a:pt x="82533" y="35906"/>
                  </a:lnTo>
                  <a:lnTo>
                    <a:pt x="83743" y="47501"/>
                  </a:lnTo>
                  <a:lnTo>
                    <a:pt x="130013" y="42565"/>
                  </a:lnTo>
                  <a:lnTo>
                    <a:pt x="128803" y="31015"/>
                  </a:lnTo>
                  <a:close/>
                </a:path>
                <a:path w="222885" h="47625">
                  <a:moveTo>
                    <a:pt x="221390" y="21236"/>
                  </a:moveTo>
                  <a:lnTo>
                    <a:pt x="175120" y="26126"/>
                  </a:lnTo>
                  <a:lnTo>
                    <a:pt x="176330" y="37675"/>
                  </a:lnTo>
                  <a:lnTo>
                    <a:pt x="222600" y="32786"/>
                  </a:lnTo>
                  <a:lnTo>
                    <a:pt x="221390" y="21236"/>
                  </a:lnTo>
                  <a:close/>
                </a:path>
                <a:path w="222885" h="47625">
                  <a:moveTo>
                    <a:pt x="7029" y="0"/>
                  </a:moveTo>
                  <a:lnTo>
                    <a:pt x="0" y="9314"/>
                  </a:lnTo>
                  <a:lnTo>
                    <a:pt x="10149" y="16951"/>
                  </a:lnTo>
                  <a:lnTo>
                    <a:pt x="17178" y="7637"/>
                  </a:lnTo>
                  <a:lnTo>
                    <a:pt x="7029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2632810" y="8017690"/>
              <a:ext cx="45720" cy="16510"/>
            </a:xfrm>
            <a:custGeom>
              <a:avLst/>
              <a:gdLst/>
              <a:ahLst/>
              <a:cxnLst/>
              <a:rect l="l" t="t" r="r" b="b"/>
              <a:pathLst>
                <a:path w="45719" h="16509">
                  <a:moveTo>
                    <a:pt x="44315" y="0"/>
                  </a:moveTo>
                  <a:lnTo>
                    <a:pt x="0" y="4704"/>
                  </a:lnTo>
                  <a:lnTo>
                    <a:pt x="0" y="16393"/>
                  </a:lnTo>
                  <a:lnTo>
                    <a:pt x="45525" y="11596"/>
                  </a:lnTo>
                  <a:lnTo>
                    <a:pt x="44315" y="0"/>
                  </a:lnTo>
                  <a:close/>
                </a:path>
              </a:pathLst>
            </a:custGeom>
            <a:solidFill>
              <a:srgbClr val="A3B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2632810" y="8022394"/>
              <a:ext cx="0" cy="12065"/>
            </a:xfrm>
            <a:custGeom>
              <a:avLst/>
              <a:gdLst/>
              <a:ahLst/>
              <a:cxnLst/>
              <a:rect l="l" t="t" r="r" b="b"/>
              <a:pathLst>
                <a:path h="12065">
                  <a:moveTo>
                    <a:pt x="0" y="0"/>
                  </a:moveTo>
                  <a:lnTo>
                    <a:pt x="0" y="116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BB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2630808" y="8022394"/>
              <a:ext cx="2540" cy="12065"/>
            </a:xfrm>
            <a:custGeom>
              <a:avLst/>
              <a:gdLst/>
              <a:ahLst/>
              <a:cxnLst/>
              <a:rect l="l" t="t" r="r" b="b"/>
              <a:pathLst>
                <a:path w="2539" h="12065">
                  <a:moveTo>
                    <a:pt x="2001" y="0"/>
                  </a:moveTo>
                  <a:lnTo>
                    <a:pt x="0" y="232"/>
                  </a:lnTo>
                  <a:lnTo>
                    <a:pt x="1256" y="11781"/>
                  </a:lnTo>
                  <a:lnTo>
                    <a:pt x="2001" y="11689"/>
                  </a:lnTo>
                  <a:lnTo>
                    <a:pt x="2001" y="0"/>
                  </a:lnTo>
                  <a:close/>
                </a:path>
              </a:pathLst>
            </a:custGeom>
            <a:solidFill>
              <a:srgbClr val="9CA4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2723395" y="7978571"/>
              <a:ext cx="325755" cy="46355"/>
            </a:xfrm>
            <a:custGeom>
              <a:avLst/>
              <a:gdLst/>
              <a:ahLst/>
              <a:cxnLst/>
              <a:rect l="l" t="t" r="r" b="b"/>
              <a:pathLst>
                <a:path w="325755" h="46354">
                  <a:moveTo>
                    <a:pt x="46316" y="29339"/>
                  </a:moveTo>
                  <a:lnTo>
                    <a:pt x="0" y="34229"/>
                  </a:lnTo>
                  <a:lnTo>
                    <a:pt x="1257" y="45825"/>
                  </a:lnTo>
                  <a:lnTo>
                    <a:pt x="47527" y="40934"/>
                  </a:lnTo>
                  <a:lnTo>
                    <a:pt x="46316" y="29339"/>
                  </a:lnTo>
                  <a:close/>
                </a:path>
                <a:path w="325755" h="46354">
                  <a:moveTo>
                    <a:pt x="138904" y="19559"/>
                  </a:moveTo>
                  <a:lnTo>
                    <a:pt x="92588" y="24448"/>
                  </a:lnTo>
                  <a:lnTo>
                    <a:pt x="93798" y="36045"/>
                  </a:lnTo>
                  <a:lnTo>
                    <a:pt x="140115" y="31155"/>
                  </a:lnTo>
                  <a:lnTo>
                    <a:pt x="138904" y="19559"/>
                  </a:lnTo>
                  <a:close/>
                </a:path>
                <a:path w="325755" h="46354">
                  <a:moveTo>
                    <a:pt x="231491" y="9778"/>
                  </a:moveTo>
                  <a:lnTo>
                    <a:pt x="185174" y="14669"/>
                  </a:lnTo>
                  <a:lnTo>
                    <a:pt x="186385" y="26264"/>
                  </a:lnTo>
                  <a:lnTo>
                    <a:pt x="232702" y="21328"/>
                  </a:lnTo>
                  <a:lnTo>
                    <a:pt x="231491" y="9778"/>
                  </a:lnTo>
                  <a:close/>
                </a:path>
                <a:path w="325755" h="46354">
                  <a:moveTo>
                    <a:pt x="324032" y="0"/>
                  </a:moveTo>
                  <a:lnTo>
                    <a:pt x="277761" y="4889"/>
                  </a:lnTo>
                  <a:lnTo>
                    <a:pt x="278972" y="16438"/>
                  </a:lnTo>
                  <a:lnTo>
                    <a:pt x="325288" y="11549"/>
                  </a:lnTo>
                  <a:lnTo>
                    <a:pt x="324032" y="0"/>
                  </a:lnTo>
                  <a:close/>
                </a:path>
              </a:pathLst>
            </a:custGeom>
            <a:solidFill>
              <a:srgbClr val="A3B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2288807" y="7950210"/>
              <a:ext cx="37465" cy="37465"/>
            </a:xfrm>
            <a:custGeom>
              <a:avLst/>
              <a:gdLst/>
              <a:ahLst/>
              <a:cxnLst/>
              <a:rect l="l" t="t" r="r" b="b"/>
              <a:pathLst>
                <a:path w="37464" h="37465">
                  <a:moveTo>
                    <a:pt x="6982" y="0"/>
                  </a:moveTo>
                  <a:lnTo>
                    <a:pt x="0" y="9314"/>
                  </a:lnTo>
                  <a:lnTo>
                    <a:pt x="37193" y="37349"/>
                  </a:lnTo>
                  <a:lnTo>
                    <a:pt x="10148" y="16951"/>
                  </a:lnTo>
                  <a:lnTo>
                    <a:pt x="17131" y="7637"/>
                  </a:lnTo>
                  <a:lnTo>
                    <a:pt x="6982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3093745" y="7949185"/>
              <a:ext cx="233045" cy="36195"/>
            </a:xfrm>
            <a:custGeom>
              <a:avLst/>
              <a:gdLst/>
              <a:ahLst/>
              <a:cxnLst/>
              <a:rect l="l" t="t" r="r" b="b"/>
              <a:pathLst>
                <a:path w="233045" h="36195">
                  <a:moveTo>
                    <a:pt x="46269" y="19559"/>
                  </a:moveTo>
                  <a:lnTo>
                    <a:pt x="0" y="24450"/>
                  </a:lnTo>
                  <a:lnTo>
                    <a:pt x="1210" y="36046"/>
                  </a:lnTo>
                  <a:lnTo>
                    <a:pt x="47527" y="31155"/>
                  </a:lnTo>
                  <a:lnTo>
                    <a:pt x="46269" y="19559"/>
                  </a:lnTo>
                  <a:close/>
                </a:path>
                <a:path w="233045" h="36195">
                  <a:moveTo>
                    <a:pt x="138856" y="9780"/>
                  </a:moveTo>
                  <a:lnTo>
                    <a:pt x="92586" y="14669"/>
                  </a:lnTo>
                  <a:lnTo>
                    <a:pt x="93797" y="26266"/>
                  </a:lnTo>
                  <a:lnTo>
                    <a:pt x="140114" y="21376"/>
                  </a:lnTo>
                  <a:lnTo>
                    <a:pt x="138856" y="9780"/>
                  </a:lnTo>
                  <a:close/>
                </a:path>
                <a:path w="233045" h="36195">
                  <a:moveTo>
                    <a:pt x="231444" y="0"/>
                  </a:moveTo>
                  <a:lnTo>
                    <a:pt x="185173" y="4890"/>
                  </a:lnTo>
                  <a:lnTo>
                    <a:pt x="186383" y="16485"/>
                  </a:lnTo>
                  <a:lnTo>
                    <a:pt x="232700" y="11596"/>
                  </a:lnTo>
                  <a:lnTo>
                    <a:pt x="231444" y="0"/>
                  </a:lnTo>
                  <a:close/>
                </a:path>
              </a:pathLst>
            </a:custGeom>
            <a:solidFill>
              <a:srgbClr val="A3B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3383982" y="7939406"/>
              <a:ext cx="35560" cy="13970"/>
            </a:xfrm>
            <a:custGeom>
              <a:avLst/>
              <a:gdLst/>
              <a:ahLst/>
              <a:cxnLst/>
              <a:rect l="l" t="t" r="r" b="b"/>
              <a:pathLst>
                <a:path w="35560" h="13970">
                  <a:moveTo>
                    <a:pt x="33794" y="0"/>
                  </a:moveTo>
                  <a:lnTo>
                    <a:pt x="0" y="3538"/>
                  </a:lnTo>
                  <a:lnTo>
                    <a:pt x="13638" y="13830"/>
                  </a:lnTo>
                  <a:lnTo>
                    <a:pt x="35051" y="11549"/>
                  </a:lnTo>
                  <a:lnTo>
                    <a:pt x="33794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3371926" y="7948440"/>
              <a:ext cx="8890" cy="7620"/>
            </a:xfrm>
            <a:custGeom>
              <a:avLst/>
              <a:gdLst/>
              <a:ahLst/>
              <a:cxnLst/>
              <a:rect l="l" t="t" r="r" b="b"/>
              <a:pathLst>
                <a:path w="8889" h="7620">
                  <a:moveTo>
                    <a:pt x="0" y="0"/>
                  </a:moveTo>
                  <a:lnTo>
                    <a:pt x="791" y="7405"/>
                  </a:lnTo>
                  <a:lnTo>
                    <a:pt x="8704" y="65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B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3371926" y="7948440"/>
              <a:ext cx="8890" cy="6985"/>
            </a:xfrm>
            <a:custGeom>
              <a:avLst/>
              <a:gdLst/>
              <a:ahLst/>
              <a:cxnLst/>
              <a:rect l="l" t="t" r="r" b="b"/>
              <a:pathLst>
                <a:path w="8889" h="6984">
                  <a:moveTo>
                    <a:pt x="0" y="0"/>
                  </a:moveTo>
                  <a:lnTo>
                    <a:pt x="8704" y="65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4AD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3383982" y="7942944"/>
              <a:ext cx="13970" cy="10795"/>
            </a:xfrm>
            <a:custGeom>
              <a:avLst/>
              <a:gdLst/>
              <a:ahLst/>
              <a:cxnLst/>
              <a:rect l="l" t="t" r="r" b="b"/>
              <a:pathLst>
                <a:path w="13970" h="10795">
                  <a:moveTo>
                    <a:pt x="0" y="0"/>
                  </a:moveTo>
                  <a:lnTo>
                    <a:pt x="13638" y="10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AC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3371507" y="7942991"/>
              <a:ext cx="26670" cy="12065"/>
            </a:xfrm>
            <a:custGeom>
              <a:avLst/>
              <a:gdLst/>
              <a:ahLst/>
              <a:cxnLst/>
              <a:rect l="l" t="t" r="r" b="b"/>
              <a:pathLst>
                <a:path w="26670" h="12065">
                  <a:moveTo>
                    <a:pt x="12475" y="0"/>
                  </a:moveTo>
                  <a:lnTo>
                    <a:pt x="0" y="1304"/>
                  </a:lnTo>
                  <a:lnTo>
                    <a:pt x="419" y="5448"/>
                  </a:lnTo>
                  <a:lnTo>
                    <a:pt x="9169" y="12015"/>
                  </a:lnTo>
                  <a:lnTo>
                    <a:pt x="26113" y="10245"/>
                  </a:lnTo>
                  <a:lnTo>
                    <a:pt x="12475" y="0"/>
                  </a:lnTo>
                  <a:close/>
                </a:path>
              </a:pathLst>
            </a:custGeom>
            <a:solidFill>
              <a:srgbClr val="95A4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3426435" y="7917564"/>
              <a:ext cx="55244" cy="28575"/>
            </a:xfrm>
            <a:custGeom>
              <a:avLst/>
              <a:gdLst/>
              <a:ahLst/>
              <a:cxnLst/>
              <a:rect l="l" t="t" r="r" b="b"/>
              <a:pathLst>
                <a:path w="55245" h="28575">
                  <a:moveTo>
                    <a:pt x="0" y="0"/>
                  </a:moveTo>
                  <a:lnTo>
                    <a:pt x="36075" y="27242"/>
                  </a:lnTo>
                  <a:lnTo>
                    <a:pt x="38403" y="24169"/>
                  </a:lnTo>
                  <a:lnTo>
                    <a:pt x="38868" y="28500"/>
                  </a:lnTo>
                  <a:lnTo>
                    <a:pt x="54881" y="26823"/>
                  </a:lnTo>
                  <a:lnTo>
                    <a:pt x="48039" y="21654"/>
                  </a:lnTo>
                  <a:lnTo>
                    <a:pt x="43988" y="26358"/>
                  </a:lnTo>
                  <a:lnTo>
                    <a:pt x="35191" y="18766"/>
                  </a:lnTo>
                  <a:lnTo>
                    <a:pt x="38728" y="14622"/>
                  </a:lnTo>
                  <a:lnTo>
                    <a:pt x="37518" y="13737"/>
                  </a:lnTo>
                  <a:lnTo>
                    <a:pt x="30535" y="230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3461627" y="7932187"/>
              <a:ext cx="13335" cy="12065"/>
            </a:xfrm>
            <a:custGeom>
              <a:avLst/>
              <a:gdLst/>
              <a:ahLst/>
              <a:cxnLst/>
              <a:rect l="l" t="t" r="r" b="b"/>
              <a:pathLst>
                <a:path w="13335" h="12065">
                  <a:moveTo>
                    <a:pt x="3536" y="0"/>
                  </a:moveTo>
                  <a:lnTo>
                    <a:pt x="0" y="4144"/>
                  </a:lnTo>
                  <a:lnTo>
                    <a:pt x="8797" y="11736"/>
                  </a:lnTo>
                  <a:lnTo>
                    <a:pt x="12847" y="7031"/>
                  </a:lnTo>
                  <a:lnTo>
                    <a:pt x="3536" y="0"/>
                  </a:lnTo>
                  <a:close/>
                </a:path>
              </a:pathLst>
            </a:custGeom>
            <a:solidFill>
              <a:srgbClr val="ABA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3426435" y="7908296"/>
              <a:ext cx="38100" cy="32384"/>
            </a:xfrm>
            <a:custGeom>
              <a:avLst/>
              <a:gdLst/>
              <a:ahLst/>
              <a:cxnLst/>
              <a:rect l="l" t="t" r="r" b="b"/>
              <a:pathLst>
                <a:path w="38100" h="32384">
                  <a:moveTo>
                    <a:pt x="6982" y="0"/>
                  </a:moveTo>
                  <a:lnTo>
                    <a:pt x="0" y="9268"/>
                  </a:lnTo>
                  <a:lnTo>
                    <a:pt x="30535" y="32320"/>
                  </a:lnTo>
                  <a:lnTo>
                    <a:pt x="37518" y="23006"/>
                  </a:lnTo>
                  <a:lnTo>
                    <a:pt x="6982" y="0"/>
                  </a:lnTo>
                  <a:close/>
                </a:path>
              </a:pathLst>
            </a:custGeom>
            <a:solidFill>
              <a:srgbClr val="BBD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2219449" y="7874114"/>
              <a:ext cx="314960" cy="41910"/>
            </a:xfrm>
            <a:custGeom>
              <a:avLst/>
              <a:gdLst/>
              <a:ahLst/>
              <a:cxnLst/>
              <a:rect l="l" t="t" r="r" b="b"/>
              <a:pathLst>
                <a:path w="314960" h="41909">
                  <a:moveTo>
                    <a:pt x="35563" y="29339"/>
                  </a:moveTo>
                  <a:lnTo>
                    <a:pt x="21087" y="30876"/>
                  </a:lnTo>
                  <a:lnTo>
                    <a:pt x="21087" y="34415"/>
                  </a:lnTo>
                  <a:lnTo>
                    <a:pt x="30582" y="41587"/>
                  </a:lnTo>
                  <a:lnTo>
                    <a:pt x="36774" y="40934"/>
                  </a:lnTo>
                  <a:lnTo>
                    <a:pt x="35563" y="29339"/>
                  </a:lnTo>
                  <a:close/>
                </a:path>
                <a:path w="314960" h="41909">
                  <a:moveTo>
                    <a:pt x="9448" y="32086"/>
                  </a:moveTo>
                  <a:lnTo>
                    <a:pt x="0" y="33111"/>
                  </a:lnTo>
                  <a:lnTo>
                    <a:pt x="9448" y="40238"/>
                  </a:lnTo>
                  <a:lnTo>
                    <a:pt x="9448" y="32086"/>
                  </a:lnTo>
                  <a:close/>
                </a:path>
                <a:path w="314960" h="41909">
                  <a:moveTo>
                    <a:pt x="128150" y="19559"/>
                  </a:moveTo>
                  <a:lnTo>
                    <a:pt x="81880" y="24448"/>
                  </a:lnTo>
                  <a:lnTo>
                    <a:pt x="83091" y="36045"/>
                  </a:lnTo>
                  <a:lnTo>
                    <a:pt x="129360" y="31155"/>
                  </a:lnTo>
                  <a:lnTo>
                    <a:pt x="128150" y="19559"/>
                  </a:lnTo>
                  <a:close/>
                </a:path>
                <a:path w="314960" h="41909">
                  <a:moveTo>
                    <a:pt x="194204" y="12574"/>
                  </a:moveTo>
                  <a:lnTo>
                    <a:pt x="174467" y="14669"/>
                  </a:lnTo>
                  <a:lnTo>
                    <a:pt x="175677" y="26264"/>
                  </a:lnTo>
                  <a:lnTo>
                    <a:pt x="194204" y="24263"/>
                  </a:lnTo>
                  <a:lnTo>
                    <a:pt x="194204" y="12574"/>
                  </a:lnTo>
                  <a:close/>
                </a:path>
                <a:path w="314960" h="41909">
                  <a:moveTo>
                    <a:pt x="220738" y="9778"/>
                  </a:moveTo>
                  <a:lnTo>
                    <a:pt x="205842" y="11362"/>
                  </a:lnTo>
                  <a:lnTo>
                    <a:pt x="205842" y="23051"/>
                  </a:lnTo>
                  <a:lnTo>
                    <a:pt x="221949" y="21328"/>
                  </a:lnTo>
                  <a:lnTo>
                    <a:pt x="220738" y="9778"/>
                  </a:lnTo>
                  <a:close/>
                </a:path>
                <a:path w="314960" h="41909">
                  <a:moveTo>
                    <a:pt x="313325" y="0"/>
                  </a:moveTo>
                  <a:lnTo>
                    <a:pt x="267008" y="4889"/>
                  </a:lnTo>
                  <a:lnTo>
                    <a:pt x="268265" y="16438"/>
                  </a:lnTo>
                  <a:lnTo>
                    <a:pt x="314535" y="11549"/>
                  </a:lnTo>
                  <a:lnTo>
                    <a:pt x="313325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3352049" y="7861493"/>
              <a:ext cx="44450" cy="28575"/>
            </a:xfrm>
            <a:custGeom>
              <a:avLst/>
              <a:gdLst/>
              <a:ahLst/>
              <a:cxnLst/>
              <a:rect l="l" t="t" r="r" b="b"/>
              <a:pathLst>
                <a:path w="44450" h="28575">
                  <a:moveTo>
                    <a:pt x="45" y="0"/>
                  </a:moveTo>
                  <a:lnTo>
                    <a:pt x="37193" y="28035"/>
                  </a:lnTo>
                  <a:lnTo>
                    <a:pt x="44221" y="18768"/>
                  </a:lnTo>
                  <a:lnTo>
                    <a:pt x="37565" y="13784"/>
                  </a:lnTo>
                  <a:lnTo>
                    <a:pt x="30582" y="2305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3352095" y="7852226"/>
              <a:ext cx="38100" cy="32384"/>
            </a:xfrm>
            <a:custGeom>
              <a:avLst/>
              <a:gdLst/>
              <a:ahLst/>
              <a:cxnLst/>
              <a:rect l="l" t="t" r="r" b="b"/>
              <a:pathLst>
                <a:path w="38100" h="32384">
                  <a:moveTo>
                    <a:pt x="6982" y="0"/>
                  </a:moveTo>
                  <a:lnTo>
                    <a:pt x="0" y="9267"/>
                  </a:lnTo>
                  <a:lnTo>
                    <a:pt x="30537" y="32320"/>
                  </a:lnTo>
                  <a:lnTo>
                    <a:pt x="37519" y="23051"/>
                  </a:lnTo>
                  <a:lnTo>
                    <a:pt x="6982" y="0"/>
                  </a:lnTo>
                  <a:close/>
                </a:path>
              </a:pathLst>
            </a:custGeom>
            <a:solidFill>
              <a:srgbClr val="BBD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2579044" y="7864753"/>
              <a:ext cx="42545" cy="16510"/>
            </a:xfrm>
            <a:custGeom>
              <a:avLst/>
              <a:gdLst/>
              <a:ahLst/>
              <a:cxnLst/>
              <a:rect l="l" t="t" r="r" b="b"/>
              <a:pathLst>
                <a:path w="42544" h="16509">
                  <a:moveTo>
                    <a:pt x="42081" y="0"/>
                  </a:moveTo>
                  <a:lnTo>
                    <a:pt x="0" y="4424"/>
                  </a:lnTo>
                  <a:lnTo>
                    <a:pt x="1257" y="16019"/>
                  </a:lnTo>
                  <a:lnTo>
                    <a:pt x="42081" y="11689"/>
                  </a:lnTo>
                  <a:lnTo>
                    <a:pt x="42081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2621126" y="7864753"/>
              <a:ext cx="0" cy="12065"/>
            </a:xfrm>
            <a:custGeom>
              <a:avLst/>
              <a:gdLst/>
              <a:ahLst/>
              <a:cxnLst/>
              <a:rect l="l" t="t" r="r" b="b"/>
              <a:pathLst>
                <a:path h="12065">
                  <a:moveTo>
                    <a:pt x="0" y="0"/>
                  </a:moveTo>
                  <a:lnTo>
                    <a:pt x="0" y="116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BB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2621126" y="7864287"/>
              <a:ext cx="5715" cy="12700"/>
            </a:xfrm>
            <a:custGeom>
              <a:avLst/>
              <a:gdLst/>
              <a:ahLst/>
              <a:cxnLst/>
              <a:rect l="l" t="t" r="r" b="b"/>
              <a:pathLst>
                <a:path w="5714" h="12700">
                  <a:moveTo>
                    <a:pt x="4235" y="0"/>
                  </a:moveTo>
                  <a:lnTo>
                    <a:pt x="0" y="466"/>
                  </a:lnTo>
                  <a:lnTo>
                    <a:pt x="0" y="12155"/>
                  </a:lnTo>
                  <a:lnTo>
                    <a:pt x="5445" y="11596"/>
                  </a:lnTo>
                  <a:lnTo>
                    <a:pt x="4235" y="0"/>
                  </a:lnTo>
                  <a:close/>
                </a:path>
              </a:pathLst>
            </a:custGeom>
            <a:solidFill>
              <a:srgbClr val="9CA4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2671632" y="7825168"/>
              <a:ext cx="325755" cy="46355"/>
            </a:xfrm>
            <a:custGeom>
              <a:avLst/>
              <a:gdLst/>
              <a:ahLst/>
              <a:cxnLst/>
              <a:rect l="l" t="t" r="r" b="b"/>
              <a:pathLst>
                <a:path w="325755" h="46354">
                  <a:moveTo>
                    <a:pt x="46316" y="29339"/>
                  </a:moveTo>
                  <a:lnTo>
                    <a:pt x="0" y="34229"/>
                  </a:lnTo>
                  <a:lnTo>
                    <a:pt x="1256" y="45825"/>
                  </a:lnTo>
                  <a:lnTo>
                    <a:pt x="47527" y="40935"/>
                  </a:lnTo>
                  <a:lnTo>
                    <a:pt x="46316" y="29339"/>
                  </a:lnTo>
                  <a:close/>
                </a:path>
                <a:path w="325755" h="46354">
                  <a:moveTo>
                    <a:pt x="138903" y="19559"/>
                  </a:moveTo>
                  <a:lnTo>
                    <a:pt x="92586" y="24448"/>
                  </a:lnTo>
                  <a:lnTo>
                    <a:pt x="93844" y="36045"/>
                  </a:lnTo>
                  <a:lnTo>
                    <a:pt x="140114" y="31108"/>
                  </a:lnTo>
                  <a:lnTo>
                    <a:pt x="138903" y="19559"/>
                  </a:lnTo>
                  <a:close/>
                </a:path>
                <a:path w="325755" h="46354">
                  <a:moveTo>
                    <a:pt x="231491" y="9780"/>
                  </a:moveTo>
                  <a:lnTo>
                    <a:pt x="185173" y="14669"/>
                  </a:lnTo>
                  <a:lnTo>
                    <a:pt x="186430" y="26219"/>
                  </a:lnTo>
                  <a:lnTo>
                    <a:pt x="232700" y="21329"/>
                  </a:lnTo>
                  <a:lnTo>
                    <a:pt x="231491" y="9780"/>
                  </a:lnTo>
                  <a:close/>
                </a:path>
                <a:path w="325755" h="46354">
                  <a:moveTo>
                    <a:pt x="324078" y="0"/>
                  </a:moveTo>
                  <a:lnTo>
                    <a:pt x="277761" y="4889"/>
                  </a:lnTo>
                  <a:lnTo>
                    <a:pt x="278972" y="16438"/>
                  </a:lnTo>
                  <a:lnTo>
                    <a:pt x="325288" y="11549"/>
                  </a:lnTo>
                  <a:lnTo>
                    <a:pt x="324078" y="0"/>
                  </a:lnTo>
                  <a:close/>
                </a:path>
              </a:pathLst>
            </a:custGeom>
            <a:solidFill>
              <a:srgbClr val="A3B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3277708" y="7805469"/>
              <a:ext cx="44450" cy="28575"/>
            </a:xfrm>
            <a:custGeom>
              <a:avLst/>
              <a:gdLst/>
              <a:ahLst/>
              <a:cxnLst/>
              <a:rect l="l" t="t" r="r" b="b"/>
              <a:pathLst>
                <a:path w="44450" h="28575">
                  <a:moveTo>
                    <a:pt x="0" y="0"/>
                  </a:moveTo>
                  <a:lnTo>
                    <a:pt x="37193" y="28035"/>
                  </a:lnTo>
                  <a:lnTo>
                    <a:pt x="44175" y="18721"/>
                  </a:lnTo>
                  <a:lnTo>
                    <a:pt x="37566" y="13737"/>
                  </a:lnTo>
                  <a:lnTo>
                    <a:pt x="30584" y="23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3277708" y="7800299"/>
              <a:ext cx="38100" cy="28575"/>
            </a:xfrm>
            <a:custGeom>
              <a:avLst/>
              <a:gdLst/>
              <a:ahLst/>
              <a:cxnLst/>
              <a:rect l="l" t="t" r="r" b="b"/>
              <a:pathLst>
                <a:path w="38100" h="28575">
                  <a:moveTo>
                    <a:pt x="12476" y="0"/>
                  </a:moveTo>
                  <a:lnTo>
                    <a:pt x="7541" y="4704"/>
                  </a:lnTo>
                  <a:lnTo>
                    <a:pt x="3491" y="513"/>
                  </a:lnTo>
                  <a:lnTo>
                    <a:pt x="0" y="5170"/>
                  </a:lnTo>
                  <a:lnTo>
                    <a:pt x="30584" y="28174"/>
                  </a:lnTo>
                  <a:lnTo>
                    <a:pt x="37566" y="18907"/>
                  </a:lnTo>
                  <a:lnTo>
                    <a:pt x="12476" y="0"/>
                  </a:lnTo>
                  <a:close/>
                </a:path>
              </a:pathLst>
            </a:custGeom>
            <a:solidFill>
              <a:srgbClr val="BBD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3281199" y="7796155"/>
              <a:ext cx="9525" cy="8890"/>
            </a:xfrm>
            <a:custGeom>
              <a:avLst/>
              <a:gdLst/>
              <a:ahLst/>
              <a:cxnLst/>
              <a:rect l="l" t="t" r="r" b="b"/>
              <a:pathLst>
                <a:path w="9525" h="8890">
                  <a:moveTo>
                    <a:pt x="3538" y="0"/>
                  </a:moveTo>
                  <a:lnTo>
                    <a:pt x="0" y="4657"/>
                  </a:lnTo>
                  <a:lnTo>
                    <a:pt x="4050" y="8848"/>
                  </a:lnTo>
                  <a:lnTo>
                    <a:pt x="8985" y="4144"/>
                  </a:lnTo>
                  <a:lnTo>
                    <a:pt x="3538" y="0"/>
                  </a:lnTo>
                  <a:close/>
                </a:path>
              </a:pathLst>
            </a:custGeom>
            <a:solidFill>
              <a:srgbClr val="C1B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3041981" y="7805562"/>
              <a:ext cx="140335" cy="26670"/>
            </a:xfrm>
            <a:custGeom>
              <a:avLst/>
              <a:gdLst/>
              <a:ahLst/>
              <a:cxnLst/>
              <a:rect l="l" t="t" r="r" b="b"/>
              <a:pathLst>
                <a:path w="140335" h="26670">
                  <a:moveTo>
                    <a:pt x="46316" y="9780"/>
                  </a:moveTo>
                  <a:lnTo>
                    <a:pt x="0" y="14669"/>
                  </a:lnTo>
                  <a:lnTo>
                    <a:pt x="1210" y="26266"/>
                  </a:lnTo>
                  <a:lnTo>
                    <a:pt x="47527" y="21375"/>
                  </a:lnTo>
                  <a:lnTo>
                    <a:pt x="46316" y="9780"/>
                  </a:lnTo>
                  <a:close/>
                </a:path>
                <a:path w="140335" h="26670">
                  <a:moveTo>
                    <a:pt x="138857" y="0"/>
                  </a:moveTo>
                  <a:lnTo>
                    <a:pt x="92588" y="4889"/>
                  </a:lnTo>
                  <a:lnTo>
                    <a:pt x="93798" y="16485"/>
                  </a:lnTo>
                  <a:lnTo>
                    <a:pt x="140115" y="11596"/>
                  </a:lnTo>
                  <a:lnTo>
                    <a:pt x="138857" y="0"/>
                  </a:lnTo>
                  <a:close/>
                </a:path>
              </a:pathLst>
            </a:custGeom>
            <a:solidFill>
              <a:srgbClr val="A3BF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3227156" y="7795781"/>
              <a:ext cx="47625" cy="16510"/>
            </a:xfrm>
            <a:custGeom>
              <a:avLst/>
              <a:gdLst/>
              <a:ahLst/>
              <a:cxnLst/>
              <a:rect l="l" t="t" r="r" b="b"/>
              <a:pathLst>
                <a:path w="47625" h="16509">
                  <a:moveTo>
                    <a:pt x="46269" y="0"/>
                  </a:moveTo>
                  <a:lnTo>
                    <a:pt x="0" y="4890"/>
                  </a:lnTo>
                  <a:lnTo>
                    <a:pt x="1210" y="16485"/>
                  </a:lnTo>
                  <a:lnTo>
                    <a:pt x="47527" y="11596"/>
                  </a:lnTo>
                  <a:lnTo>
                    <a:pt x="46269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2380325" y="8013918"/>
              <a:ext cx="37465" cy="37465"/>
            </a:xfrm>
            <a:custGeom>
              <a:avLst/>
              <a:gdLst/>
              <a:ahLst/>
              <a:cxnLst/>
              <a:rect l="l" t="t" r="r" b="b"/>
              <a:pathLst>
                <a:path w="37464" h="37465">
                  <a:moveTo>
                    <a:pt x="0" y="0"/>
                  </a:moveTo>
                  <a:lnTo>
                    <a:pt x="26997" y="20397"/>
                  </a:lnTo>
                  <a:lnTo>
                    <a:pt x="20015" y="29665"/>
                  </a:lnTo>
                  <a:lnTo>
                    <a:pt x="30163" y="37349"/>
                  </a:lnTo>
                  <a:lnTo>
                    <a:pt x="37146" y="28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2228712" y="7400073"/>
              <a:ext cx="179705" cy="137795"/>
            </a:xfrm>
            <a:custGeom>
              <a:avLst/>
              <a:gdLst/>
              <a:ahLst/>
              <a:cxnLst/>
              <a:rect l="l" t="t" r="r" b="b"/>
              <a:pathLst>
                <a:path w="179705" h="137795">
                  <a:moveTo>
                    <a:pt x="158036" y="112142"/>
                  </a:moveTo>
                  <a:lnTo>
                    <a:pt x="151006" y="121456"/>
                  </a:lnTo>
                  <a:lnTo>
                    <a:pt x="172497" y="137636"/>
                  </a:lnTo>
                  <a:lnTo>
                    <a:pt x="179495" y="128301"/>
                  </a:lnTo>
                  <a:lnTo>
                    <a:pt x="158036" y="112142"/>
                  </a:lnTo>
                  <a:close/>
                </a:path>
                <a:path w="179705" h="137795">
                  <a:moveTo>
                    <a:pt x="83649" y="56071"/>
                  </a:moveTo>
                  <a:lnTo>
                    <a:pt x="76667" y="65384"/>
                  </a:lnTo>
                  <a:lnTo>
                    <a:pt x="98119" y="81555"/>
                  </a:lnTo>
                  <a:lnTo>
                    <a:pt x="105156" y="72278"/>
                  </a:lnTo>
                  <a:lnTo>
                    <a:pt x="83649" y="56071"/>
                  </a:lnTo>
                  <a:close/>
                </a:path>
                <a:path w="179705" h="137795">
                  <a:moveTo>
                    <a:pt x="11637" y="37396"/>
                  </a:moveTo>
                  <a:lnTo>
                    <a:pt x="0" y="37396"/>
                  </a:lnTo>
                  <a:lnTo>
                    <a:pt x="45" y="83967"/>
                  </a:lnTo>
                  <a:lnTo>
                    <a:pt x="11683" y="83967"/>
                  </a:lnTo>
                  <a:lnTo>
                    <a:pt x="11637" y="37396"/>
                  </a:lnTo>
                  <a:close/>
                </a:path>
                <a:path w="179705" h="137795">
                  <a:moveTo>
                    <a:pt x="9309" y="0"/>
                  </a:moveTo>
                  <a:lnTo>
                    <a:pt x="2326" y="9314"/>
                  </a:lnTo>
                  <a:lnTo>
                    <a:pt x="23800" y="25520"/>
                  </a:lnTo>
                  <a:lnTo>
                    <a:pt x="30815" y="16206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2373295" y="8013918"/>
              <a:ext cx="34290" cy="29845"/>
            </a:xfrm>
            <a:custGeom>
              <a:avLst/>
              <a:gdLst/>
              <a:ahLst/>
              <a:cxnLst/>
              <a:rect l="l" t="t" r="r" b="b"/>
              <a:pathLst>
                <a:path w="34289" h="29845">
                  <a:moveTo>
                    <a:pt x="7029" y="0"/>
                  </a:moveTo>
                  <a:lnTo>
                    <a:pt x="0" y="9314"/>
                  </a:lnTo>
                  <a:lnTo>
                    <a:pt x="27044" y="29665"/>
                  </a:lnTo>
                  <a:lnTo>
                    <a:pt x="34027" y="20397"/>
                  </a:lnTo>
                  <a:lnTo>
                    <a:pt x="7029" y="0"/>
                  </a:lnTo>
                  <a:close/>
                </a:path>
              </a:pathLst>
            </a:custGeom>
            <a:solidFill>
              <a:srgbClr val="C1D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2326001" y="7964553"/>
              <a:ext cx="99695" cy="46990"/>
            </a:xfrm>
            <a:custGeom>
              <a:avLst/>
              <a:gdLst/>
              <a:ahLst/>
              <a:cxnLst/>
              <a:rect l="l" t="t" r="r" b="b"/>
              <a:pathLst>
                <a:path w="99694" h="46990">
                  <a:moveTo>
                    <a:pt x="99291" y="0"/>
                  </a:moveTo>
                  <a:lnTo>
                    <a:pt x="87652" y="0"/>
                  </a:lnTo>
                  <a:lnTo>
                    <a:pt x="87699" y="46570"/>
                  </a:lnTo>
                  <a:lnTo>
                    <a:pt x="99336" y="46570"/>
                  </a:lnTo>
                  <a:lnTo>
                    <a:pt x="99291" y="0"/>
                  </a:lnTo>
                  <a:close/>
                </a:path>
                <a:path w="99694" h="46990">
                  <a:moveTo>
                    <a:pt x="6998" y="13691"/>
                  </a:moveTo>
                  <a:lnTo>
                    <a:pt x="0" y="22959"/>
                  </a:lnTo>
                  <a:lnTo>
                    <a:pt x="10148" y="30643"/>
                  </a:lnTo>
                  <a:lnTo>
                    <a:pt x="17131" y="21329"/>
                  </a:lnTo>
                  <a:lnTo>
                    <a:pt x="6998" y="13691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2298956" y="7957847"/>
              <a:ext cx="34290" cy="29845"/>
            </a:xfrm>
            <a:custGeom>
              <a:avLst/>
              <a:gdLst/>
              <a:ahLst/>
              <a:cxnLst/>
              <a:rect l="l" t="t" r="r" b="b"/>
              <a:pathLst>
                <a:path w="34289" h="29845">
                  <a:moveTo>
                    <a:pt x="6982" y="0"/>
                  </a:moveTo>
                  <a:lnTo>
                    <a:pt x="0" y="9314"/>
                  </a:lnTo>
                  <a:lnTo>
                    <a:pt x="27044" y="29664"/>
                  </a:lnTo>
                  <a:lnTo>
                    <a:pt x="34027" y="20397"/>
                  </a:lnTo>
                  <a:lnTo>
                    <a:pt x="6982" y="0"/>
                  </a:lnTo>
                  <a:close/>
                </a:path>
              </a:pathLst>
            </a:custGeom>
            <a:solidFill>
              <a:srgbClr val="C1D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2228898" y="7903174"/>
              <a:ext cx="40005" cy="36195"/>
            </a:xfrm>
            <a:custGeom>
              <a:avLst/>
              <a:gdLst/>
              <a:ahLst/>
              <a:cxnLst/>
              <a:rect l="l" t="t" r="r" b="b"/>
              <a:pathLst>
                <a:path w="40005" h="36195">
                  <a:moveTo>
                    <a:pt x="29743" y="19003"/>
                  </a:moveTo>
                  <a:lnTo>
                    <a:pt x="22763" y="28314"/>
                  </a:lnTo>
                  <a:lnTo>
                    <a:pt x="32910" y="35952"/>
                  </a:lnTo>
                  <a:lnTo>
                    <a:pt x="39893" y="26638"/>
                  </a:lnTo>
                  <a:lnTo>
                    <a:pt x="29743" y="19003"/>
                  </a:lnTo>
                  <a:close/>
                </a:path>
                <a:path w="40005" h="36195">
                  <a:moveTo>
                    <a:pt x="11638" y="0"/>
                  </a:moveTo>
                  <a:lnTo>
                    <a:pt x="0" y="0"/>
                  </a:lnTo>
                  <a:lnTo>
                    <a:pt x="0" y="3026"/>
                  </a:lnTo>
                  <a:lnTo>
                    <a:pt x="5214" y="2514"/>
                  </a:lnTo>
                  <a:lnTo>
                    <a:pt x="11638" y="1816"/>
                  </a:lnTo>
                  <a:lnTo>
                    <a:pt x="11638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2228898" y="7904990"/>
              <a:ext cx="29845" cy="26670"/>
            </a:xfrm>
            <a:custGeom>
              <a:avLst/>
              <a:gdLst/>
              <a:ahLst/>
              <a:cxnLst/>
              <a:rect l="l" t="t" r="r" b="b"/>
              <a:pathLst>
                <a:path w="29844" h="26670">
                  <a:moveTo>
                    <a:pt x="11638" y="0"/>
                  </a:moveTo>
                  <a:lnTo>
                    <a:pt x="5214" y="698"/>
                  </a:lnTo>
                  <a:lnTo>
                    <a:pt x="0" y="1210"/>
                  </a:lnTo>
                  <a:lnTo>
                    <a:pt x="0" y="9359"/>
                  </a:lnTo>
                  <a:lnTo>
                    <a:pt x="22763" y="26498"/>
                  </a:lnTo>
                  <a:lnTo>
                    <a:pt x="29745" y="17184"/>
                  </a:lnTo>
                  <a:lnTo>
                    <a:pt x="11638" y="3539"/>
                  </a:lnTo>
                  <a:lnTo>
                    <a:pt x="11638" y="0"/>
                  </a:lnTo>
                  <a:close/>
                </a:path>
              </a:pathLst>
            </a:custGeom>
            <a:solidFill>
              <a:srgbClr val="C1D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2413654" y="7871412"/>
              <a:ext cx="12065" cy="46990"/>
            </a:xfrm>
            <a:custGeom>
              <a:avLst/>
              <a:gdLst/>
              <a:ahLst/>
              <a:cxnLst/>
              <a:rect l="l" t="t" r="r" b="b"/>
              <a:pathLst>
                <a:path w="12064" h="46990">
                  <a:moveTo>
                    <a:pt x="11638" y="25753"/>
                  </a:moveTo>
                  <a:lnTo>
                    <a:pt x="0" y="26964"/>
                  </a:lnTo>
                  <a:lnTo>
                    <a:pt x="0" y="46570"/>
                  </a:lnTo>
                  <a:lnTo>
                    <a:pt x="11638" y="46570"/>
                  </a:lnTo>
                  <a:lnTo>
                    <a:pt x="11638" y="25753"/>
                  </a:lnTo>
                  <a:close/>
                </a:path>
                <a:path w="12064" h="46990">
                  <a:moveTo>
                    <a:pt x="11638" y="0"/>
                  </a:moveTo>
                  <a:lnTo>
                    <a:pt x="0" y="0"/>
                  </a:lnTo>
                  <a:lnTo>
                    <a:pt x="0" y="15275"/>
                  </a:lnTo>
                  <a:lnTo>
                    <a:pt x="11638" y="14063"/>
                  </a:lnTo>
                  <a:lnTo>
                    <a:pt x="11638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2413654" y="7885477"/>
              <a:ext cx="12065" cy="13335"/>
            </a:xfrm>
            <a:custGeom>
              <a:avLst/>
              <a:gdLst/>
              <a:ahLst/>
              <a:cxnLst/>
              <a:rect l="l" t="t" r="r" b="b"/>
              <a:pathLst>
                <a:path w="12064" h="13334">
                  <a:moveTo>
                    <a:pt x="11638" y="0"/>
                  </a:moveTo>
                  <a:lnTo>
                    <a:pt x="0" y="1211"/>
                  </a:lnTo>
                  <a:lnTo>
                    <a:pt x="0" y="12900"/>
                  </a:lnTo>
                  <a:lnTo>
                    <a:pt x="11638" y="11689"/>
                  </a:lnTo>
                  <a:lnTo>
                    <a:pt x="11638" y="0"/>
                  </a:lnTo>
                  <a:close/>
                </a:path>
              </a:pathLst>
            </a:custGeom>
            <a:solidFill>
              <a:srgbClr val="C1D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2228852" y="7813805"/>
              <a:ext cx="12065" cy="43180"/>
            </a:xfrm>
            <a:custGeom>
              <a:avLst/>
              <a:gdLst/>
              <a:ahLst/>
              <a:cxnLst/>
              <a:rect l="l" t="t" r="r" b="b"/>
              <a:pathLst>
                <a:path w="12064" h="43179">
                  <a:moveTo>
                    <a:pt x="11637" y="0"/>
                  </a:moveTo>
                  <a:lnTo>
                    <a:pt x="0" y="1210"/>
                  </a:lnTo>
                  <a:lnTo>
                    <a:pt x="45" y="42797"/>
                  </a:lnTo>
                  <a:lnTo>
                    <a:pt x="11683" y="42797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2228852" y="7813805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11637" y="0"/>
                  </a:moveTo>
                  <a:lnTo>
                    <a:pt x="0" y="1210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9DB8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2228852" y="7810032"/>
              <a:ext cx="12065" cy="5080"/>
            </a:xfrm>
            <a:custGeom>
              <a:avLst/>
              <a:gdLst/>
              <a:ahLst/>
              <a:cxnLst/>
              <a:rect l="l" t="t" r="r" b="b"/>
              <a:pathLst>
                <a:path w="12064" h="5079">
                  <a:moveTo>
                    <a:pt x="11637" y="0"/>
                  </a:moveTo>
                  <a:lnTo>
                    <a:pt x="0" y="0"/>
                  </a:lnTo>
                  <a:lnTo>
                    <a:pt x="0" y="4983"/>
                  </a:lnTo>
                  <a:lnTo>
                    <a:pt x="11637" y="3773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A0B0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2413608" y="7778272"/>
              <a:ext cx="12065" cy="5715"/>
            </a:xfrm>
            <a:custGeom>
              <a:avLst/>
              <a:gdLst/>
              <a:ahLst/>
              <a:cxnLst/>
              <a:rect l="l" t="t" r="r" b="b"/>
              <a:pathLst>
                <a:path w="12064" h="5715">
                  <a:moveTo>
                    <a:pt x="11637" y="0"/>
                  </a:moveTo>
                  <a:lnTo>
                    <a:pt x="0" y="0"/>
                  </a:lnTo>
                  <a:lnTo>
                    <a:pt x="0" y="5495"/>
                  </a:lnTo>
                  <a:lnTo>
                    <a:pt x="11637" y="4283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2413608" y="7794292"/>
              <a:ext cx="12065" cy="31115"/>
            </a:xfrm>
            <a:custGeom>
              <a:avLst/>
              <a:gdLst/>
              <a:ahLst/>
              <a:cxnLst/>
              <a:rect l="l" t="t" r="r" b="b"/>
              <a:pathLst>
                <a:path w="12064" h="31115">
                  <a:moveTo>
                    <a:pt x="11637" y="0"/>
                  </a:moveTo>
                  <a:lnTo>
                    <a:pt x="0" y="1210"/>
                  </a:lnTo>
                  <a:lnTo>
                    <a:pt x="0" y="30549"/>
                  </a:lnTo>
                  <a:lnTo>
                    <a:pt x="11637" y="30549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ADCA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2413608" y="7794245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11637" y="0"/>
                  </a:moveTo>
                  <a:lnTo>
                    <a:pt x="0" y="1257"/>
                  </a:lnTo>
                  <a:lnTo>
                    <a:pt x="11637" y="46"/>
                  </a:lnTo>
                  <a:close/>
                </a:path>
              </a:pathLst>
            </a:custGeom>
            <a:solidFill>
              <a:srgbClr val="9DB8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2413608" y="7782556"/>
              <a:ext cx="12065" cy="1270"/>
            </a:xfrm>
            <a:custGeom>
              <a:avLst/>
              <a:gdLst/>
              <a:ahLst/>
              <a:cxnLst/>
              <a:rect l="l" t="t" r="r" b="b"/>
              <a:pathLst>
                <a:path w="12064" h="1270">
                  <a:moveTo>
                    <a:pt x="11637" y="0"/>
                  </a:moveTo>
                  <a:lnTo>
                    <a:pt x="0" y="1211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9CB2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2413608" y="7782556"/>
              <a:ext cx="12065" cy="13335"/>
            </a:xfrm>
            <a:custGeom>
              <a:avLst/>
              <a:gdLst/>
              <a:ahLst/>
              <a:cxnLst/>
              <a:rect l="l" t="t" r="r" b="b"/>
              <a:pathLst>
                <a:path w="12064" h="13334">
                  <a:moveTo>
                    <a:pt x="11637" y="0"/>
                  </a:moveTo>
                  <a:lnTo>
                    <a:pt x="0" y="1257"/>
                  </a:lnTo>
                  <a:lnTo>
                    <a:pt x="0" y="12946"/>
                  </a:lnTo>
                  <a:lnTo>
                    <a:pt x="11637" y="11689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A0B0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2228850" y="7716901"/>
              <a:ext cx="196850" cy="46990"/>
            </a:xfrm>
            <a:custGeom>
              <a:avLst/>
              <a:gdLst/>
              <a:ahLst/>
              <a:cxnLst/>
              <a:rect l="l" t="t" r="r" b="b"/>
              <a:pathLst>
                <a:path w="196850" h="46990">
                  <a:moveTo>
                    <a:pt x="11633" y="0"/>
                  </a:moveTo>
                  <a:lnTo>
                    <a:pt x="0" y="0"/>
                  </a:lnTo>
                  <a:lnTo>
                    <a:pt x="0" y="46570"/>
                  </a:lnTo>
                  <a:lnTo>
                    <a:pt x="11633" y="46570"/>
                  </a:lnTo>
                  <a:lnTo>
                    <a:pt x="11633" y="0"/>
                  </a:lnTo>
                  <a:close/>
                </a:path>
                <a:path w="196850" h="46990">
                  <a:moveTo>
                    <a:pt x="196392" y="14808"/>
                  </a:moveTo>
                  <a:lnTo>
                    <a:pt x="196342" y="1155"/>
                  </a:lnTo>
                  <a:lnTo>
                    <a:pt x="184746" y="2374"/>
                  </a:lnTo>
                  <a:lnTo>
                    <a:pt x="184746" y="14808"/>
                  </a:lnTo>
                  <a:lnTo>
                    <a:pt x="196392" y="14808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2413558" y="7685138"/>
              <a:ext cx="12065" cy="34290"/>
            </a:xfrm>
            <a:custGeom>
              <a:avLst/>
              <a:gdLst/>
              <a:ahLst/>
              <a:cxnLst/>
              <a:rect l="l" t="t" r="r" b="b"/>
              <a:pathLst>
                <a:path w="12064" h="34290">
                  <a:moveTo>
                    <a:pt x="11633" y="0"/>
                  </a:moveTo>
                  <a:lnTo>
                    <a:pt x="0" y="0"/>
                  </a:lnTo>
                  <a:lnTo>
                    <a:pt x="38" y="34137"/>
                  </a:lnTo>
                  <a:lnTo>
                    <a:pt x="11633" y="32918"/>
                  </a:lnTo>
                  <a:lnTo>
                    <a:pt x="11633" y="0"/>
                  </a:lnTo>
                  <a:close/>
                </a:path>
              </a:pathLst>
            </a:custGeom>
            <a:solidFill>
              <a:srgbClr val="BDCE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2228799" y="7591996"/>
              <a:ext cx="196850" cy="78740"/>
            </a:xfrm>
            <a:custGeom>
              <a:avLst/>
              <a:gdLst/>
              <a:ahLst/>
              <a:cxnLst/>
              <a:rect l="l" t="t" r="r" b="b"/>
              <a:pathLst>
                <a:path w="196850" h="78740">
                  <a:moveTo>
                    <a:pt x="11633" y="31762"/>
                  </a:moveTo>
                  <a:lnTo>
                    <a:pt x="0" y="31762"/>
                  </a:lnTo>
                  <a:lnTo>
                    <a:pt x="0" y="78333"/>
                  </a:lnTo>
                  <a:lnTo>
                    <a:pt x="11633" y="78333"/>
                  </a:lnTo>
                  <a:lnTo>
                    <a:pt x="11633" y="31762"/>
                  </a:lnTo>
                  <a:close/>
                </a:path>
                <a:path w="196850" h="78740">
                  <a:moveTo>
                    <a:pt x="196392" y="42710"/>
                  </a:moveTo>
                  <a:lnTo>
                    <a:pt x="196342" y="0"/>
                  </a:lnTo>
                  <a:lnTo>
                    <a:pt x="184708" y="0"/>
                  </a:lnTo>
                  <a:lnTo>
                    <a:pt x="184759" y="43916"/>
                  </a:lnTo>
                  <a:lnTo>
                    <a:pt x="196392" y="42710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2413561" y="7634695"/>
              <a:ext cx="12065" cy="4445"/>
            </a:xfrm>
            <a:custGeom>
              <a:avLst/>
              <a:gdLst/>
              <a:ahLst/>
              <a:cxnLst/>
              <a:rect l="l" t="t" r="r" b="b"/>
              <a:pathLst>
                <a:path w="12064" h="4445">
                  <a:moveTo>
                    <a:pt x="11637" y="0"/>
                  </a:moveTo>
                  <a:lnTo>
                    <a:pt x="0" y="1210"/>
                  </a:lnTo>
                  <a:lnTo>
                    <a:pt x="0" y="3865"/>
                  </a:lnTo>
                  <a:lnTo>
                    <a:pt x="11637" y="3865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BDCE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2228748" y="7530617"/>
              <a:ext cx="219710" cy="46990"/>
            </a:xfrm>
            <a:custGeom>
              <a:avLst/>
              <a:gdLst/>
              <a:ahLst/>
              <a:cxnLst/>
              <a:rect l="l" t="t" r="r" b="b"/>
              <a:pathLst>
                <a:path w="219710" h="46990">
                  <a:moveTo>
                    <a:pt x="11645" y="0"/>
                  </a:moveTo>
                  <a:lnTo>
                    <a:pt x="0" y="0"/>
                  </a:lnTo>
                  <a:lnTo>
                    <a:pt x="0" y="46570"/>
                  </a:lnTo>
                  <a:lnTo>
                    <a:pt x="11645" y="46570"/>
                  </a:lnTo>
                  <a:lnTo>
                    <a:pt x="11645" y="0"/>
                  </a:lnTo>
                  <a:close/>
                </a:path>
                <a:path w="219710" h="46990">
                  <a:moveTo>
                    <a:pt x="219252" y="16294"/>
                  </a:moveTo>
                  <a:lnTo>
                    <a:pt x="218046" y="4699"/>
                  </a:lnTo>
                  <a:lnTo>
                    <a:pt x="192265" y="7454"/>
                  </a:lnTo>
                  <a:lnTo>
                    <a:pt x="196392" y="10566"/>
                  </a:lnTo>
                  <a:lnTo>
                    <a:pt x="196392" y="14808"/>
                  </a:lnTo>
                  <a:lnTo>
                    <a:pt x="189560" y="14808"/>
                  </a:lnTo>
                  <a:lnTo>
                    <a:pt x="187083" y="18110"/>
                  </a:lnTo>
                  <a:lnTo>
                    <a:pt x="188899" y="19469"/>
                  </a:lnTo>
                  <a:lnTo>
                    <a:pt x="189039" y="19469"/>
                  </a:lnTo>
                  <a:lnTo>
                    <a:pt x="219252" y="16294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2401225" y="7528374"/>
              <a:ext cx="24130" cy="20955"/>
            </a:xfrm>
            <a:custGeom>
              <a:avLst/>
              <a:gdLst/>
              <a:ahLst/>
              <a:cxnLst/>
              <a:rect l="l" t="t" r="r" b="b"/>
              <a:pathLst>
                <a:path w="24130" h="20954">
                  <a:moveTo>
                    <a:pt x="6982" y="0"/>
                  </a:moveTo>
                  <a:lnTo>
                    <a:pt x="0" y="9314"/>
                  </a:lnTo>
                  <a:lnTo>
                    <a:pt x="14616" y="20351"/>
                  </a:lnTo>
                  <a:lnTo>
                    <a:pt x="17084" y="17044"/>
                  </a:lnTo>
                  <a:lnTo>
                    <a:pt x="23926" y="17044"/>
                  </a:lnTo>
                  <a:lnTo>
                    <a:pt x="23926" y="12806"/>
                  </a:lnTo>
                  <a:lnTo>
                    <a:pt x="6982" y="0"/>
                  </a:lnTo>
                  <a:close/>
                </a:path>
              </a:pathLst>
            </a:custGeom>
            <a:solidFill>
              <a:srgbClr val="BED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2493068" y="7516917"/>
              <a:ext cx="128270" cy="25400"/>
            </a:xfrm>
            <a:custGeom>
              <a:avLst/>
              <a:gdLst/>
              <a:ahLst/>
              <a:cxnLst/>
              <a:rect l="l" t="t" r="r" b="b"/>
              <a:pathLst>
                <a:path w="128269" h="25400">
                  <a:moveTo>
                    <a:pt x="46316" y="8615"/>
                  </a:moveTo>
                  <a:lnTo>
                    <a:pt x="0" y="13506"/>
                  </a:lnTo>
                  <a:lnTo>
                    <a:pt x="1256" y="25101"/>
                  </a:lnTo>
                  <a:lnTo>
                    <a:pt x="47527" y="20212"/>
                  </a:lnTo>
                  <a:lnTo>
                    <a:pt x="46316" y="8615"/>
                  </a:lnTo>
                  <a:close/>
                </a:path>
                <a:path w="128269" h="25400">
                  <a:moveTo>
                    <a:pt x="127918" y="0"/>
                  </a:moveTo>
                  <a:lnTo>
                    <a:pt x="92586" y="3726"/>
                  </a:lnTo>
                  <a:lnTo>
                    <a:pt x="93844" y="15275"/>
                  </a:lnTo>
                  <a:lnTo>
                    <a:pt x="127918" y="11690"/>
                  </a:lnTo>
                  <a:lnTo>
                    <a:pt x="127918" y="0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2620986" y="7516917"/>
              <a:ext cx="0" cy="12065"/>
            </a:xfrm>
            <a:custGeom>
              <a:avLst/>
              <a:gdLst/>
              <a:ahLst/>
              <a:cxnLst/>
              <a:rect l="l" t="t" r="r" b="b"/>
              <a:pathLst>
                <a:path h="12065">
                  <a:moveTo>
                    <a:pt x="0" y="0"/>
                  </a:moveTo>
                  <a:lnTo>
                    <a:pt x="0" y="11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B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2632623" y="7522041"/>
              <a:ext cx="635" cy="5715"/>
            </a:xfrm>
            <a:custGeom>
              <a:avLst/>
              <a:gdLst/>
              <a:ahLst/>
              <a:cxnLst/>
              <a:rect l="l" t="t" r="r" b="b"/>
              <a:pathLst>
                <a:path w="635" h="5715">
                  <a:moveTo>
                    <a:pt x="0" y="0"/>
                  </a:moveTo>
                  <a:lnTo>
                    <a:pt x="0" y="5355"/>
                  </a:lnTo>
                  <a:lnTo>
                    <a:pt x="558" y="5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FB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2632623" y="7521994"/>
              <a:ext cx="0" cy="5715"/>
            </a:xfrm>
            <a:custGeom>
              <a:avLst/>
              <a:gdLst/>
              <a:ahLst/>
              <a:cxnLst/>
              <a:rect l="l" t="t" r="r" b="b"/>
              <a:pathLst>
                <a:path h="5715">
                  <a:moveTo>
                    <a:pt x="0" y="0"/>
                  </a:moveTo>
                  <a:lnTo>
                    <a:pt x="0" y="5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B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2620986" y="7515754"/>
              <a:ext cx="12065" cy="13335"/>
            </a:xfrm>
            <a:custGeom>
              <a:avLst/>
              <a:gdLst/>
              <a:ahLst/>
              <a:cxnLst/>
              <a:rect l="l" t="t" r="r" b="b"/>
              <a:pathLst>
                <a:path w="12064" h="13334">
                  <a:moveTo>
                    <a:pt x="10985" y="0"/>
                  </a:moveTo>
                  <a:lnTo>
                    <a:pt x="0" y="1163"/>
                  </a:lnTo>
                  <a:lnTo>
                    <a:pt x="0" y="12853"/>
                  </a:lnTo>
                  <a:lnTo>
                    <a:pt x="11637" y="11642"/>
                  </a:lnTo>
                  <a:lnTo>
                    <a:pt x="11637" y="6239"/>
                  </a:lnTo>
                  <a:lnTo>
                    <a:pt x="10985" y="0"/>
                  </a:lnTo>
                  <a:close/>
                </a:path>
              </a:pathLst>
            </a:custGeom>
            <a:solidFill>
              <a:srgbClr val="98A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2678243" y="7496148"/>
              <a:ext cx="140335" cy="26670"/>
            </a:xfrm>
            <a:custGeom>
              <a:avLst/>
              <a:gdLst/>
              <a:ahLst/>
              <a:cxnLst/>
              <a:rect l="l" t="t" r="r" b="b"/>
              <a:pathLst>
                <a:path w="140335" h="26670">
                  <a:moveTo>
                    <a:pt x="46316" y="9825"/>
                  </a:moveTo>
                  <a:lnTo>
                    <a:pt x="0" y="14715"/>
                  </a:lnTo>
                  <a:lnTo>
                    <a:pt x="1256" y="26264"/>
                  </a:lnTo>
                  <a:lnTo>
                    <a:pt x="47527" y="21375"/>
                  </a:lnTo>
                  <a:lnTo>
                    <a:pt x="46316" y="9825"/>
                  </a:lnTo>
                  <a:close/>
                </a:path>
                <a:path w="140335" h="26670">
                  <a:moveTo>
                    <a:pt x="138903" y="0"/>
                  </a:moveTo>
                  <a:lnTo>
                    <a:pt x="92586" y="4889"/>
                  </a:lnTo>
                  <a:lnTo>
                    <a:pt x="93844" y="16485"/>
                  </a:lnTo>
                  <a:lnTo>
                    <a:pt x="140114" y="11596"/>
                  </a:lnTo>
                  <a:lnTo>
                    <a:pt x="138903" y="0"/>
                  </a:lnTo>
                  <a:close/>
                </a:path>
              </a:pathLst>
            </a:custGeom>
            <a:solidFill>
              <a:srgbClr val="9FB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2333868" y="7472351"/>
              <a:ext cx="37465" cy="37465"/>
            </a:xfrm>
            <a:custGeom>
              <a:avLst/>
              <a:gdLst/>
              <a:ahLst/>
              <a:cxnLst/>
              <a:rect l="l" t="t" r="r" b="b"/>
              <a:pathLst>
                <a:path w="37464" h="37465">
                  <a:moveTo>
                    <a:pt x="0" y="0"/>
                  </a:moveTo>
                  <a:lnTo>
                    <a:pt x="15687" y="11828"/>
                  </a:lnTo>
                  <a:lnTo>
                    <a:pt x="8704" y="21095"/>
                  </a:lnTo>
                  <a:lnTo>
                    <a:pt x="30163" y="37302"/>
                  </a:lnTo>
                  <a:lnTo>
                    <a:pt x="37193" y="279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2326839" y="7472351"/>
              <a:ext cx="22860" cy="21590"/>
            </a:xfrm>
            <a:custGeom>
              <a:avLst/>
              <a:gdLst/>
              <a:ahLst/>
              <a:cxnLst/>
              <a:rect l="l" t="t" r="r" b="b"/>
              <a:pathLst>
                <a:path w="22860" h="21590">
                  <a:moveTo>
                    <a:pt x="7029" y="0"/>
                  </a:moveTo>
                  <a:lnTo>
                    <a:pt x="0" y="9267"/>
                  </a:lnTo>
                  <a:lnTo>
                    <a:pt x="15734" y="21095"/>
                  </a:lnTo>
                  <a:lnTo>
                    <a:pt x="22716" y="11828"/>
                  </a:lnTo>
                  <a:lnTo>
                    <a:pt x="7029" y="0"/>
                  </a:lnTo>
                  <a:close/>
                </a:path>
              </a:pathLst>
            </a:custGeom>
            <a:solidFill>
              <a:srgbClr val="BED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2863416" y="7469230"/>
              <a:ext cx="208915" cy="33655"/>
            </a:xfrm>
            <a:custGeom>
              <a:avLst/>
              <a:gdLst/>
              <a:ahLst/>
              <a:cxnLst/>
              <a:rect l="l" t="t" r="r" b="b"/>
              <a:pathLst>
                <a:path w="208914" h="33654">
                  <a:moveTo>
                    <a:pt x="46316" y="17137"/>
                  </a:moveTo>
                  <a:lnTo>
                    <a:pt x="0" y="22026"/>
                  </a:lnTo>
                  <a:lnTo>
                    <a:pt x="1210" y="33623"/>
                  </a:lnTo>
                  <a:lnTo>
                    <a:pt x="47527" y="28733"/>
                  </a:lnTo>
                  <a:lnTo>
                    <a:pt x="46316" y="17137"/>
                  </a:lnTo>
                  <a:close/>
                </a:path>
                <a:path w="208914" h="33654">
                  <a:moveTo>
                    <a:pt x="138904" y="7358"/>
                  </a:moveTo>
                  <a:lnTo>
                    <a:pt x="92588" y="12247"/>
                  </a:lnTo>
                  <a:lnTo>
                    <a:pt x="93798" y="23844"/>
                  </a:lnTo>
                  <a:lnTo>
                    <a:pt x="140115" y="18907"/>
                  </a:lnTo>
                  <a:lnTo>
                    <a:pt x="138904" y="7358"/>
                  </a:lnTo>
                  <a:close/>
                </a:path>
                <a:path w="208914" h="33654">
                  <a:moveTo>
                    <a:pt x="208450" y="0"/>
                  </a:moveTo>
                  <a:lnTo>
                    <a:pt x="185174" y="2467"/>
                  </a:lnTo>
                  <a:lnTo>
                    <a:pt x="186385" y="14016"/>
                  </a:lnTo>
                  <a:lnTo>
                    <a:pt x="208450" y="11689"/>
                  </a:lnTo>
                  <a:lnTo>
                    <a:pt x="208450" y="0"/>
                  </a:lnTo>
                  <a:close/>
                </a:path>
              </a:pathLst>
            </a:custGeom>
            <a:solidFill>
              <a:srgbClr val="9FB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3083504" y="7466808"/>
              <a:ext cx="12700" cy="13335"/>
            </a:xfrm>
            <a:custGeom>
              <a:avLst/>
              <a:gdLst/>
              <a:ahLst/>
              <a:cxnLst/>
              <a:rect l="l" t="t" r="r" b="b"/>
              <a:pathLst>
                <a:path w="12700" h="13334">
                  <a:moveTo>
                    <a:pt x="11357" y="0"/>
                  </a:moveTo>
                  <a:lnTo>
                    <a:pt x="0" y="1164"/>
                  </a:lnTo>
                  <a:lnTo>
                    <a:pt x="46" y="12899"/>
                  </a:lnTo>
                  <a:lnTo>
                    <a:pt x="12614" y="11549"/>
                  </a:lnTo>
                  <a:lnTo>
                    <a:pt x="11357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3083504" y="7467973"/>
              <a:ext cx="635" cy="12065"/>
            </a:xfrm>
            <a:custGeom>
              <a:avLst/>
              <a:gdLst/>
              <a:ahLst/>
              <a:cxnLst/>
              <a:rect l="l" t="t" r="r" b="b"/>
              <a:pathLst>
                <a:path w="635" h="12065">
                  <a:moveTo>
                    <a:pt x="0" y="0"/>
                  </a:moveTo>
                  <a:lnTo>
                    <a:pt x="0" y="11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B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3071867" y="7469230"/>
              <a:ext cx="0" cy="12065"/>
            </a:xfrm>
            <a:custGeom>
              <a:avLst/>
              <a:gdLst/>
              <a:ahLst/>
              <a:cxnLst/>
              <a:rect l="l" t="t" r="r" b="b"/>
              <a:pathLst>
                <a:path h="12065">
                  <a:moveTo>
                    <a:pt x="0" y="0"/>
                  </a:moveTo>
                  <a:lnTo>
                    <a:pt x="0" y="116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A7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3071867" y="7467973"/>
              <a:ext cx="12065" cy="13335"/>
            </a:xfrm>
            <a:custGeom>
              <a:avLst/>
              <a:gdLst/>
              <a:ahLst/>
              <a:cxnLst/>
              <a:rect l="l" t="t" r="r" b="b"/>
              <a:pathLst>
                <a:path w="12064" h="13334">
                  <a:moveTo>
                    <a:pt x="11637" y="0"/>
                  </a:moveTo>
                  <a:lnTo>
                    <a:pt x="0" y="1257"/>
                  </a:lnTo>
                  <a:lnTo>
                    <a:pt x="0" y="12946"/>
                  </a:lnTo>
                  <a:lnTo>
                    <a:pt x="11637" y="11734"/>
                  </a:lnTo>
                  <a:lnTo>
                    <a:pt x="11637" y="0"/>
                  </a:lnTo>
                  <a:close/>
                </a:path>
              </a:pathLst>
            </a:custGeom>
            <a:solidFill>
              <a:srgbClr val="95A4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3141178" y="7447714"/>
              <a:ext cx="134620" cy="26034"/>
            </a:xfrm>
            <a:custGeom>
              <a:avLst/>
              <a:gdLst/>
              <a:ahLst/>
              <a:cxnLst/>
              <a:rect l="l" t="t" r="r" b="b"/>
              <a:pathLst>
                <a:path w="134620" h="26034">
                  <a:moveTo>
                    <a:pt x="46271" y="9314"/>
                  </a:moveTo>
                  <a:lnTo>
                    <a:pt x="0" y="14204"/>
                  </a:lnTo>
                  <a:lnTo>
                    <a:pt x="1210" y="25754"/>
                  </a:lnTo>
                  <a:lnTo>
                    <a:pt x="47527" y="20863"/>
                  </a:lnTo>
                  <a:lnTo>
                    <a:pt x="46271" y="9314"/>
                  </a:lnTo>
                  <a:close/>
                </a:path>
                <a:path w="134620" h="26034">
                  <a:moveTo>
                    <a:pt x="134063" y="0"/>
                  </a:moveTo>
                  <a:lnTo>
                    <a:pt x="92588" y="4377"/>
                  </a:lnTo>
                  <a:lnTo>
                    <a:pt x="93798" y="15974"/>
                  </a:lnTo>
                  <a:lnTo>
                    <a:pt x="134063" y="11736"/>
                  </a:lnTo>
                  <a:lnTo>
                    <a:pt x="134063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3275242" y="7447202"/>
              <a:ext cx="6350" cy="12700"/>
            </a:xfrm>
            <a:custGeom>
              <a:avLst/>
              <a:gdLst/>
              <a:ahLst/>
              <a:cxnLst/>
              <a:rect l="l" t="t" r="r" b="b"/>
              <a:pathLst>
                <a:path w="6350" h="12700">
                  <a:moveTo>
                    <a:pt x="4794" y="0"/>
                  </a:moveTo>
                  <a:lnTo>
                    <a:pt x="0" y="511"/>
                  </a:lnTo>
                  <a:lnTo>
                    <a:pt x="0" y="12247"/>
                  </a:lnTo>
                  <a:lnTo>
                    <a:pt x="6051" y="11596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rgbClr val="BBD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3326353" y="7437422"/>
              <a:ext cx="47625" cy="16510"/>
            </a:xfrm>
            <a:custGeom>
              <a:avLst/>
              <a:gdLst/>
              <a:ahLst/>
              <a:cxnLst/>
              <a:rect l="l" t="t" r="r" b="b"/>
              <a:pathLst>
                <a:path w="47625" h="16509">
                  <a:moveTo>
                    <a:pt x="46269" y="0"/>
                  </a:moveTo>
                  <a:lnTo>
                    <a:pt x="0" y="4890"/>
                  </a:lnTo>
                  <a:lnTo>
                    <a:pt x="1210" y="16485"/>
                  </a:lnTo>
                  <a:lnTo>
                    <a:pt x="47480" y="11596"/>
                  </a:lnTo>
                  <a:lnTo>
                    <a:pt x="46269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2268232" y="7428114"/>
              <a:ext cx="28575" cy="26034"/>
            </a:xfrm>
            <a:custGeom>
              <a:avLst/>
              <a:gdLst/>
              <a:ahLst/>
              <a:cxnLst/>
              <a:rect l="l" t="t" r="r" b="b"/>
              <a:pathLst>
                <a:path w="28575" h="26034">
                  <a:moveTo>
                    <a:pt x="6977" y="0"/>
                  </a:moveTo>
                  <a:lnTo>
                    <a:pt x="0" y="9307"/>
                  </a:lnTo>
                  <a:lnTo>
                    <a:pt x="21460" y="25468"/>
                  </a:lnTo>
                  <a:lnTo>
                    <a:pt x="28442" y="16199"/>
                  </a:lnTo>
                  <a:lnTo>
                    <a:pt x="6977" y="0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2252499" y="7416279"/>
              <a:ext cx="22860" cy="21590"/>
            </a:xfrm>
            <a:custGeom>
              <a:avLst/>
              <a:gdLst/>
              <a:ahLst/>
              <a:cxnLst/>
              <a:rect l="l" t="t" r="r" b="b"/>
              <a:pathLst>
                <a:path w="22860" h="21590">
                  <a:moveTo>
                    <a:pt x="7028" y="0"/>
                  </a:moveTo>
                  <a:lnTo>
                    <a:pt x="0" y="9314"/>
                  </a:lnTo>
                  <a:lnTo>
                    <a:pt x="15732" y="21142"/>
                  </a:lnTo>
                  <a:lnTo>
                    <a:pt x="22715" y="11828"/>
                  </a:lnTo>
                  <a:lnTo>
                    <a:pt x="7028" y="0"/>
                  </a:lnTo>
                  <a:close/>
                </a:path>
              </a:pathLst>
            </a:custGeom>
            <a:solidFill>
              <a:srgbClr val="BED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3418940" y="7396393"/>
              <a:ext cx="47625" cy="48260"/>
            </a:xfrm>
            <a:custGeom>
              <a:avLst/>
              <a:gdLst/>
              <a:ahLst/>
              <a:cxnLst/>
              <a:rect l="l" t="t" r="r" b="b"/>
              <a:pathLst>
                <a:path w="47625" h="48259">
                  <a:moveTo>
                    <a:pt x="31560" y="32786"/>
                  </a:moveTo>
                  <a:lnTo>
                    <a:pt x="0" y="36139"/>
                  </a:lnTo>
                  <a:lnTo>
                    <a:pt x="1210" y="47735"/>
                  </a:lnTo>
                  <a:lnTo>
                    <a:pt x="47481" y="42799"/>
                  </a:lnTo>
                  <a:lnTo>
                    <a:pt x="47363" y="41681"/>
                  </a:lnTo>
                  <a:lnTo>
                    <a:pt x="43384" y="41681"/>
                  </a:lnTo>
                  <a:lnTo>
                    <a:pt x="31560" y="32786"/>
                  </a:lnTo>
                  <a:close/>
                </a:path>
                <a:path w="47625" h="48259">
                  <a:moveTo>
                    <a:pt x="47015" y="38374"/>
                  </a:moveTo>
                  <a:lnTo>
                    <a:pt x="45852" y="38374"/>
                  </a:lnTo>
                  <a:lnTo>
                    <a:pt x="43384" y="41681"/>
                  </a:lnTo>
                  <a:lnTo>
                    <a:pt x="47363" y="41681"/>
                  </a:lnTo>
                  <a:lnTo>
                    <a:pt x="47015" y="38374"/>
                  </a:lnTo>
                  <a:close/>
                </a:path>
                <a:path w="47625" h="48259">
                  <a:moveTo>
                    <a:pt x="7448" y="0"/>
                  </a:moveTo>
                  <a:lnTo>
                    <a:pt x="466" y="9314"/>
                  </a:lnTo>
                  <a:lnTo>
                    <a:pt x="7308" y="14484"/>
                  </a:lnTo>
                  <a:lnTo>
                    <a:pt x="14291" y="5170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3426249" y="7401564"/>
              <a:ext cx="40005" cy="36830"/>
            </a:xfrm>
            <a:custGeom>
              <a:avLst/>
              <a:gdLst/>
              <a:ahLst/>
              <a:cxnLst/>
              <a:rect l="l" t="t" r="r" b="b"/>
              <a:pathLst>
                <a:path w="40004" h="36829">
                  <a:moveTo>
                    <a:pt x="6982" y="0"/>
                  </a:moveTo>
                  <a:lnTo>
                    <a:pt x="0" y="9314"/>
                  </a:lnTo>
                  <a:lnTo>
                    <a:pt x="36075" y="36511"/>
                  </a:lnTo>
                  <a:lnTo>
                    <a:pt x="38543" y="33204"/>
                  </a:lnTo>
                  <a:lnTo>
                    <a:pt x="39706" y="33204"/>
                  </a:lnTo>
                  <a:lnTo>
                    <a:pt x="39566" y="31854"/>
                  </a:lnTo>
                  <a:lnTo>
                    <a:pt x="35890" y="27382"/>
                  </a:lnTo>
                  <a:lnTo>
                    <a:pt x="37240" y="26264"/>
                  </a:lnTo>
                  <a:lnTo>
                    <a:pt x="34585" y="26544"/>
                  </a:lnTo>
                  <a:lnTo>
                    <a:pt x="37332" y="22866"/>
                  </a:lnTo>
                  <a:lnTo>
                    <a:pt x="6982" y="0"/>
                  </a:lnTo>
                  <a:close/>
                </a:path>
              </a:pathLst>
            </a:custGeom>
            <a:solidFill>
              <a:srgbClr val="BBD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3462139" y="7427643"/>
              <a:ext cx="3810" cy="6350"/>
            </a:xfrm>
            <a:custGeom>
              <a:avLst/>
              <a:gdLst/>
              <a:ahLst/>
              <a:cxnLst/>
              <a:rect l="l" t="t" r="r" b="b"/>
              <a:pathLst>
                <a:path w="3810" h="6350">
                  <a:moveTo>
                    <a:pt x="3072" y="0"/>
                  </a:moveTo>
                  <a:lnTo>
                    <a:pt x="1350" y="185"/>
                  </a:lnTo>
                  <a:lnTo>
                    <a:pt x="0" y="1303"/>
                  </a:lnTo>
                  <a:lnTo>
                    <a:pt x="3676" y="5774"/>
                  </a:lnTo>
                  <a:lnTo>
                    <a:pt x="3072" y="0"/>
                  </a:lnTo>
                  <a:close/>
                </a:path>
              </a:pathLst>
            </a:custGeom>
            <a:solidFill>
              <a:srgbClr val="C1B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2253476" y="7362630"/>
              <a:ext cx="325755" cy="46355"/>
            </a:xfrm>
            <a:custGeom>
              <a:avLst/>
              <a:gdLst/>
              <a:ahLst/>
              <a:cxnLst/>
              <a:rect l="l" t="t" r="r" b="b"/>
              <a:pathLst>
                <a:path w="325755" h="46354">
                  <a:moveTo>
                    <a:pt x="46316" y="29339"/>
                  </a:moveTo>
                  <a:lnTo>
                    <a:pt x="0" y="34229"/>
                  </a:lnTo>
                  <a:lnTo>
                    <a:pt x="1257" y="45825"/>
                  </a:lnTo>
                  <a:lnTo>
                    <a:pt x="47527" y="40935"/>
                  </a:lnTo>
                  <a:lnTo>
                    <a:pt x="46316" y="29339"/>
                  </a:lnTo>
                  <a:close/>
                </a:path>
                <a:path w="325755" h="46354">
                  <a:moveTo>
                    <a:pt x="138904" y="19559"/>
                  </a:moveTo>
                  <a:lnTo>
                    <a:pt x="92588" y="24448"/>
                  </a:lnTo>
                  <a:lnTo>
                    <a:pt x="93844" y="36045"/>
                  </a:lnTo>
                  <a:lnTo>
                    <a:pt x="140115" y="31155"/>
                  </a:lnTo>
                  <a:lnTo>
                    <a:pt x="138904" y="19559"/>
                  </a:lnTo>
                  <a:close/>
                </a:path>
                <a:path w="325755" h="46354">
                  <a:moveTo>
                    <a:pt x="231491" y="9780"/>
                  </a:moveTo>
                  <a:lnTo>
                    <a:pt x="185174" y="14669"/>
                  </a:lnTo>
                  <a:lnTo>
                    <a:pt x="186385" y="26266"/>
                  </a:lnTo>
                  <a:lnTo>
                    <a:pt x="232702" y="21329"/>
                  </a:lnTo>
                  <a:lnTo>
                    <a:pt x="231491" y="9780"/>
                  </a:lnTo>
                  <a:close/>
                </a:path>
                <a:path w="325755" h="46354">
                  <a:moveTo>
                    <a:pt x="324078" y="0"/>
                  </a:moveTo>
                  <a:lnTo>
                    <a:pt x="277761" y="4889"/>
                  </a:lnTo>
                  <a:lnTo>
                    <a:pt x="278972" y="16438"/>
                  </a:lnTo>
                  <a:lnTo>
                    <a:pt x="325288" y="11549"/>
                  </a:lnTo>
                  <a:lnTo>
                    <a:pt x="324078" y="0"/>
                  </a:lnTo>
                  <a:close/>
                </a:path>
              </a:pathLst>
            </a:custGeom>
            <a:solidFill>
              <a:srgbClr val="A8C5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3345066" y="7340323"/>
              <a:ext cx="44450" cy="28575"/>
            </a:xfrm>
            <a:custGeom>
              <a:avLst/>
              <a:gdLst/>
              <a:ahLst/>
              <a:cxnLst/>
              <a:rect l="l" t="t" r="r" b="b"/>
              <a:pathLst>
                <a:path w="44450" h="28575">
                  <a:moveTo>
                    <a:pt x="6982" y="0"/>
                  </a:moveTo>
                  <a:lnTo>
                    <a:pt x="0" y="9314"/>
                  </a:lnTo>
                  <a:lnTo>
                    <a:pt x="6795" y="14483"/>
                  </a:lnTo>
                  <a:lnTo>
                    <a:pt x="13825" y="5168"/>
                  </a:lnTo>
                  <a:lnTo>
                    <a:pt x="44128" y="28082"/>
                  </a:lnTo>
                  <a:lnTo>
                    <a:pt x="6982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3351862" y="7345492"/>
              <a:ext cx="37465" cy="32384"/>
            </a:xfrm>
            <a:custGeom>
              <a:avLst/>
              <a:gdLst/>
              <a:ahLst/>
              <a:cxnLst/>
              <a:rect l="l" t="t" r="r" b="b"/>
              <a:pathLst>
                <a:path w="37464" h="32384">
                  <a:moveTo>
                    <a:pt x="7029" y="0"/>
                  </a:moveTo>
                  <a:lnTo>
                    <a:pt x="0" y="9314"/>
                  </a:lnTo>
                  <a:lnTo>
                    <a:pt x="30350" y="32180"/>
                  </a:lnTo>
                  <a:lnTo>
                    <a:pt x="37332" y="22913"/>
                  </a:lnTo>
                  <a:lnTo>
                    <a:pt x="7029" y="0"/>
                  </a:lnTo>
                  <a:close/>
                </a:path>
              </a:pathLst>
            </a:custGeom>
            <a:solidFill>
              <a:srgbClr val="BBD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2632577" y="7352804"/>
              <a:ext cx="39370" cy="15875"/>
            </a:xfrm>
            <a:custGeom>
              <a:avLst/>
              <a:gdLst/>
              <a:ahLst/>
              <a:cxnLst/>
              <a:rect l="l" t="t" r="r" b="b"/>
              <a:pathLst>
                <a:path w="39369" h="15875">
                  <a:moveTo>
                    <a:pt x="37565" y="0"/>
                  </a:moveTo>
                  <a:lnTo>
                    <a:pt x="0" y="4004"/>
                  </a:lnTo>
                  <a:lnTo>
                    <a:pt x="0" y="15693"/>
                  </a:lnTo>
                  <a:lnTo>
                    <a:pt x="38775" y="11595"/>
                  </a:lnTo>
                  <a:lnTo>
                    <a:pt x="37565" y="0"/>
                  </a:lnTo>
                  <a:close/>
                </a:path>
              </a:pathLst>
            </a:custGeom>
            <a:solidFill>
              <a:srgbClr val="9FB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2632577" y="7356809"/>
              <a:ext cx="0" cy="12065"/>
            </a:xfrm>
            <a:custGeom>
              <a:avLst/>
              <a:gdLst/>
              <a:ahLst/>
              <a:cxnLst/>
              <a:rect l="l" t="t" r="r" b="b"/>
              <a:pathLst>
                <a:path h="12065">
                  <a:moveTo>
                    <a:pt x="0" y="0"/>
                  </a:moveTo>
                  <a:lnTo>
                    <a:pt x="0" y="116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B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2623826" y="7356809"/>
              <a:ext cx="8890" cy="12700"/>
            </a:xfrm>
            <a:custGeom>
              <a:avLst/>
              <a:gdLst/>
              <a:ahLst/>
              <a:cxnLst/>
              <a:rect l="l" t="t" r="r" b="b"/>
              <a:pathLst>
                <a:path w="8889" h="12700">
                  <a:moveTo>
                    <a:pt x="8751" y="0"/>
                  </a:moveTo>
                  <a:lnTo>
                    <a:pt x="0" y="932"/>
                  </a:lnTo>
                  <a:lnTo>
                    <a:pt x="1210" y="12481"/>
                  </a:lnTo>
                  <a:lnTo>
                    <a:pt x="8751" y="11689"/>
                  </a:lnTo>
                  <a:lnTo>
                    <a:pt x="8751" y="0"/>
                  </a:lnTo>
                  <a:close/>
                </a:path>
              </a:pathLst>
            </a:custGeom>
            <a:solidFill>
              <a:srgbClr val="98A0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2716413" y="7313684"/>
              <a:ext cx="325755" cy="46355"/>
            </a:xfrm>
            <a:custGeom>
              <a:avLst/>
              <a:gdLst/>
              <a:ahLst/>
              <a:cxnLst/>
              <a:rect l="l" t="t" r="r" b="b"/>
              <a:pathLst>
                <a:path w="325755" h="46354">
                  <a:moveTo>
                    <a:pt x="46271" y="29339"/>
                  </a:moveTo>
                  <a:lnTo>
                    <a:pt x="0" y="34229"/>
                  </a:lnTo>
                  <a:lnTo>
                    <a:pt x="1210" y="45825"/>
                  </a:lnTo>
                  <a:lnTo>
                    <a:pt x="47527" y="40935"/>
                  </a:lnTo>
                  <a:lnTo>
                    <a:pt x="46271" y="29339"/>
                  </a:lnTo>
                  <a:close/>
                </a:path>
                <a:path w="325755" h="46354">
                  <a:moveTo>
                    <a:pt x="138857" y="19559"/>
                  </a:moveTo>
                  <a:lnTo>
                    <a:pt x="92588" y="24450"/>
                  </a:lnTo>
                  <a:lnTo>
                    <a:pt x="93798" y="36045"/>
                  </a:lnTo>
                  <a:lnTo>
                    <a:pt x="140115" y="31155"/>
                  </a:lnTo>
                  <a:lnTo>
                    <a:pt x="138857" y="19559"/>
                  </a:lnTo>
                  <a:close/>
                </a:path>
                <a:path w="325755" h="46354">
                  <a:moveTo>
                    <a:pt x="231444" y="9780"/>
                  </a:moveTo>
                  <a:lnTo>
                    <a:pt x="185174" y="14669"/>
                  </a:lnTo>
                  <a:lnTo>
                    <a:pt x="186385" y="26266"/>
                  </a:lnTo>
                  <a:lnTo>
                    <a:pt x="232702" y="21375"/>
                  </a:lnTo>
                  <a:lnTo>
                    <a:pt x="231444" y="9780"/>
                  </a:lnTo>
                  <a:close/>
                </a:path>
                <a:path w="325755" h="46354">
                  <a:moveTo>
                    <a:pt x="324032" y="0"/>
                  </a:moveTo>
                  <a:lnTo>
                    <a:pt x="277761" y="4889"/>
                  </a:lnTo>
                  <a:lnTo>
                    <a:pt x="278972" y="16438"/>
                  </a:lnTo>
                  <a:lnTo>
                    <a:pt x="325243" y="11549"/>
                  </a:lnTo>
                  <a:lnTo>
                    <a:pt x="324032" y="0"/>
                  </a:lnTo>
                  <a:close/>
                </a:path>
              </a:pathLst>
            </a:custGeom>
            <a:solidFill>
              <a:srgbClr val="9FBA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3271439" y="7288443"/>
              <a:ext cx="10160" cy="12700"/>
            </a:xfrm>
            <a:custGeom>
              <a:avLst/>
              <a:gdLst/>
              <a:ahLst/>
              <a:cxnLst/>
              <a:rect l="l" t="t" r="r" b="b"/>
              <a:pathLst>
                <a:path w="10160" h="12700">
                  <a:moveTo>
                    <a:pt x="7619" y="0"/>
                  </a:moveTo>
                  <a:lnTo>
                    <a:pt x="0" y="792"/>
                  </a:lnTo>
                  <a:lnTo>
                    <a:pt x="456" y="792"/>
                  </a:lnTo>
                  <a:lnTo>
                    <a:pt x="1637" y="11689"/>
                  </a:lnTo>
                  <a:lnTo>
                    <a:pt x="1707" y="12341"/>
                  </a:lnTo>
                  <a:lnTo>
                    <a:pt x="7899" y="11689"/>
                  </a:lnTo>
                  <a:lnTo>
                    <a:pt x="6084" y="10292"/>
                  </a:lnTo>
                  <a:lnTo>
                    <a:pt x="9575" y="5634"/>
                  </a:lnTo>
                  <a:lnTo>
                    <a:pt x="6409" y="792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3277848" y="7288071"/>
              <a:ext cx="13335" cy="6985"/>
            </a:xfrm>
            <a:custGeom>
              <a:avLst/>
              <a:gdLst/>
              <a:ahLst/>
              <a:cxnLst/>
              <a:rect l="l" t="t" r="r" b="b"/>
              <a:pathLst>
                <a:path w="13335" h="6984">
                  <a:moveTo>
                    <a:pt x="4841" y="0"/>
                  </a:moveTo>
                  <a:lnTo>
                    <a:pt x="1210" y="372"/>
                  </a:lnTo>
                  <a:lnTo>
                    <a:pt x="0" y="1164"/>
                  </a:lnTo>
                  <a:lnTo>
                    <a:pt x="3166" y="6007"/>
                  </a:lnTo>
                  <a:lnTo>
                    <a:pt x="6657" y="1396"/>
                  </a:lnTo>
                  <a:lnTo>
                    <a:pt x="13313" y="6380"/>
                  </a:lnTo>
                  <a:lnTo>
                    <a:pt x="6703" y="1350"/>
                  </a:lnTo>
                  <a:lnTo>
                    <a:pt x="4841" y="0"/>
                  </a:lnTo>
                  <a:close/>
                </a:path>
              </a:pathLst>
            </a:custGeom>
            <a:solidFill>
              <a:srgbClr val="ABA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3277523" y="7294078"/>
              <a:ext cx="37465" cy="27940"/>
            </a:xfrm>
            <a:custGeom>
              <a:avLst/>
              <a:gdLst/>
              <a:ahLst/>
              <a:cxnLst/>
              <a:rect l="l" t="t" r="r" b="b"/>
              <a:pathLst>
                <a:path w="37464" h="27940">
                  <a:moveTo>
                    <a:pt x="3491" y="0"/>
                  </a:moveTo>
                  <a:lnTo>
                    <a:pt x="0" y="4657"/>
                  </a:lnTo>
                  <a:lnTo>
                    <a:pt x="30350" y="27523"/>
                  </a:lnTo>
                  <a:lnTo>
                    <a:pt x="37332" y="18256"/>
                  </a:lnTo>
                  <a:lnTo>
                    <a:pt x="13638" y="373"/>
                  </a:lnTo>
                  <a:lnTo>
                    <a:pt x="6656" y="4889"/>
                  </a:lnTo>
                  <a:lnTo>
                    <a:pt x="3491" y="0"/>
                  </a:lnTo>
                  <a:close/>
                </a:path>
              </a:pathLst>
            </a:custGeom>
            <a:solidFill>
              <a:srgbClr val="BBD0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3281014" y="7289468"/>
              <a:ext cx="10160" cy="9525"/>
            </a:xfrm>
            <a:custGeom>
              <a:avLst/>
              <a:gdLst/>
              <a:ahLst/>
              <a:cxnLst/>
              <a:rect l="l" t="t" r="r" b="b"/>
              <a:pathLst>
                <a:path w="10160" h="9525">
                  <a:moveTo>
                    <a:pt x="3491" y="0"/>
                  </a:moveTo>
                  <a:lnTo>
                    <a:pt x="0" y="4610"/>
                  </a:lnTo>
                  <a:lnTo>
                    <a:pt x="3164" y="9499"/>
                  </a:lnTo>
                  <a:lnTo>
                    <a:pt x="10147" y="4983"/>
                  </a:lnTo>
                  <a:lnTo>
                    <a:pt x="3491" y="0"/>
                  </a:lnTo>
                  <a:close/>
                </a:path>
              </a:pathLst>
            </a:custGeom>
            <a:solidFill>
              <a:srgbClr val="C1BB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3086762" y="7294078"/>
              <a:ext cx="140335" cy="26670"/>
            </a:xfrm>
            <a:custGeom>
              <a:avLst/>
              <a:gdLst/>
              <a:ahLst/>
              <a:cxnLst/>
              <a:rect l="l" t="t" r="r" b="b"/>
              <a:pathLst>
                <a:path w="140335" h="26670">
                  <a:moveTo>
                    <a:pt x="46269" y="9780"/>
                  </a:moveTo>
                  <a:lnTo>
                    <a:pt x="0" y="14716"/>
                  </a:lnTo>
                  <a:lnTo>
                    <a:pt x="1210" y="26266"/>
                  </a:lnTo>
                  <a:lnTo>
                    <a:pt x="47480" y="21376"/>
                  </a:lnTo>
                  <a:lnTo>
                    <a:pt x="46269" y="9780"/>
                  </a:lnTo>
                  <a:close/>
                </a:path>
                <a:path w="140335" h="26670">
                  <a:moveTo>
                    <a:pt x="138856" y="0"/>
                  </a:moveTo>
                  <a:lnTo>
                    <a:pt x="92586" y="4889"/>
                  </a:lnTo>
                  <a:lnTo>
                    <a:pt x="93797" y="16485"/>
                  </a:lnTo>
                  <a:lnTo>
                    <a:pt x="140067" y="11596"/>
                  </a:lnTo>
                  <a:lnTo>
                    <a:pt x="138856" y="0"/>
                  </a:lnTo>
                  <a:close/>
                </a:path>
              </a:pathLst>
            </a:custGeom>
            <a:solidFill>
              <a:srgbClr val="A5C2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4583474" y="4984417"/>
              <a:ext cx="584835" cy="1167765"/>
            </a:xfrm>
            <a:custGeom>
              <a:avLst/>
              <a:gdLst/>
              <a:ahLst/>
              <a:cxnLst/>
              <a:rect l="l" t="t" r="r" b="b"/>
              <a:pathLst>
                <a:path w="584835" h="1167764">
                  <a:moveTo>
                    <a:pt x="0" y="0"/>
                  </a:moveTo>
                  <a:lnTo>
                    <a:pt x="464" y="1167381"/>
                  </a:lnTo>
                  <a:lnTo>
                    <a:pt x="584569" y="1105628"/>
                  </a:lnTo>
                  <a:lnTo>
                    <a:pt x="584476" y="929778"/>
                  </a:lnTo>
                  <a:lnTo>
                    <a:pt x="539230" y="934714"/>
                  </a:lnTo>
                  <a:lnTo>
                    <a:pt x="538626" y="928894"/>
                  </a:lnTo>
                  <a:lnTo>
                    <a:pt x="514327" y="931454"/>
                  </a:lnTo>
                  <a:lnTo>
                    <a:pt x="514931" y="937229"/>
                  </a:lnTo>
                  <a:lnTo>
                    <a:pt x="497335" y="938999"/>
                  </a:lnTo>
                  <a:lnTo>
                    <a:pt x="497335" y="945193"/>
                  </a:lnTo>
                  <a:lnTo>
                    <a:pt x="489562" y="939745"/>
                  </a:lnTo>
                  <a:lnTo>
                    <a:pt x="485606" y="940164"/>
                  </a:lnTo>
                  <a:lnTo>
                    <a:pt x="485606" y="936857"/>
                  </a:lnTo>
                  <a:lnTo>
                    <a:pt x="451251" y="910824"/>
                  </a:lnTo>
                  <a:lnTo>
                    <a:pt x="454742" y="906307"/>
                  </a:lnTo>
                  <a:lnTo>
                    <a:pt x="417456" y="878225"/>
                  </a:lnTo>
                  <a:lnTo>
                    <a:pt x="413965" y="882742"/>
                  </a:lnTo>
                  <a:lnTo>
                    <a:pt x="397254" y="870215"/>
                  </a:lnTo>
                  <a:lnTo>
                    <a:pt x="393437" y="870587"/>
                  </a:lnTo>
                  <a:lnTo>
                    <a:pt x="393437" y="867327"/>
                  </a:lnTo>
                  <a:lnTo>
                    <a:pt x="383801" y="860108"/>
                  </a:lnTo>
                  <a:lnTo>
                    <a:pt x="393437" y="858991"/>
                  </a:lnTo>
                  <a:lnTo>
                    <a:pt x="393437" y="840828"/>
                  </a:lnTo>
                  <a:lnTo>
                    <a:pt x="398882" y="840828"/>
                  </a:lnTo>
                  <a:lnTo>
                    <a:pt x="398882" y="799335"/>
                  </a:lnTo>
                  <a:lnTo>
                    <a:pt x="393437" y="799335"/>
                  </a:lnTo>
                  <a:lnTo>
                    <a:pt x="393018" y="758259"/>
                  </a:lnTo>
                  <a:lnTo>
                    <a:pt x="398882" y="758259"/>
                  </a:lnTo>
                  <a:lnTo>
                    <a:pt x="398882" y="716765"/>
                  </a:lnTo>
                  <a:lnTo>
                    <a:pt x="393018" y="716765"/>
                  </a:lnTo>
                  <a:lnTo>
                    <a:pt x="393018" y="675271"/>
                  </a:lnTo>
                  <a:lnTo>
                    <a:pt x="398882" y="675271"/>
                  </a:lnTo>
                  <a:lnTo>
                    <a:pt x="398882" y="634196"/>
                  </a:lnTo>
                  <a:lnTo>
                    <a:pt x="393018" y="634196"/>
                  </a:lnTo>
                  <a:lnTo>
                    <a:pt x="393018" y="613564"/>
                  </a:lnTo>
                  <a:lnTo>
                    <a:pt x="383801" y="606532"/>
                  </a:lnTo>
                  <a:lnTo>
                    <a:pt x="393018" y="605462"/>
                  </a:lnTo>
                  <a:lnTo>
                    <a:pt x="393018" y="598989"/>
                  </a:lnTo>
                  <a:lnTo>
                    <a:pt x="400651" y="604624"/>
                  </a:lnTo>
                  <a:lnTo>
                    <a:pt x="421506" y="602341"/>
                  </a:lnTo>
                  <a:lnTo>
                    <a:pt x="422158" y="608256"/>
                  </a:lnTo>
                  <a:lnTo>
                    <a:pt x="467357" y="603459"/>
                  </a:lnTo>
                  <a:lnTo>
                    <a:pt x="466752" y="597731"/>
                  </a:lnTo>
                  <a:lnTo>
                    <a:pt x="514093" y="592701"/>
                  </a:lnTo>
                  <a:lnTo>
                    <a:pt x="514699" y="598430"/>
                  </a:lnTo>
                  <a:lnTo>
                    <a:pt x="557850" y="593865"/>
                  </a:lnTo>
                  <a:lnTo>
                    <a:pt x="557245" y="588091"/>
                  </a:lnTo>
                  <a:lnTo>
                    <a:pt x="560177" y="587811"/>
                  </a:lnTo>
                  <a:lnTo>
                    <a:pt x="560177" y="587672"/>
                  </a:lnTo>
                  <a:lnTo>
                    <a:pt x="584337" y="585297"/>
                  </a:lnTo>
                  <a:lnTo>
                    <a:pt x="584290" y="4405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B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4593435" y="6101782"/>
              <a:ext cx="575310" cy="494665"/>
            </a:xfrm>
            <a:custGeom>
              <a:avLst/>
              <a:gdLst/>
              <a:ahLst/>
              <a:cxnLst/>
              <a:rect l="l" t="t" r="r" b="b"/>
              <a:pathLst>
                <a:path w="575310" h="494665">
                  <a:moveTo>
                    <a:pt x="574693" y="222652"/>
                  </a:moveTo>
                  <a:lnTo>
                    <a:pt x="252020" y="222652"/>
                  </a:lnTo>
                  <a:lnTo>
                    <a:pt x="260864" y="230243"/>
                  </a:lnTo>
                  <a:lnTo>
                    <a:pt x="246714" y="246730"/>
                  </a:lnTo>
                  <a:lnTo>
                    <a:pt x="574795" y="494112"/>
                  </a:lnTo>
                  <a:lnTo>
                    <a:pt x="574693" y="222652"/>
                  </a:lnTo>
                  <a:close/>
                </a:path>
                <a:path w="575310" h="494665">
                  <a:moveTo>
                    <a:pt x="574685" y="201603"/>
                  </a:moveTo>
                  <a:lnTo>
                    <a:pt x="234005" y="201603"/>
                  </a:lnTo>
                  <a:lnTo>
                    <a:pt x="241453" y="210591"/>
                  </a:lnTo>
                  <a:lnTo>
                    <a:pt x="240109" y="211697"/>
                  </a:lnTo>
                  <a:lnTo>
                    <a:pt x="240365" y="211697"/>
                  </a:lnTo>
                  <a:lnTo>
                    <a:pt x="248296" y="219998"/>
                  </a:lnTo>
                  <a:lnTo>
                    <a:pt x="231910" y="235598"/>
                  </a:lnTo>
                  <a:lnTo>
                    <a:pt x="237356" y="239697"/>
                  </a:lnTo>
                  <a:lnTo>
                    <a:pt x="252020" y="222652"/>
                  </a:lnTo>
                  <a:lnTo>
                    <a:pt x="574693" y="222652"/>
                  </a:lnTo>
                  <a:lnTo>
                    <a:pt x="574685" y="201603"/>
                  </a:lnTo>
                  <a:close/>
                </a:path>
                <a:path w="575310" h="494665">
                  <a:moveTo>
                    <a:pt x="240109" y="211697"/>
                  </a:moveTo>
                  <a:lnTo>
                    <a:pt x="221018" y="227403"/>
                  </a:lnTo>
                  <a:lnTo>
                    <a:pt x="222507" y="228521"/>
                  </a:lnTo>
                  <a:lnTo>
                    <a:pt x="240109" y="211697"/>
                  </a:lnTo>
                  <a:close/>
                </a:path>
                <a:path w="575310" h="494665">
                  <a:moveTo>
                    <a:pt x="574608" y="0"/>
                  </a:moveTo>
                  <a:lnTo>
                    <a:pt x="0" y="60727"/>
                  </a:lnTo>
                  <a:lnTo>
                    <a:pt x="211475" y="220184"/>
                  </a:lnTo>
                  <a:lnTo>
                    <a:pt x="230166" y="204769"/>
                  </a:lnTo>
                  <a:lnTo>
                    <a:pt x="217340" y="204769"/>
                  </a:lnTo>
                  <a:lnTo>
                    <a:pt x="211010" y="194990"/>
                  </a:lnTo>
                  <a:lnTo>
                    <a:pt x="249646" y="169889"/>
                  </a:lnTo>
                  <a:lnTo>
                    <a:pt x="272473" y="169889"/>
                  </a:lnTo>
                  <a:lnTo>
                    <a:pt x="293403" y="152657"/>
                  </a:lnTo>
                  <a:lnTo>
                    <a:pt x="288282" y="144740"/>
                  </a:lnTo>
                  <a:lnTo>
                    <a:pt x="326918" y="119639"/>
                  </a:lnTo>
                  <a:lnTo>
                    <a:pt x="343932" y="119639"/>
                  </a:lnTo>
                  <a:lnTo>
                    <a:pt x="341953" y="117915"/>
                  </a:lnTo>
                  <a:lnTo>
                    <a:pt x="342280" y="117543"/>
                  </a:lnTo>
                  <a:lnTo>
                    <a:pt x="340650" y="115912"/>
                  </a:lnTo>
                  <a:lnTo>
                    <a:pt x="340930" y="115633"/>
                  </a:lnTo>
                  <a:lnTo>
                    <a:pt x="339859" y="114376"/>
                  </a:lnTo>
                  <a:lnTo>
                    <a:pt x="357827" y="99566"/>
                  </a:lnTo>
                  <a:lnTo>
                    <a:pt x="369963" y="99566"/>
                  </a:lnTo>
                  <a:lnTo>
                    <a:pt x="366346" y="93978"/>
                  </a:lnTo>
                  <a:lnTo>
                    <a:pt x="385850" y="81311"/>
                  </a:lnTo>
                  <a:lnTo>
                    <a:pt x="574639" y="81311"/>
                  </a:lnTo>
                  <a:lnTo>
                    <a:pt x="574608" y="0"/>
                  </a:lnTo>
                  <a:close/>
                </a:path>
                <a:path w="575310" h="494665">
                  <a:moveTo>
                    <a:pt x="272473" y="169889"/>
                  </a:moveTo>
                  <a:lnTo>
                    <a:pt x="249646" y="169889"/>
                  </a:lnTo>
                  <a:lnTo>
                    <a:pt x="255401" y="178737"/>
                  </a:lnTo>
                  <a:lnTo>
                    <a:pt x="255907" y="179668"/>
                  </a:lnTo>
                  <a:lnTo>
                    <a:pt x="217340" y="204769"/>
                  </a:lnTo>
                  <a:lnTo>
                    <a:pt x="230166" y="204769"/>
                  </a:lnTo>
                  <a:lnTo>
                    <a:pt x="234005" y="201603"/>
                  </a:lnTo>
                  <a:lnTo>
                    <a:pt x="574685" y="201603"/>
                  </a:lnTo>
                  <a:lnTo>
                    <a:pt x="574682" y="195595"/>
                  </a:lnTo>
                  <a:lnTo>
                    <a:pt x="290610" y="195595"/>
                  </a:lnTo>
                  <a:lnTo>
                    <a:pt x="281317" y="187627"/>
                  </a:lnTo>
                  <a:lnTo>
                    <a:pt x="273712" y="179668"/>
                  </a:lnTo>
                  <a:lnTo>
                    <a:pt x="274736" y="178737"/>
                  </a:lnTo>
                  <a:lnTo>
                    <a:pt x="269476" y="172356"/>
                  </a:lnTo>
                  <a:lnTo>
                    <a:pt x="272473" y="169889"/>
                  </a:lnTo>
                  <a:close/>
                </a:path>
                <a:path w="575310" h="494665">
                  <a:moveTo>
                    <a:pt x="343932" y="119639"/>
                  </a:moveTo>
                  <a:lnTo>
                    <a:pt x="326918" y="119639"/>
                  </a:lnTo>
                  <a:lnTo>
                    <a:pt x="333296" y="129419"/>
                  </a:lnTo>
                  <a:lnTo>
                    <a:pt x="307460" y="146184"/>
                  </a:lnTo>
                  <a:lnTo>
                    <a:pt x="312348" y="152099"/>
                  </a:lnTo>
                  <a:lnTo>
                    <a:pt x="311834" y="152657"/>
                  </a:lnTo>
                  <a:lnTo>
                    <a:pt x="315234" y="156243"/>
                  </a:lnTo>
                  <a:lnTo>
                    <a:pt x="315048" y="156382"/>
                  </a:lnTo>
                  <a:lnTo>
                    <a:pt x="320354" y="160947"/>
                  </a:lnTo>
                  <a:lnTo>
                    <a:pt x="290610" y="195595"/>
                  </a:lnTo>
                  <a:lnTo>
                    <a:pt x="574682" y="195595"/>
                  </a:lnTo>
                  <a:lnTo>
                    <a:pt x="574656" y="125506"/>
                  </a:lnTo>
                  <a:lnTo>
                    <a:pt x="350798" y="125506"/>
                  </a:lnTo>
                  <a:lnTo>
                    <a:pt x="349417" y="124343"/>
                  </a:lnTo>
                  <a:lnTo>
                    <a:pt x="348703" y="124343"/>
                  </a:lnTo>
                  <a:lnTo>
                    <a:pt x="347764" y="123365"/>
                  </a:lnTo>
                  <a:lnTo>
                    <a:pt x="347261" y="123365"/>
                  </a:lnTo>
                  <a:lnTo>
                    <a:pt x="344840" y="120430"/>
                  </a:lnTo>
                  <a:lnTo>
                    <a:pt x="343932" y="119639"/>
                  </a:lnTo>
                  <a:close/>
                </a:path>
                <a:path w="575310" h="494665">
                  <a:moveTo>
                    <a:pt x="369963" y="99566"/>
                  </a:moveTo>
                  <a:lnTo>
                    <a:pt x="357827" y="99566"/>
                  </a:lnTo>
                  <a:lnTo>
                    <a:pt x="361598" y="104084"/>
                  </a:lnTo>
                  <a:lnTo>
                    <a:pt x="365973" y="107857"/>
                  </a:lnTo>
                  <a:lnTo>
                    <a:pt x="350798" y="125506"/>
                  </a:lnTo>
                  <a:lnTo>
                    <a:pt x="574656" y="125506"/>
                  </a:lnTo>
                  <a:lnTo>
                    <a:pt x="574648" y="103758"/>
                  </a:lnTo>
                  <a:lnTo>
                    <a:pt x="372676" y="103758"/>
                  </a:lnTo>
                  <a:lnTo>
                    <a:pt x="369963" y="99566"/>
                  </a:lnTo>
                  <a:close/>
                </a:path>
                <a:path w="575310" h="494665">
                  <a:moveTo>
                    <a:pt x="349030" y="124016"/>
                  </a:moveTo>
                  <a:lnTo>
                    <a:pt x="348703" y="124343"/>
                  </a:lnTo>
                  <a:lnTo>
                    <a:pt x="349417" y="124343"/>
                  </a:lnTo>
                  <a:lnTo>
                    <a:pt x="349030" y="124016"/>
                  </a:lnTo>
                  <a:close/>
                </a:path>
                <a:path w="575310" h="494665">
                  <a:moveTo>
                    <a:pt x="347540" y="123131"/>
                  </a:moveTo>
                  <a:lnTo>
                    <a:pt x="347261" y="123365"/>
                  </a:lnTo>
                  <a:lnTo>
                    <a:pt x="347764" y="123365"/>
                  </a:lnTo>
                  <a:lnTo>
                    <a:pt x="347540" y="123131"/>
                  </a:lnTo>
                  <a:close/>
                </a:path>
                <a:path w="575310" h="494665">
                  <a:moveTo>
                    <a:pt x="574639" y="81311"/>
                  </a:moveTo>
                  <a:lnTo>
                    <a:pt x="385850" y="81311"/>
                  </a:lnTo>
                  <a:lnTo>
                    <a:pt x="392181" y="91092"/>
                  </a:lnTo>
                  <a:lnTo>
                    <a:pt x="372676" y="103758"/>
                  </a:lnTo>
                  <a:lnTo>
                    <a:pt x="574648" y="103758"/>
                  </a:lnTo>
                  <a:lnTo>
                    <a:pt x="574639" y="81311"/>
                  </a:lnTo>
                  <a:close/>
                </a:path>
              </a:pathLst>
            </a:custGeom>
            <a:solidFill>
              <a:srgbClr val="8DB8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7" name="object 26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804445" y="6183094"/>
              <a:ext cx="181170" cy="165418"/>
            </a:xfrm>
            <a:prstGeom prst="rect">
              <a:avLst/>
            </a:prstGeom>
          </p:spPr>
        </p:pic>
        <p:sp>
          <p:nvSpPr>
            <p:cNvPr id="268" name="object 268"/>
            <p:cNvSpPr/>
            <p:nvPr/>
          </p:nvSpPr>
          <p:spPr>
            <a:xfrm>
              <a:off x="5179402" y="5377336"/>
              <a:ext cx="472440" cy="711835"/>
            </a:xfrm>
            <a:custGeom>
              <a:avLst/>
              <a:gdLst/>
              <a:ahLst/>
              <a:cxnLst/>
              <a:rect l="l" t="t" r="r" b="b"/>
              <a:pathLst>
                <a:path w="472439" h="711835">
                  <a:moveTo>
                    <a:pt x="34865" y="526194"/>
                  </a:moveTo>
                  <a:lnTo>
                    <a:pt x="9309" y="528896"/>
                  </a:lnTo>
                  <a:lnTo>
                    <a:pt x="9914" y="534670"/>
                  </a:lnTo>
                  <a:lnTo>
                    <a:pt x="185" y="535648"/>
                  </a:lnTo>
                  <a:lnTo>
                    <a:pt x="279" y="711499"/>
                  </a:lnTo>
                  <a:lnTo>
                    <a:pt x="472097" y="661610"/>
                  </a:lnTo>
                  <a:lnTo>
                    <a:pt x="472097" y="531737"/>
                  </a:lnTo>
                  <a:lnTo>
                    <a:pt x="35471" y="531737"/>
                  </a:lnTo>
                  <a:lnTo>
                    <a:pt x="34865" y="526194"/>
                  </a:lnTo>
                  <a:close/>
                </a:path>
                <a:path w="472439" h="711835">
                  <a:moveTo>
                    <a:pt x="127452" y="516368"/>
                  </a:moveTo>
                  <a:lnTo>
                    <a:pt x="99801" y="519302"/>
                  </a:lnTo>
                  <a:lnTo>
                    <a:pt x="100407" y="525030"/>
                  </a:lnTo>
                  <a:lnTo>
                    <a:pt x="35471" y="531737"/>
                  </a:lnTo>
                  <a:lnTo>
                    <a:pt x="472097" y="531737"/>
                  </a:lnTo>
                  <a:lnTo>
                    <a:pt x="472097" y="522096"/>
                  </a:lnTo>
                  <a:lnTo>
                    <a:pt x="128057" y="522096"/>
                  </a:lnTo>
                  <a:lnTo>
                    <a:pt x="127575" y="517532"/>
                  </a:lnTo>
                  <a:lnTo>
                    <a:pt x="127452" y="516368"/>
                  </a:lnTo>
                  <a:close/>
                </a:path>
                <a:path w="472439" h="711835">
                  <a:moveTo>
                    <a:pt x="220040" y="506541"/>
                  </a:moveTo>
                  <a:lnTo>
                    <a:pt x="190294" y="509708"/>
                  </a:lnTo>
                  <a:lnTo>
                    <a:pt x="190900" y="515390"/>
                  </a:lnTo>
                  <a:lnTo>
                    <a:pt x="128057" y="522096"/>
                  </a:lnTo>
                  <a:lnTo>
                    <a:pt x="472097" y="522096"/>
                  </a:lnTo>
                  <a:lnTo>
                    <a:pt x="472097" y="512036"/>
                  </a:lnTo>
                  <a:lnTo>
                    <a:pt x="220644" y="512036"/>
                  </a:lnTo>
                  <a:lnTo>
                    <a:pt x="220137" y="507426"/>
                  </a:lnTo>
                  <a:lnTo>
                    <a:pt x="220040" y="506541"/>
                  </a:lnTo>
                  <a:close/>
                </a:path>
                <a:path w="472439" h="711835">
                  <a:moveTo>
                    <a:pt x="312627" y="496762"/>
                  </a:moveTo>
                  <a:lnTo>
                    <a:pt x="280786" y="500115"/>
                  </a:lnTo>
                  <a:lnTo>
                    <a:pt x="281392" y="505750"/>
                  </a:lnTo>
                  <a:lnTo>
                    <a:pt x="266729" y="507240"/>
                  </a:lnTo>
                  <a:lnTo>
                    <a:pt x="266729" y="507426"/>
                  </a:lnTo>
                  <a:lnTo>
                    <a:pt x="220644" y="512036"/>
                  </a:lnTo>
                  <a:lnTo>
                    <a:pt x="472097" y="512036"/>
                  </a:lnTo>
                  <a:lnTo>
                    <a:pt x="472097" y="502397"/>
                  </a:lnTo>
                  <a:lnTo>
                    <a:pt x="313232" y="502397"/>
                  </a:lnTo>
                  <a:lnTo>
                    <a:pt x="312627" y="496762"/>
                  </a:lnTo>
                  <a:close/>
                </a:path>
                <a:path w="472439" h="711835">
                  <a:moveTo>
                    <a:pt x="326591" y="500953"/>
                  </a:moveTo>
                  <a:lnTo>
                    <a:pt x="313232" y="502397"/>
                  </a:lnTo>
                  <a:lnTo>
                    <a:pt x="472097" y="502397"/>
                  </a:lnTo>
                  <a:lnTo>
                    <a:pt x="472097" y="501140"/>
                  </a:lnTo>
                  <a:lnTo>
                    <a:pt x="326638" y="501140"/>
                  </a:lnTo>
                  <a:lnTo>
                    <a:pt x="326591" y="500953"/>
                  </a:lnTo>
                  <a:close/>
                </a:path>
                <a:path w="472439" h="711835">
                  <a:moveTo>
                    <a:pt x="404795" y="486982"/>
                  </a:moveTo>
                  <a:lnTo>
                    <a:pt x="371279" y="490521"/>
                  </a:lnTo>
                  <a:lnTo>
                    <a:pt x="371885" y="496109"/>
                  </a:lnTo>
                  <a:lnTo>
                    <a:pt x="326638" y="501140"/>
                  </a:lnTo>
                  <a:lnTo>
                    <a:pt x="472097" y="501140"/>
                  </a:lnTo>
                  <a:lnTo>
                    <a:pt x="472097" y="492756"/>
                  </a:lnTo>
                  <a:lnTo>
                    <a:pt x="405400" y="492756"/>
                  </a:lnTo>
                  <a:lnTo>
                    <a:pt x="404874" y="487727"/>
                  </a:lnTo>
                  <a:lnTo>
                    <a:pt x="404795" y="486982"/>
                  </a:lnTo>
                  <a:close/>
                </a:path>
                <a:path w="472439" h="711835">
                  <a:moveTo>
                    <a:pt x="472097" y="479836"/>
                  </a:moveTo>
                  <a:lnTo>
                    <a:pt x="461772" y="480928"/>
                  </a:lnTo>
                  <a:lnTo>
                    <a:pt x="462377" y="486470"/>
                  </a:lnTo>
                  <a:lnTo>
                    <a:pt x="451904" y="487727"/>
                  </a:lnTo>
                  <a:lnTo>
                    <a:pt x="405400" y="492756"/>
                  </a:lnTo>
                  <a:lnTo>
                    <a:pt x="472097" y="492756"/>
                  </a:lnTo>
                  <a:lnTo>
                    <a:pt x="472097" y="479836"/>
                  </a:lnTo>
                  <a:close/>
                </a:path>
                <a:path w="472439" h="711835">
                  <a:moveTo>
                    <a:pt x="52288" y="190142"/>
                  </a:moveTo>
                  <a:lnTo>
                    <a:pt x="10753" y="190142"/>
                  </a:lnTo>
                  <a:lnTo>
                    <a:pt x="11172" y="195730"/>
                  </a:lnTo>
                  <a:lnTo>
                    <a:pt x="52414" y="191352"/>
                  </a:lnTo>
                  <a:lnTo>
                    <a:pt x="52288" y="190142"/>
                  </a:lnTo>
                  <a:close/>
                </a:path>
                <a:path w="472439" h="711835">
                  <a:moveTo>
                    <a:pt x="472097" y="0"/>
                  </a:moveTo>
                  <a:lnTo>
                    <a:pt x="0" y="49918"/>
                  </a:lnTo>
                  <a:lnTo>
                    <a:pt x="45" y="191213"/>
                  </a:lnTo>
                  <a:lnTo>
                    <a:pt x="10753" y="190142"/>
                  </a:lnTo>
                  <a:lnTo>
                    <a:pt x="52288" y="190142"/>
                  </a:lnTo>
                  <a:lnTo>
                    <a:pt x="51853" y="185950"/>
                  </a:lnTo>
                  <a:lnTo>
                    <a:pt x="51809" y="185531"/>
                  </a:lnTo>
                  <a:lnTo>
                    <a:pt x="102920" y="180082"/>
                  </a:lnTo>
                  <a:lnTo>
                    <a:pt x="142734" y="180082"/>
                  </a:lnTo>
                  <a:lnTo>
                    <a:pt x="142326" y="176124"/>
                  </a:lnTo>
                  <a:lnTo>
                    <a:pt x="142302" y="175891"/>
                  </a:lnTo>
                  <a:lnTo>
                    <a:pt x="195508" y="170442"/>
                  </a:lnTo>
                  <a:lnTo>
                    <a:pt x="233628" y="170442"/>
                  </a:lnTo>
                  <a:lnTo>
                    <a:pt x="233213" y="166670"/>
                  </a:lnTo>
                  <a:lnTo>
                    <a:pt x="241639" y="165739"/>
                  </a:lnTo>
                  <a:lnTo>
                    <a:pt x="241592" y="165413"/>
                  </a:lnTo>
                  <a:lnTo>
                    <a:pt x="268730" y="162711"/>
                  </a:lnTo>
                  <a:lnTo>
                    <a:pt x="278460" y="161641"/>
                  </a:lnTo>
                  <a:lnTo>
                    <a:pt x="279836" y="161641"/>
                  </a:lnTo>
                  <a:lnTo>
                    <a:pt x="288095" y="160803"/>
                  </a:lnTo>
                  <a:lnTo>
                    <a:pt x="324118" y="160803"/>
                  </a:lnTo>
                  <a:lnTo>
                    <a:pt x="323706" y="157031"/>
                  </a:lnTo>
                  <a:lnTo>
                    <a:pt x="334180" y="155773"/>
                  </a:lnTo>
                  <a:lnTo>
                    <a:pt x="380682" y="150743"/>
                  </a:lnTo>
                  <a:lnTo>
                    <a:pt x="414561" y="150743"/>
                  </a:lnTo>
                  <a:lnTo>
                    <a:pt x="414199" y="147390"/>
                  </a:lnTo>
                  <a:lnTo>
                    <a:pt x="459445" y="142361"/>
                  </a:lnTo>
                  <a:lnTo>
                    <a:pt x="461168" y="142361"/>
                  </a:lnTo>
                  <a:lnTo>
                    <a:pt x="472097" y="141185"/>
                  </a:lnTo>
                  <a:lnTo>
                    <a:pt x="472097" y="0"/>
                  </a:lnTo>
                  <a:close/>
                </a:path>
                <a:path w="472439" h="711835">
                  <a:moveTo>
                    <a:pt x="142734" y="180082"/>
                  </a:moveTo>
                  <a:lnTo>
                    <a:pt x="102920" y="180082"/>
                  </a:lnTo>
                  <a:lnTo>
                    <a:pt x="103525" y="185531"/>
                  </a:lnTo>
                  <a:lnTo>
                    <a:pt x="103572" y="185950"/>
                  </a:lnTo>
                  <a:lnTo>
                    <a:pt x="142906" y="181759"/>
                  </a:lnTo>
                  <a:lnTo>
                    <a:pt x="142734" y="180082"/>
                  </a:lnTo>
                  <a:close/>
                </a:path>
                <a:path w="472439" h="711835">
                  <a:moveTo>
                    <a:pt x="233628" y="170442"/>
                  </a:moveTo>
                  <a:lnTo>
                    <a:pt x="195508" y="170442"/>
                  </a:lnTo>
                  <a:lnTo>
                    <a:pt x="196088" y="175891"/>
                  </a:lnTo>
                  <a:lnTo>
                    <a:pt x="196113" y="176124"/>
                  </a:lnTo>
                  <a:lnTo>
                    <a:pt x="233818" y="172165"/>
                  </a:lnTo>
                  <a:lnTo>
                    <a:pt x="233741" y="171467"/>
                  </a:lnTo>
                  <a:lnTo>
                    <a:pt x="233628" y="170442"/>
                  </a:lnTo>
                  <a:close/>
                </a:path>
                <a:path w="472439" h="711835">
                  <a:moveTo>
                    <a:pt x="324118" y="160803"/>
                  </a:moveTo>
                  <a:lnTo>
                    <a:pt x="288095" y="160803"/>
                  </a:lnTo>
                  <a:lnTo>
                    <a:pt x="288598" y="165413"/>
                  </a:lnTo>
                  <a:lnTo>
                    <a:pt x="288700" y="166345"/>
                  </a:lnTo>
                  <a:lnTo>
                    <a:pt x="324311" y="162572"/>
                  </a:lnTo>
                  <a:lnTo>
                    <a:pt x="324209" y="161641"/>
                  </a:lnTo>
                  <a:lnTo>
                    <a:pt x="324118" y="160803"/>
                  </a:lnTo>
                  <a:close/>
                </a:path>
                <a:path w="472439" h="711835">
                  <a:moveTo>
                    <a:pt x="279836" y="161641"/>
                  </a:moveTo>
                  <a:lnTo>
                    <a:pt x="278460" y="161641"/>
                  </a:lnTo>
                  <a:lnTo>
                    <a:pt x="278460" y="161781"/>
                  </a:lnTo>
                  <a:lnTo>
                    <a:pt x="279836" y="161641"/>
                  </a:lnTo>
                  <a:close/>
                </a:path>
                <a:path w="472439" h="711835">
                  <a:moveTo>
                    <a:pt x="414561" y="150743"/>
                  </a:moveTo>
                  <a:lnTo>
                    <a:pt x="380682" y="150743"/>
                  </a:lnTo>
                  <a:lnTo>
                    <a:pt x="381210" y="155773"/>
                  </a:lnTo>
                  <a:lnTo>
                    <a:pt x="381288" y="156518"/>
                  </a:lnTo>
                  <a:lnTo>
                    <a:pt x="414803" y="152978"/>
                  </a:lnTo>
                  <a:lnTo>
                    <a:pt x="414561" y="150743"/>
                  </a:lnTo>
                  <a:close/>
                </a:path>
                <a:path w="472439" h="711835">
                  <a:moveTo>
                    <a:pt x="461168" y="142361"/>
                  </a:moveTo>
                  <a:lnTo>
                    <a:pt x="459445" y="142361"/>
                  </a:lnTo>
                  <a:lnTo>
                    <a:pt x="459445" y="142546"/>
                  </a:lnTo>
                  <a:lnTo>
                    <a:pt x="461168" y="142361"/>
                  </a:lnTo>
                  <a:close/>
                </a:path>
              </a:pathLst>
            </a:custGeom>
            <a:solidFill>
              <a:srgbClr val="7CA3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5179682" y="6050654"/>
              <a:ext cx="472440" cy="550545"/>
            </a:xfrm>
            <a:custGeom>
              <a:avLst/>
              <a:gdLst/>
              <a:ahLst/>
              <a:cxnLst/>
              <a:rect l="l" t="t" r="r" b="b"/>
              <a:pathLst>
                <a:path w="472439" h="550545">
                  <a:moveTo>
                    <a:pt x="471817" y="0"/>
                  </a:moveTo>
                  <a:lnTo>
                    <a:pt x="0" y="49870"/>
                  </a:lnTo>
                  <a:lnTo>
                    <a:pt x="185" y="550455"/>
                  </a:lnTo>
                  <a:lnTo>
                    <a:pt x="471817" y="500590"/>
                  </a:lnTo>
                  <a:lnTo>
                    <a:pt x="471817" y="0"/>
                  </a:lnTo>
                  <a:close/>
                </a:path>
              </a:pathLst>
            </a:custGeom>
            <a:solidFill>
              <a:srgbClr val="82A9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4592970" y="4865290"/>
              <a:ext cx="1058545" cy="551180"/>
            </a:xfrm>
            <a:custGeom>
              <a:avLst/>
              <a:gdLst/>
              <a:ahLst/>
              <a:cxnLst/>
              <a:rect l="l" t="t" r="r" b="b"/>
              <a:pathLst>
                <a:path w="1058545" h="551179">
                  <a:moveTo>
                    <a:pt x="1056397" y="0"/>
                  </a:moveTo>
                  <a:lnTo>
                    <a:pt x="0" y="111721"/>
                  </a:lnTo>
                  <a:lnTo>
                    <a:pt x="582289" y="550694"/>
                  </a:lnTo>
                  <a:lnTo>
                    <a:pt x="1058529" y="500357"/>
                  </a:lnTo>
                  <a:lnTo>
                    <a:pt x="1058529" y="7627"/>
                  </a:lnTo>
                  <a:lnTo>
                    <a:pt x="1055698" y="6286"/>
                  </a:lnTo>
                  <a:lnTo>
                    <a:pt x="1055885" y="5914"/>
                  </a:lnTo>
                  <a:lnTo>
                    <a:pt x="1055745" y="5867"/>
                  </a:lnTo>
                  <a:lnTo>
                    <a:pt x="1057422" y="2374"/>
                  </a:lnTo>
                  <a:lnTo>
                    <a:pt x="1055653" y="1489"/>
                  </a:lnTo>
                  <a:lnTo>
                    <a:pt x="1056397" y="0"/>
                  </a:lnTo>
                  <a:close/>
                </a:path>
              </a:pathLst>
            </a:custGeom>
            <a:solidFill>
              <a:srgbClr val="84AD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5648617" y="4865065"/>
              <a:ext cx="3175" cy="8255"/>
            </a:xfrm>
            <a:custGeom>
              <a:avLst/>
              <a:gdLst/>
              <a:ahLst/>
              <a:cxnLst/>
              <a:rect l="l" t="t" r="r" b="b"/>
              <a:pathLst>
                <a:path w="3175" h="8254">
                  <a:moveTo>
                    <a:pt x="2882" y="304"/>
                  </a:moveTo>
                  <a:lnTo>
                    <a:pt x="1765" y="2603"/>
                  </a:lnTo>
                  <a:lnTo>
                    <a:pt x="88" y="6096"/>
                  </a:lnTo>
                  <a:lnTo>
                    <a:pt x="228" y="6146"/>
                  </a:lnTo>
                  <a:lnTo>
                    <a:pt x="50" y="6515"/>
                  </a:lnTo>
                  <a:lnTo>
                    <a:pt x="2882" y="7861"/>
                  </a:lnTo>
                  <a:lnTo>
                    <a:pt x="2882" y="7404"/>
                  </a:lnTo>
                  <a:lnTo>
                    <a:pt x="2882" y="304"/>
                  </a:lnTo>
                  <a:close/>
                </a:path>
                <a:path w="3175" h="8254">
                  <a:moveTo>
                    <a:pt x="3022" y="0"/>
                  </a:moveTo>
                  <a:lnTo>
                    <a:pt x="749" y="228"/>
                  </a:lnTo>
                  <a:lnTo>
                    <a:pt x="0" y="1714"/>
                  </a:lnTo>
                  <a:lnTo>
                    <a:pt x="1765" y="2603"/>
                  </a:lnTo>
                  <a:lnTo>
                    <a:pt x="3022" y="0"/>
                  </a:lnTo>
                  <a:close/>
                </a:path>
              </a:pathLst>
            </a:custGeom>
            <a:solidFill>
              <a:srgbClr val="845F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4593435" y="6101782"/>
              <a:ext cx="574675" cy="60960"/>
            </a:xfrm>
            <a:custGeom>
              <a:avLst/>
              <a:gdLst/>
              <a:ahLst/>
              <a:cxnLst/>
              <a:rect l="l" t="t" r="r" b="b"/>
              <a:pathLst>
                <a:path w="574675" h="60960">
                  <a:moveTo>
                    <a:pt x="574608" y="0"/>
                  </a:moveTo>
                  <a:lnTo>
                    <a:pt x="0" y="60727"/>
                  </a:lnTo>
                  <a:lnTo>
                    <a:pt x="574608" y="0"/>
                  </a:lnTo>
                  <a:close/>
                </a:path>
              </a:pathLst>
            </a:custGeom>
            <a:solidFill>
              <a:srgbClr val="7F96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5179682" y="6050654"/>
              <a:ext cx="472440" cy="50165"/>
            </a:xfrm>
            <a:custGeom>
              <a:avLst/>
              <a:gdLst/>
              <a:ahLst/>
              <a:cxnLst/>
              <a:rect l="l" t="t" r="r" b="b"/>
              <a:pathLst>
                <a:path w="472439" h="50164">
                  <a:moveTo>
                    <a:pt x="471817" y="0"/>
                  </a:moveTo>
                  <a:lnTo>
                    <a:pt x="0" y="49870"/>
                  </a:lnTo>
                  <a:lnTo>
                    <a:pt x="471817" y="0"/>
                  </a:lnTo>
                  <a:close/>
                </a:path>
              </a:pathLst>
            </a:custGeom>
            <a:solidFill>
              <a:srgbClr val="758A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4572346" y="6161238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10">
                  <a:moveTo>
                    <a:pt x="0" y="0"/>
                  </a:moveTo>
                  <a:lnTo>
                    <a:pt x="1" y="3506"/>
                  </a:lnTo>
                  <a:lnTo>
                    <a:pt x="4098" y="3087"/>
                  </a:lnTo>
                  <a:lnTo>
                    <a:pt x="2282" y="1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4583939" y="6090093"/>
              <a:ext cx="584200" cy="62230"/>
            </a:xfrm>
            <a:custGeom>
              <a:avLst/>
              <a:gdLst/>
              <a:ahLst/>
              <a:cxnLst/>
              <a:rect l="l" t="t" r="r" b="b"/>
              <a:pathLst>
                <a:path w="584200" h="62229">
                  <a:moveTo>
                    <a:pt x="584104" y="0"/>
                  </a:moveTo>
                  <a:lnTo>
                    <a:pt x="0" y="61752"/>
                  </a:lnTo>
                  <a:lnTo>
                    <a:pt x="584104" y="0"/>
                  </a:lnTo>
                  <a:close/>
                </a:path>
              </a:pathLst>
            </a:custGeom>
            <a:solidFill>
              <a:srgbClr val="85A7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5179682" y="6038947"/>
              <a:ext cx="472440" cy="50165"/>
            </a:xfrm>
            <a:custGeom>
              <a:avLst/>
              <a:gdLst/>
              <a:ahLst/>
              <a:cxnLst/>
              <a:rect l="l" t="t" r="r" b="b"/>
              <a:pathLst>
                <a:path w="472439" h="50164">
                  <a:moveTo>
                    <a:pt x="471817" y="0"/>
                  </a:moveTo>
                  <a:lnTo>
                    <a:pt x="0" y="49888"/>
                  </a:lnTo>
                  <a:lnTo>
                    <a:pt x="471817" y="0"/>
                  </a:lnTo>
                  <a:close/>
                </a:path>
              </a:pathLst>
            </a:custGeom>
            <a:solidFill>
              <a:srgbClr val="7999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4661956" y="6095960"/>
              <a:ext cx="506095" cy="53975"/>
            </a:xfrm>
            <a:custGeom>
              <a:avLst/>
              <a:gdLst/>
              <a:ahLst/>
              <a:cxnLst/>
              <a:rect l="l" t="t" r="r" b="b"/>
              <a:pathLst>
                <a:path w="506095" h="53975">
                  <a:moveTo>
                    <a:pt x="506087" y="0"/>
                  </a:moveTo>
                  <a:lnTo>
                    <a:pt x="0" y="53463"/>
                  </a:lnTo>
                  <a:lnTo>
                    <a:pt x="506087" y="0"/>
                  </a:lnTo>
                  <a:close/>
                </a:path>
              </a:pathLst>
            </a:custGeom>
            <a:solidFill>
              <a:srgbClr val="ADAF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4586592" y="6119991"/>
              <a:ext cx="353695" cy="37465"/>
            </a:xfrm>
            <a:custGeom>
              <a:avLst/>
              <a:gdLst/>
              <a:ahLst/>
              <a:cxnLst/>
              <a:rect l="l" t="t" r="r" b="b"/>
              <a:pathLst>
                <a:path w="353695" h="37464">
                  <a:moveTo>
                    <a:pt x="353452" y="0"/>
                  </a:moveTo>
                  <a:lnTo>
                    <a:pt x="0" y="37395"/>
                  </a:lnTo>
                  <a:lnTo>
                    <a:pt x="353452" y="0"/>
                  </a:lnTo>
                  <a:close/>
                </a:path>
              </a:pathLst>
            </a:custGeom>
            <a:solidFill>
              <a:srgbClr val="849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4940044" y="6095913"/>
              <a:ext cx="228600" cy="24130"/>
            </a:xfrm>
            <a:custGeom>
              <a:avLst/>
              <a:gdLst/>
              <a:ahLst/>
              <a:cxnLst/>
              <a:rect l="l" t="t" r="r" b="b"/>
              <a:pathLst>
                <a:path w="228600" h="24129">
                  <a:moveTo>
                    <a:pt x="227999" y="0"/>
                  </a:moveTo>
                  <a:lnTo>
                    <a:pt x="0" y="24077"/>
                  </a:lnTo>
                  <a:lnTo>
                    <a:pt x="227999" y="0"/>
                  </a:lnTo>
                  <a:close/>
                </a:path>
              </a:pathLst>
            </a:custGeom>
            <a:solidFill>
              <a:srgbClr val="8E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4583939" y="6090093"/>
              <a:ext cx="584200" cy="67310"/>
            </a:xfrm>
            <a:custGeom>
              <a:avLst/>
              <a:gdLst/>
              <a:ahLst/>
              <a:cxnLst/>
              <a:rect l="l" t="t" r="r" b="b"/>
              <a:pathLst>
                <a:path w="584200" h="67310">
                  <a:moveTo>
                    <a:pt x="584104" y="0"/>
                  </a:moveTo>
                  <a:lnTo>
                    <a:pt x="0" y="61752"/>
                  </a:lnTo>
                  <a:lnTo>
                    <a:pt x="0" y="65290"/>
                  </a:lnTo>
                  <a:lnTo>
                    <a:pt x="2653" y="67293"/>
                  </a:lnTo>
                  <a:lnTo>
                    <a:pt x="584104" y="5820"/>
                  </a:lnTo>
                  <a:lnTo>
                    <a:pt x="584104" y="0"/>
                  </a:lnTo>
                  <a:close/>
                </a:path>
              </a:pathLst>
            </a:custGeom>
            <a:solidFill>
              <a:srgbClr val="758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4661956" y="6095960"/>
              <a:ext cx="506095" cy="53975"/>
            </a:xfrm>
            <a:custGeom>
              <a:avLst/>
              <a:gdLst/>
              <a:ahLst/>
              <a:cxnLst/>
              <a:rect l="l" t="t" r="r" b="b"/>
              <a:pathLst>
                <a:path w="506095" h="53975">
                  <a:moveTo>
                    <a:pt x="506087" y="0"/>
                  </a:moveTo>
                  <a:lnTo>
                    <a:pt x="0" y="53463"/>
                  </a:lnTo>
                  <a:lnTo>
                    <a:pt x="506087" y="0"/>
                  </a:lnTo>
                  <a:close/>
                </a:path>
              </a:pathLst>
            </a:custGeom>
            <a:solidFill>
              <a:srgbClr val="8E9A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4586592" y="6149423"/>
              <a:ext cx="75565" cy="8255"/>
            </a:xfrm>
            <a:custGeom>
              <a:avLst/>
              <a:gdLst/>
              <a:ahLst/>
              <a:cxnLst/>
              <a:rect l="l" t="t" r="r" b="b"/>
              <a:pathLst>
                <a:path w="75564" h="8254">
                  <a:moveTo>
                    <a:pt x="75364" y="0"/>
                  </a:moveTo>
                  <a:lnTo>
                    <a:pt x="0" y="7962"/>
                  </a:lnTo>
                  <a:lnTo>
                    <a:pt x="75364" y="0"/>
                  </a:lnTo>
                  <a:close/>
                </a:path>
              </a:pathLst>
            </a:custGeom>
            <a:solidFill>
              <a:srgbClr val="758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4586592" y="6095960"/>
              <a:ext cx="581660" cy="66675"/>
            </a:xfrm>
            <a:custGeom>
              <a:avLst/>
              <a:gdLst/>
              <a:ahLst/>
              <a:cxnLst/>
              <a:rect l="l" t="t" r="r" b="b"/>
              <a:pathLst>
                <a:path w="581660" h="66675">
                  <a:moveTo>
                    <a:pt x="581451" y="0"/>
                  </a:moveTo>
                  <a:lnTo>
                    <a:pt x="0" y="61426"/>
                  </a:lnTo>
                  <a:lnTo>
                    <a:pt x="6842" y="66549"/>
                  </a:lnTo>
                  <a:lnTo>
                    <a:pt x="581451" y="5821"/>
                  </a:lnTo>
                  <a:lnTo>
                    <a:pt x="581451" y="0"/>
                  </a:lnTo>
                  <a:close/>
                </a:path>
              </a:pathLst>
            </a:custGeom>
            <a:solidFill>
              <a:srgbClr val="798C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4586592" y="6149423"/>
              <a:ext cx="75565" cy="8255"/>
            </a:xfrm>
            <a:custGeom>
              <a:avLst/>
              <a:gdLst/>
              <a:ahLst/>
              <a:cxnLst/>
              <a:rect l="l" t="t" r="r" b="b"/>
              <a:pathLst>
                <a:path w="75564" h="8254">
                  <a:moveTo>
                    <a:pt x="75364" y="0"/>
                  </a:moveTo>
                  <a:lnTo>
                    <a:pt x="0" y="7962"/>
                  </a:lnTo>
                  <a:lnTo>
                    <a:pt x="75364" y="0"/>
                  </a:lnTo>
                  <a:close/>
                </a:path>
              </a:pathLst>
            </a:custGeom>
            <a:solidFill>
              <a:srgbClr val="6880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5179682" y="6038947"/>
              <a:ext cx="472440" cy="55880"/>
            </a:xfrm>
            <a:custGeom>
              <a:avLst/>
              <a:gdLst/>
              <a:ahLst/>
              <a:cxnLst/>
              <a:rect l="l" t="t" r="r" b="b"/>
              <a:pathLst>
                <a:path w="472439" h="55879">
                  <a:moveTo>
                    <a:pt x="471817" y="0"/>
                  </a:moveTo>
                  <a:lnTo>
                    <a:pt x="0" y="49888"/>
                  </a:lnTo>
                  <a:lnTo>
                    <a:pt x="0" y="55755"/>
                  </a:lnTo>
                  <a:lnTo>
                    <a:pt x="471817" y="5867"/>
                  </a:lnTo>
                  <a:lnTo>
                    <a:pt x="471817" y="0"/>
                  </a:lnTo>
                  <a:close/>
                </a:path>
              </a:pathLst>
            </a:custGeom>
            <a:solidFill>
              <a:srgbClr val="6C7E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5179682" y="6044814"/>
              <a:ext cx="472440" cy="55880"/>
            </a:xfrm>
            <a:custGeom>
              <a:avLst/>
              <a:gdLst/>
              <a:ahLst/>
              <a:cxnLst/>
              <a:rect l="l" t="t" r="r" b="b"/>
              <a:pathLst>
                <a:path w="472439" h="55879">
                  <a:moveTo>
                    <a:pt x="471817" y="0"/>
                  </a:moveTo>
                  <a:lnTo>
                    <a:pt x="0" y="49888"/>
                  </a:lnTo>
                  <a:lnTo>
                    <a:pt x="0" y="55710"/>
                  </a:lnTo>
                  <a:lnTo>
                    <a:pt x="471817" y="5840"/>
                  </a:lnTo>
                  <a:lnTo>
                    <a:pt x="471817" y="0"/>
                  </a:lnTo>
                  <a:close/>
                </a:path>
              </a:pathLst>
            </a:custGeom>
            <a:solidFill>
              <a:srgbClr val="7082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5179867" y="6551244"/>
              <a:ext cx="471805" cy="50165"/>
            </a:xfrm>
            <a:custGeom>
              <a:avLst/>
              <a:gdLst/>
              <a:ahLst/>
              <a:cxnLst/>
              <a:rect l="l" t="t" r="r" b="b"/>
              <a:pathLst>
                <a:path w="471804" h="50165">
                  <a:moveTo>
                    <a:pt x="471632" y="0"/>
                  </a:moveTo>
                  <a:lnTo>
                    <a:pt x="0" y="49865"/>
                  </a:lnTo>
                  <a:lnTo>
                    <a:pt x="471632" y="0"/>
                  </a:lnTo>
                  <a:close/>
                </a:path>
              </a:pathLst>
            </a:custGeom>
            <a:solidFill>
              <a:srgbClr val="758A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5179867" y="6562920"/>
              <a:ext cx="471805" cy="50165"/>
            </a:xfrm>
            <a:custGeom>
              <a:avLst/>
              <a:gdLst/>
              <a:ahLst/>
              <a:cxnLst/>
              <a:rect l="l" t="t" r="r" b="b"/>
              <a:pathLst>
                <a:path w="471804" h="50165">
                  <a:moveTo>
                    <a:pt x="471632" y="10"/>
                  </a:moveTo>
                  <a:lnTo>
                    <a:pt x="0" y="49878"/>
                  </a:lnTo>
                  <a:lnTo>
                    <a:pt x="471632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4795647" y="6329616"/>
              <a:ext cx="37465" cy="27940"/>
            </a:xfrm>
            <a:custGeom>
              <a:avLst/>
              <a:gdLst/>
              <a:ahLst/>
              <a:cxnLst/>
              <a:rect l="l" t="t" r="r" b="b"/>
              <a:pathLst>
                <a:path w="37464" h="27939">
                  <a:moveTo>
                    <a:pt x="9588" y="7162"/>
                  </a:moveTo>
                  <a:lnTo>
                    <a:pt x="38" y="0"/>
                  </a:lnTo>
                  <a:lnTo>
                    <a:pt x="9588" y="7162"/>
                  </a:lnTo>
                  <a:close/>
                </a:path>
                <a:path w="37464" h="27939">
                  <a:moveTo>
                    <a:pt x="36868" y="27749"/>
                  </a:moveTo>
                  <a:lnTo>
                    <a:pt x="27546" y="20713"/>
                  </a:lnTo>
                  <a:lnTo>
                    <a:pt x="36868" y="27749"/>
                  </a:lnTo>
                  <a:close/>
                </a:path>
              </a:pathLst>
            </a:custGeom>
            <a:solidFill>
              <a:srgbClr val="B984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4574628" y="6162929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0" y="0"/>
                  </a:moveTo>
                  <a:lnTo>
                    <a:pt x="1816" y="1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4571836" y="4961084"/>
              <a:ext cx="7620" cy="6985"/>
            </a:xfrm>
            <a:custGeom>
              <a:avLst/>
              <a:gdLst/>
              <a:ahLst/>
              <a:cxnLst/>
              <a:rect l="l" t="t" r="r" b="b"/>
              <a:pathLst>
                <a:path w="7620" h="6985">
                  <a:moveTo>
                    <a:pt x="0" y="0"/>
                  </a:moveTo>
                  <a:lnTo>
                    <a:pt x="0" y="6427"/>
                  </a:lnTo>
                  <a:lnTo>
                    <a:pt x="7494" y="56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4571836" y="4966719"/>
              <a:ext cx="7620" cy="1270"/>
            </a:xfrm>
            <a:custGeom>
              <a:avLst/>
              <a:gdLst/>
              <a:ahLst/>
              <a:cxnLst/>
              <a:rect l="l" t="t" r="r" b="b"/>
              <a:pathLst>
                <a:path w="7620" h="1270">
                  <a:moveTo>
                    <a:pt x="7494" y="0"/>
                  </a:moveTo>
                  <a:lnTo>
                    <a:pt x="0" y="792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4592923" y="4977012"/>
              <a:ext cx="582930" cy="439420"/>
            </a:xfrm>
            <a:custGeom>
              <a:avLst/>
              <a:gdLst/>
              <a:ahLst/>
              <a:cxnLst/>
              <a:rect l="l" t="t" r="r" b="b"/>
              <a:pathLst>
                <a:path w="582929" h="439420">
                  <a:moveTo>
                    <a:pt x="0" y="0"/>
                  </a:moveTo>
                  <a:lnTo>
                    <a:pt x="582336" y="4389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78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5172373" y="6612800"/>
              <a:ext cx="7620" cy="6985"/>
            </a:xfrm>
            <a:custGeom>
              <a:avLst/>
              <a:gdLst/>
              <a:ahLst/>
              <a:cxnLst/>
              <a:rect l="l" t="t" r="r" b="b"/>
              <a:pathLst>
                <a:path w="7620" h="6984">
                  <a:moveTo>
                    <a:pt x="7494" y="0"/>
                  </a:moveTo>
                  <a:lnTo>
                    <a:pt x="92" y="791"/>
                  </a:lnTo>
                  <a:lnTo>
                    <a:pt x="7494" y="6426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5172420" y="6612800"/>
              <a:ext cx="7620" cy="1270"/>
            </a:xfrm>
            <a:custGeom>
              <a:avLst/>
              <a:gdLst/>
              <a:ahLst/>
              <a:cxnLst/>
              <a:rect l="l" t="t" r="r" b="b"/>
              <a:pathLst>
                <a:path w="7620" h="1270">
                  <a:moveTo>
                    <a:pt x="7447" y="0"/>
                  </a:moveTo>
                  <a:lnTo>
                    <a:pt x="0" y="791"/>
                  </a:lnTo>
                  <a:lnTo>
                    <a:pt x="7447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4830788" y="6341491"/>
              <a:ext cx="9525" cy="7620"/>
            </a:xfrm>
            <a:custGeom>
              <a:avLst/>
              <a:gdLst/>
              <a:ahLst/>
              <a:cxnLst/>
              <a:rect l="l" t="t" r="r" b="b"/>
              <a:pathLst>
                <a:path w="9525" h="7620">
                  <a:moveTo>
                    <a:pt x="9359" y="7023"/>
                  </a:moveTo>
                  <a:lnTo>
                    <a:pt x="0" y="0"/>
                  </a:lnTo>
                  <a:lnTo>
                    <a:pt x="9359" y="7023"/>
                  </a:lnTo>
                  <a:close/>
                </a:path>
              </a:pathLst>
            </a:custGeom>
            <a:solidFill>
              <a:srgbClr val="837F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4583474" y="4984417"/>
              <a:ext cx="635" cy="1167765"/>
            </a:xfrm>
            <a:custGeom>
              <a:avLst/>
              <a:gdLst/>
              <a:ahLst/>
              <a:cxnLst/>
              <a:rect l="l" t="t" r="r" b="b"/>
              <a:pathLst>
                <a:path w="635" h="1167764">
                  <a:moveTo>
                    <a:pt x="0" y="0"/>
                  </a:moveTo>
                  <a:lnTo>
                    <a:pt x="464" y="11674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90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4571836" y="4975661"/>
              <a:ext cx="6350" cy="1187450"/>
            </a:xfrm>
            <a:custGeom>
              <a:avLst/>
              <a:gdLst/>
              <a:ahLst/>
              <a:cxnLst/>
              <a:rect l="l" t="t" r="r" b="b"/>
              <a:pathLst>
                <a:path w="6350" h="1187450">
                  <a:moveTo>
                    <a:pt x="0" y="0"/>
                  </a:moveTo>
                  <a:lnTo>
                    <a:pt x="466" y="1185543"/>
                  </a:lnTo>
                  <a:lnTo>
                    <a:pt x="2792" y="1187267"/>
                  </a:lnTo>
                  <a:lnTo>
                    <a:pt x="6283" y="1182610"/>
                  </a:lnTo>
                  <a:lnTo>
                    <a:pt x="5679" y="1176835"/>
                  </a:lnTo>
                  <a:lnTo>
                    <a:pt x="6283" y="1176788"/>
                  </a:lnTo>
                  <a:lnTo>
                    <a:pt x="5819" y="4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4577655" y="4980039"/>
              <a:ext cx="6350" cy="1172845"/>
            </a:xfrm>
            <a:custGeom>
              <a:avLst/>
              <a:gdLst/>
              <a:ahLst/>
              <a:cxnLst/>
              <a:rect l="l" t="t" r="r" b="b"/>
              <a:pathLst>
                <a:path w="6350" h="1172845">
                  <a:moveTo>
                    <a:pt x="0" y="0"/>
                  </a:moveTo>
                  <a:lnTo>
                    <a:pt x="464" y="1172410"/>
                  </a:lnTo>
                  <a:lnTo>
                    <a:pt x="6283" y="1171806"/>
                  </a:lnTo>
                  <a:lnTo>
                    <a:pt x="5819" y="4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76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4593389" y="6162510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45" y="0"/>
                  </a:moveTo>
                  <a:lnTo>
                    <a:pt x="0" y="0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6D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4583939" y="6151798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8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4577515" y="6152497"/>
              <a:ext cx="635" cy="5715"/>
            </a:xfrm>
            <a:custGeom>
              <a:avLst/>
              <a:gdLst/>
              <a:ahLst/>
              <a:cxnLst/>
              <a:rect l="l" t="t" r="r" b="b"/>
              <a:pathLst>
                <a:path w="635" h="5714">
                  <a:moveTo>
                    <a:pt x="604" y="0"/>
                  </a:moveTo>
                  <a:lnTo>
                    <a:pt x="0" y="0"/>
                  </a:lnTo>
                  <a:lnTo>
                    <a:pt x="604" y="5634"/>
                  </a:lnTo>
                  <a:lnTo>
                    <a:pt x="604" y="0"/>
                  </a:lnTo>
                  <a:close/>
                </a:path>
              </a:pathLst>
            </a:custGeom>
            <a:solidFill>
              <a:srgbClr val="8889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4578120" y="6152450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0" y="0"/>
                  </a:move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4578108" y="6151803"/>
              <a:ext cx="8890" cy="6985"/>
            </a:xfrm>
            <a:custGeom>
              <a:avLst/>
              <a:gdLst/>
              <a:ahLst/>
              <a:cxnLst/>
              <a:rect l="l" t="t" r="r" b="b"/>
              <a:pathLst>
                <a:path w="8889" h="6985">
                  <a:moveTo>
                    <a:pt x="8483" y="5588"/>
                  </a:moveTo>
                  <a:lnTo>
                    <a:pt x="5829" y="3581"/>
                  </a:lnTo>
                  <a:lnTo>
                    <a:pt x="5829" y="0"/>
                  </a:lnTo>
                  <a:lnTo>
                    <a:pt x="0" y="647"/>
                  </a:lnTo>
                  <a:lnTo>
                    <a:pt x="0" y="6477"/>
                  </a:lnTo>
                  <a:lnTo>
                    <a:pt x="3492" y="1866"/>
                  </a:lnTo>
                  <a:lnTo>
                    <a:pt x="8483" y="5588"/>
                  </a:lnTo>
                  <a:close/>
                </a:path>
              </a:pathLst>
            </a:custGeom>
            <a:solidFill>
              <a:srgbClr val="657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4586592" y="6157386"/>
              <a:ext cx="6985" cy="5715"/>
            </a:xfrm>
            <a:custGeom>
              <a:avLst/>
              <a:gdLst/>
              <a:ahLst/>
              <a:cxnLst/>
              <a:rect l="l" t="t" r="r" b="b"/>
              <a:pathLst>
                <a:path w="6985" h="5714">
                  <a:moveTo>
                    <a:pt x="0" y="0"/>
                  </a:moveTo>
                  <a:lnTo>
                    <a:pt x="6797" y="51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74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4586592" y="615738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5D6B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4576445" y="6163440"/>
              <a:ext cx="591820" cy="447040"/>
            </a:xfrm>
            <a:custGeom>
              <a:avLst/>
              <a:gdLst/>
              <a:ahLst/>
              <a:cxnLst/>
              <a:rect l="l" t="t" r="r" b="b"/>
              <a:pathLst>
                <a:path w="591820" h="447040">
                  <a:moveTo>
                    <a:pt x="259886" y="189495"/>
                  </a:moveTo>
                  <a:lnTo>
                    <a:pt x="256070" y="193920"/>
                  </a:lnTo>
                  <a:lnTo>
                    <a:pt x="591785" y="447029"/>
                  </a:lnTo>
                  <a:lnTo>
                    <a:pt x="591785" y="439718"/>
                  </a:lnTo>
                  <a:lnTo>
                    <a:pt x="259886" y="189495"/>
                  </a:lnTo>
                  <a:close/>
                </a:path>
                <a:path w="591820" h="447040">
                  <a:moveTo>
                    <a:pt x="244665" y="177993"/>
                  </a:moveTo>
                  <a:lnTo>
                    <a:pt x="240381" y="182091"/>
                  </a:lnTo>
                  <a:lnTo>
                    <a:pt x="246759" y="186888"/>
                  </a:lnTo>
                  <a:lnTo>
                    <a:pt x="250576" y="182463"/>
                  </a:lnTo>
                  <a:lnTo>
                    <a:pt x="244665" y="177993"/>
                  </a:lnTo>
                  <a:close/>
                </a:path>
                <a:path w="591820" h="447040">
                  <a:moveTo>
                    <a:pt x="233399" y="169517"/>
                  </a:moveTo>
                  <a:lnTo>
                    <a:pt x="228791" y="173335"/>
                  </a:lnTo>
                  <a:lnTo>
                    <a:pt x="230932" y="174965"/>
                  </a:lnTo>
                  <a:lnTo>
                    <a:pt x="235215" y="170914"/>
                  </a:lnTo>
                  <a:lnTo>
                    <a:pt x="233399" y="169517"/>
                  </a:lnTo>
                  <a:close/>
                </a:path>
                <a:path w="591820" h="447040">
                  <a:moveTo>
                    <a:pt x="8517" y="0"/>
                  </a:moveTo>
                  <a:lnTo>
                    <a:pt x="0" y="885"/>
                  </a:lnTo>
                  <a:lnTo>
                    <a:pt x="219248" y="166164"/>
                  </a:lnTo>
                  <a:lnTo>
                    <a:pt x="223856" y="162345"/>
                  </a:lnTo>
                  <a:lnTo>
                    <a:pt x="8517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4795685" y="6325793"/>
              <a:ext cx="40640" cy="31750"/>
            </a:xfrm>
            <a:custGeom>
              <a:avLst/>
              <a:gdLst/>
              <a:ahLst/>
              <a:cxnLst/>
              <a:rect l="l" t="t" r="r" b="b"/>
              <a:pathLst>
                <a:path w="40639" h="31750">
                  <a:moveTo>
                    <a:pt x="14147" y="7175"/>
                  </a:moveTo>
                  <a:lnTo>
                    <a:pt x="4610" y="0"/>
                  </a:lnTo>
                  <a:lnTo>
                    <a:pt x="0" y="3822"/>
                  </a:lnTo>
                  <a:lnTo>
                    <a:pt x="9550" y="10985"/>
                  </a:lnTo>
                  <a:lnTo>
                    <a:pt x="14147" y="7175"/>
                  </a:lnTo>
                  <a:close/>
                </a:path>
                <a:path w="40639" h="31750">
                  <a:moveTo>
                    <a:pt x="25425" y="15646"/>
                  </a:moveTo>
                  <a:lnTo>
                    <a:pt x="15963" y="8572"/>
                  </a:lnTo>
                  <a:lnTo>
                    <a:pt x="11684" y="12623"/>
                  </a:lnTo>
                  <a:lnTo>
                    <a:pt x="21132" y="19748"/>
                  </a:lnTo>
                  <a:lnTo>
                    <a:pt x="25425" y="15646"/>
                  </a:lnTo>
                  <a:close/>
                </a:path>
                <a:path w="40639" h="31750">
                  <a:moveTo>
                    <a:pt x="40640" y="27152"/>
                  </a:moveTo>
                  <a:lnTo>
                    <a:pt x="31330" y="20116"/>
                  </a:lnTo>
                  <a:lnTo>
                    <a:pt x="27508" y="24536"/>
                  </a:lnTo>
                  <a:lnTo>
                    <a:pt x="36830" y="31572"/>
                  </a:lnTo>
                  <a:lnTo>
                    <a:pt x="40640" y="27152"/>
                  </a:lnTo>
                  <a:close/>
                </a:path>
              </a:pathLst>
            </a:custGeom>
            <a:solidFill>
              <a:srgbClr val="9072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4584962" y="6162510"/>
              <a:ext cx="583565" cy="440690"/>
            </a:xfrm>
            <a:custGeom>
              <a:avLst/>
              <a:gdLst/>
              <a:ahLst/>
              <a:cxnLst/>
              <a:rect l="l" t="t" r="r" b="b"/>
              <a:pathLst>
                <a:path w="583564" h="440690">
                  <a:moveTo>
                    <a:pt x="255186" y="186002"/>
                  </a:moveTo>
                  <a:lnTo>
                    <a:pt x="251368" y="190426"/>
                  </a:lnTo>
                  <a:lnTo>
                    <a:pt x="583267" y="440649"/>
                  </a:lnTo>
                  <a:lnTo>
                    <a:pt x="583267" y="433384"/>
                  </a:lnTo>
                  <a:lnTo>
                    <a:pt x="255186" y="186002"/>
                  </a:lnTo>
                  <a:close/>
                </a:path>
                <a:path w="583564" h="440690">
                  <a:moveTo>
                    <a:pt x="240383" y="174871"/>
                  </a:moveTo>
                  <a:lnTo>
                    <a:pt x="236050" y="179016"/>
                  </a:lnTo>
                  <a:lnTo>
                    <a:pt x="236270" y="179016"/>
                  </a:lnTo>
                  <a:lnTo>
                    <a:pt x="242058" y="183394"/>
                  </a:lnTo>
                  <a:lnTo>
                    <a:pt x="245828" y="179016"/>
                  </a:lnTo>
                  <a:lnTo>
                    <a:pt x="240383" y="174871"/>
                  </a:lnTo>
                  <a:close/>
                </a:path>
                <a:path w="583564" h="440690">
                  <a:moveTo>
                    <a:pt x="229490" y="166676"/>
                  </a:moveTo>
                  <a:lnTo>
                    <a:pt x="224881" y="170447"/>
                  </a:lnTo>
                  <a:lnTo>
                    <a:pt x="226697" y="171844"/>
                  </a:lnTo>
                  <a:lnTo>
                    <a:pt x="230979" y="167793"/>
                  </a:lnTo>
                  <a:lnTo>
                    <a:pt x="229490" y="166676"/>
                  </a:lnTo>
                  <a:close/>
                </a:path>
                <a:path w="583564" h="440690">
                  <a:moveTo>
                    <a:pt x="8472" y="0"/>
                  </a:moveTo>
                  <a:lnTo>
                    <a:pt x="0" y="930"/>
                  </a:lnTo>
                  <a:lnTo>
                    <a:pt x="215338" y="163276"/>
                  </a:lnTo>
                  <a:lnTo>
                    <a:pt x="219947" y="159457"/>
                  </a:lnTo>
                  <a:lnTo>
                    <a:pt x="8472" y="0"/>
                  </a:lnTo>
                  <a:close/>
                </a:path>
              </a:pathLst>
            </a:custGeom>
            <a:solidFill>
              <a:srgbClr val="6D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4800295" y="6321971"/>
              <a:ext cx="40005" cy="31115"/>
            </a:xfrm>
            <a:custGeom>
              <a:avLst/>
              <a:gdLst/>
              <a:ahLst/>
              <a:cxnLst/>
              <a:rect l="l" t="t" r="r" b="b"/>
              <a:pathLst>
                <a:path w="40004" h="31114">
                  <a:moveTo>
                    <a:pt x="14147" y="7226"/>
                  </a:moveTo>
                  <a:lnTo>
                    <a:pt x="4610" y="0"/>
                  </a:lnTo>
                  <a:lnTo>
                    <a:pt x="0" y="3822"/>
                  </a:lnTo>
                  <a:lnTo>
                    <a:pt x="9537" y="10998"/>
                  </a:lnTo>
                  <a:lnTo>
                    <a:pt x="14147" y="7226"/>
                  </a:lnTo>
                  <a:close/>
                </a:path>
                <a:path w="40004" h="31114">
                  <a:moveTo>
                    <a:pt x="25044" y="15417"/>
                  </a:moveTo>
                  <a:lnTo>
                    <a:pt x="15646" y="8343"/>
                  </a:lnTo>
                  <a:lnTo>
                    <a:pt x="11353" y="12395"/>
                  </a:lnTo>
                  <a:lnTo>
                    <a:pt x="20815" y="19469"/>
                  </a:lnTo>
                  <a:lnTo>
                    <a:pt x="25044" y="15417"/>
                  </a:lnTo>
                  <a:close/>
                </a:path>
                <a:path w="40004" h="31114">
                  <a:moveTo>
                    <a:pt x="39852" y="26543"/>
                  </a:moveTo>
                  <a:lnTo>
                    <a:pt x="30492" y="19558"/>
                  </a:lnTo>
                  <a:lnTo>
                    <a:pt x="26720" y="23939"/>
                  </a:lnTo>
                  <a:lnTo>
                    <a:pt x="36029" y="30975"/>
                  </a:lnTo>
                  <a:lnTo>
                    <a:pt x="39852" y="26543"/>
                  </a:lnTo>
                  <a:close/>
                </a:path>
              </a:pathLst>
            </a:custGeom>
            <a:solidFill>
              <a:srgbClr val="6F6D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4574628" y="6158271"/>
              <a:ext cx="10795" cy="6350"/>
            </a:xfrm>
            <a:custGeom>
              <a:avLst/>
              <a:gdLst/>
              <a:ahLst/>
              <a:cxnLst/>
              <a:rect l="l" t="t" r="r" b="b"/>
              <a:pathLst>
                <a:path w="10795" h="6350">
                  <a:moveTo>
                    <a:pt x="3491" y="0"/>
                  </a:moveTo>
                  <a:lnTo>
                    <a:pt x="0" y="4657"/>
                  </a:lnTo>
                  <a:lnTo>
                    <a:pt x="1816" y="6054"/>
                  </a:lnTo>
                  <a:lnTo>
                    <a:pt x="10333" y="5168"/>
                  </a:lnTo>
                  <a:lnTo>
                    <a:pt x="4097" y="5821"/>
                  </a:lnTo>
                  <a:lnTo>
                    <a:pt x="3491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4584962" y="6162510"/>
              <a:ext cx="8890" cy="1270"/>
            </a:xfrm>
            <a:custGeom>
              <a:avLst/>
              <a:gdLst/>
              <a:ahLst/>
              <a:cxnLst/>
              <a:rect l="l" t="t" r="r" b="b"/>
              <a:pathLst>
                <a:path w="8889" h="1270">
                  <a:moveTo>
                    <a:pt x="8472" y="0"/>
                  </a:moveTo>
                  <a:lnTo>
                    <a:pt x="0" y="930"/>
                  </a:lnTo>
                  <a:lnTo>
                    <a:pt x="8472" y="0"/>
                  </a:lnTo>
                  <a:close/>
                </a:path>
              </a:pathLst>
            </a:custGeom>
            <a:solidFill>
              <a:srgbClr val="5E66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4578120" y="6158271"/>
              <a:ext cx="6985" cy="6350"/>
            </a:xfrm>
            <a:custGeom>
              <a:avLst/>
              <a:gdLst/>
              <a:ahLst/>
              <a:cxnLst/>
              <a:rect l="l" t="t" r="r" b="b"/>
              <a:pathLst>
                <a:path w="6985" h="6350">
                  <a:moveTo>
                    <a:pt x="0" y="0"/>
                  </a:moveTo>
                  <a:lnTo>
                    <a:pt x="605" y="5821"/>
                  </a:lnTo>
                  <a:lnTo>
                    <a:pt x="6842" y="5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70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4578120" y="6157386"/>
              <a:ext cx="8890" cy="1270"/>
            </a:xfrm>
            <a:custGeom>
              <a:avLst/>
              <a:gdLst/>
              <a:ahLst/>
              <a:cxnLst/>
              <a:rect l="l" t="t" r="r" b="b"/>
              <a:pathLst>
                <a:path w="8889" h="1270">
                  <a:moveTo>
                    <a:pt x="8472" y="0"/>
                  </a:moveTo>
                  <a:lnTo>
                    <a:pt x="0" y="885"/>
                  </a:lnTo>
                  <a:lnTo>
                    <a:pt x="8472" y="0"/>
                  </a:lnTo>
                  <a:close/>
                </a:path>
              </a:pathLst>
            </a:custGeom>
            <a:solidFill>
              <a:srgbClr val="5C6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4578167" y="6153661"/>
              <a:ext cx="8890" cy="5080"/>
            </a:xfrm>
            <a:custGeom>
              <a:avLst/>
              <a:gdLst/>
              <a:ahLst/>
              <a:cxnLst/>
              <a:rect l="l" t="t" r="r" b="b"/>
              <a:pathLst>
                <a:path w="8889" h="5079">
                  <a:moveTo>
                    <a:pt x="3444" y="0"/>
                  </a:moveTo>
                  <a:lnTo>
                    <a:pt x="0" y="4610"/>
                  </a:lnTo>
                  <a:lnTo>
                    <a:pt x="8425" y="3724"/>
                  </a:lnTo>
                  <a:lnTo>
                    <a:pt x="3444" y="0"/>
                  </a:lnTo>
                  <a:close/>
                </a:path>
              </a:pathLst>
            </a:custGeom>
            <a:solidFill>
              <a:srgbClr val="575E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4578120" y="615827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267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4578120" y="6157386"/>
              <a:ext cx="8890" cy="1270"/>
            </a:xfrm>
            <a:custGeom>
              <a:avLst/>
              <a:gdLst/>
              <a:ahLst/>
              <a:cxnLst/>
              <a:rect l="l" t="t" r="r" b="b"/>
              <a:pathLst>
                <a:path w="8889" h="1270">
                  <a:moveTo>
                    <a:pt x="8472" y="0"/>
                  </a:moveTo>
                  <a:lnTo>
                    <a:pt x="0" y="885"/>
                  </a:lnTo>
                  <a:lnTo>
                    <a:pt x="8472" y="0"/>
                  </a:lnTo>
                  <a:close/>
                </a:path>
              </a:pathLst>
            </a:custGeom>
            <a:solidFill>
              <a:srgbClr val="575E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4578120" y="6157386"/>
              <a:ext cx="15875" cy="6350"/>
            </a:xfrm>
            <a:custGeom>
              <a:avLst/>
              <a:gdLst/>
              <a:ahLst/>
              <a:cxnLst/>
              <a:rect l="l" t="t" r="r" b="b"/>
              <a:pathLst>
                <a:path w="15875" h="6350">
                  <a:moveTo>
                    <a:pt x="8472" y="0"/>
                  </a:moveTo>
                  <a:lnTo>
                    <a:pt x="0" y="885"/>
                  </a:lnTo>
                  <a:lnTo>
                    <a:pt x="6842" y="6054"/>
                  </a:lnTo>
                  <a:lnTo>
                    <a:pt x="15269" y="5123"/>
                  </a:lnTo>
                  <a:lnTo>
                    <a:pt x="8472" y="0"/>
                  </a:lnTo>
                  <a:close/>
                </a:path>
              </a:pathLst>
            </a:custGeom>
            <a:solidFill>
              <a:srgbClr val="596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4578120" y="6157386"/>
              <a:ext cx="8890" cy="1270"/>
            </a:xfrm>
            <a:custGeom>
              <a:avLst/>
              <a:gdLst/>
              <a:ahLst/>
              <a:cxnLst/>
              <a:rect l="l" t="t" r="r" b="b"/>
              <a:pathLst>
                <a:path w="8889" h="1270">
                  <a:moveTo>
                    <a:pt x="8472" y="0"/>
                  </a:moveTo>
                  <a:lnTo>
                    <a:pt x="0" y="885"/>
                  </a:lnTo>
                  <a:lnTo>
                    <a:pt x="8472" y="0"/>
                  </a:lnTo>
                  <a:close/>
                </a:path>
              </a:pathLst>
            </a:custGeom>
            <a:solidFill>
              <a:srgbClr val="535B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5179682" y="6100525"/>
              <a:ext cx="635" cy="501015"/>
            </a:xfrm>
            <a:custGeom>
              <a:avLst/>
              <a:gdLst/>
              <a:ahLst/>
              <a:cxnLst/>
              <a:rect l="l" t="t" r="r" b="b"/>
              <a:pathLst>
                <a:path w="635" h="501015">
                  <a:moveTo>
                    <a:pt x="0" y="0"/>
                  </a:moveTo>
                  <a:lnTo>
                    <a:pt x="185" y="5005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8A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5179682" y="610052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572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5179682" y="608883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C7E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5179682" y="6088836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0" y="0"/>
                  </a:moveTo>
                  <a:lnTo>
                    <a:pt x="0" y="58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9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5179682" y="6094703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0" y="0"/>
                  </a:move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16D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5168044" y="6101782"/>
              <a:ext cx="635" cy="245745"/>
            </a:xfrm>
            <a:custGeom>
              <a:avLst/>
              <a:gdLst/>
              <a:ahLst/>
              <a:cxnLst/>
              <a:rect l="l" t="t" r="r" b="b"/>
              <a:pathLst>
                <a:path w="635" h="245745">
                  <a:moveTo>
                    <a:pt x="0" y="0"/>
                  </a:moveTo>
                  <a:lnTo>
                    <a:pt x="93" y="2455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96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5168044" y="610178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D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5168044" y="6090046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8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5168044" y="6095913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889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5168044" y="609591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57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5168044" y="6090093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0" y="0"/>
                  </a:moveTo>
                  <a:lnTo>
                    <a:pt x="0" y="5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57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5168044" y="609596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757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5168044" y="6095960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0" y="0"/>
                  </a:move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74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5175260" y="5365647"/>
              <a:ext cx="476250" cy="50800"/>
            </a:xfrm>
            <a:custGeom>
              <a:avLst/>
              <a:gdLst/>
              <a:ahLst/>
              <a:cxnLst/>
              <a:rect l="l" t="t" r="r" b="b"/>
              <a:pathLst>
                <a:path w="476250" h="50800">
                  <a:moveTo>
                    <a:pt x="476239" y="0"/>
                  </a:moveTo>
                  <a:lnTo>
                    <a:pt x="0" y="50337"/>
                  </a:lnTo>
                  <a:lnTo>
                    <a:pt x="476239" y="0"/>
                  </a:lnTo>
                  <a:close/>
                </a:path>
              </a:pathLst>
            </a:custGeom>
            <a:solidFill>
              <a:srgbClr val="778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5168230" y="6610470"/>
              <a:ext cx="4445" cy="3810"/>
            </a:xfrm>
            <a:custGeom>
              <a:avLst/>
              <a:gdLst/>
              <a:ahLst/>
              <a:cxnLst/>
              <a:rect l="l" t="t" r="r" b="b"/>
              <a:pathLst>
                <a:path w="4445" h="3809">
                  <a:moveTo>
                    <a:pt x="0" y="0"/>
                  </a:moveTo>
                  <a:lnTo>
                    <a:pt x="0" y="3539"/>
                  </a:lnTo>
                  <a:lnTo>
                    <a:pt x="4142" y="31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5179860" y="6557111"/>
              <a:ext cx="471805" cy="55880"/>
            </a:xfrm>
            <a:custGeom>
              <a:avLst/>
              <a:gdLst/>
              <a:ahLst/>
              <a:cxnLst/>
              <a:rect l="l" t="t" r="r" b="b"/>
              <a:pathLst>
                <a:path w="471804" h="55879">
                  <a:moveTo>
                    <a:pt x="471639" y="0"/>
                  </a:moveTo>
                  <a:lnTo>
                    <a:pt x="0" y="49872"/>
                  </a:lnTo>
                  <a:lnTo>
                    <a:pt x="0" y="55689"/>
                  </a:lnTo>
                  <a:lnTo>
                    <a:pt x="471639" y="5829"/>
                  </a:lnTo>
                  <a:lnTo>
                    <a:pt x="471639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5179867" y="6551244"/>
              <a:ext cx="471805" cy="55880"/>
            </a:xfrm>
            <a:custGeom>
              <a:avLst/>
              <a:gdLst/>
              <a:ahLst/>
              <a:cxnLst/>
              <a:rect l="l" t="t" r="r" b="b"/>
              <a:pathLst>
                <a:path w="471804" h="55879">
                  <a:moveTo>
                    <a:pt x="471632" y="0"/>
                  </a:moveTo>
                  <a:lnTo>
                    <a:pt x="0" y="49865"/>
                  </a:lnTo>
                  <a:lnTo>
                    <a:pt x="0" y="55733"/>
                  </a:lnTo>
                  <a:lnTo>
                    <a:pt x="471632" y="5856"/>
                  </a:lnTo>
                  <a:lnTo>
                    <a:pt x="471632" y="0"/>
                  </a:lnTo>
                  <a:close/>
                </a:path>
              </a:pathLst>
            </a:custGeom>
            <a:solidFill>
              <a:srgbClr val="6572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5175260" y="541598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77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5172373" y="6613591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>
                  <a:moveTo>
                    <a:pt x="0" y="0"/>
                  </a:moveTo>
                  <a:lnTo>
                    <a:pt x="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5168044" y="6101176"/>
              <a:ext cx="6350" cy="499109"/>
            </a:xfrm>
            <a:custGeom>
              <a:avLst/>
              <a:gdLst/>
              <a:ahLst/>
              <a:cxnLst/>
              <a:rect l="l" t="t" r="r" b="b"/>
              <a:pathLst>
                <a:path w="6350" h="499109">
                  <a:moveTo>
                    <a:pt x="5819" y="0"/>
                  </a:moveTo>
                  <a:lnTo>
                    <a:pt x="0" y="605"/>
                  </a:lnTo>
                  <a:lnTo>
                    <a:pt x="186" y="494718"/>
                  </a:lnTo>
                  <a:lnTo>
                    <a:pt x="6005" y="499096"/>
                  </a:lnTo>
                  <a:lnTo>
                    <a:pt x="5819" y="0"/>
                  </a:lnTo>
                  <a:close/>
                </a:path>
              </a:pathLst>
            </a:custGeom>
            <a:solidFill>
              <a:srgbClr val="6D7A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5173954" y="6101079"/>
              <a:ext cx="6350" cy="500380"/>
            </a:xfrm>
            <a:custGeom>
              <a:avLst/>
              <a:gdLst/>
              <a:ahLst/>
              <a:cxnLst/>
              <a:rect l="l" t="t" r="r" b="b"/>
              <a:pathLst>
                <a:path w="6350" h="500379">
                  <a:moveTo>
                    <a:pt x="5905" y="499110"/>
                  </a:moveTo>
                  <a:lnTo>
                    <a:pt x="5816" y="0"/>
                  </a:lnTo>
                  <a:lnTo>
                    <a:pt x="0" y="0"/>
                  </a:lnTo>
                  <a:lnTo>
                    <a:pt x="0" y="499110"/>
                  </a:lnTo>
                  <a:lnTo>
                    <a:pt x="825" y="499110"/>
                  </a:lnTo>
                  <a:lnTo>
                    <a:pt x="825" y="500380"/>
                  </a:lnTo>
                  <a:lnTo>
                    <a:pt x="5905" y="500380"/>
                  </a:lnTo>
                  <a:lnTo>
                    <a:pt x="5905" y="499110"/>
                  </a:lnTo>
                  <a:close/>
                </a:path>
              </a:pathLst>
            </a:custGeom>
            <a:solidFill>
              <a:srgbClr val="6572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5173863" y="6101176"/>
              <a:ext cx="635" cy="499109"/>
            </a:xfrm>
            <a:custGeom>
              <a:avLst/>
              <a:gdLst/>
              <a:ahLst/>
              <a:cxnLst/>
              <a:rect l="l" t="t" r="r" b="b"/>
              <a:pathLst>
                <a:path w="635" h="499109">
                  <a:moveTo>
                    <a:pt x="0" y="0"/>
                  </a:moveTo>
                  <a:lnTo>
                    <a:pt x="186" y="4990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69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5173583" y="5427860"/>
              <a:ext cx="0" cy="9525"/>
            </a:xfrm>
            <a:custGeom>
              <a:avLst/>
              <a:gdLst/>
              <a:ahLst/>
              <a:cxnLst/>
              <a:rect l="l" t="t" r="r" b="b"/>
              <a:pathLst>
                <a:path h="9525">
                  <a:moveTo>
                    <a:pt x="0" y="0"/>
                  </a:moveTo>
                  <a:lnTo>
                    <a:pt x="0" y="91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7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5167757" y="5425439"/>
              <a:ext cx="6350" cy="664845"/>
            </a:xfrm>
            <a:custGeom>
              <a:avLst/>
              <a:gdLst/>
              <a:ahLst/>
              <a:cxnLst/>
              <a:rect l="l" t="t" r="r" b="b"/>
              <a:pathLst>
                <a:path w="6350" h="664845">
                  <a:moveTo>
                    <a:pt x="5842" y="2540"/>
                  </a:moveTo>
                  <a:lnTo>
                    <a:pt x="3898" y="2425"/>
                  </a:lnTo>
                  <a:lnTo>
                    <a:pt x="4038" y="2540"/>
                  </a:lnTo>
                  <a:lnTo>
                    <a:pt x="2374" y="2540"/>
                  </a:lnTo>
                  <a:lnTo>
                    <a:pt x="2374" y="0"/>
                  </a:lnTo>
                  <a:lnTo>
                    <a:pt x="0" y="0"/>
                  </a:lnTo>
                  <a:lnTo>
                    <a:pt x="0" y="2540"/>
                  </a:lnTo>
                  <a:lnTo>
                    <a:pt x="25" y="143510"/>
                  </a:lnTo>
                  <a:lnTo>
                    <a:pt x="50" y="144780"/>
                  </a:lnTo>
                  <a:lnTo>
                    <a:pt x="1295" y="144780"/>
                  </a:lnTo>
                  <a:lnTo>
                    <a:pt x="1295" y="143510"/>
                  </a:lnTo>
                  <a:lnTo>
                    <a:pt x="5842" y="143510"/>
                  </a:lnTo>
                  <a:lnTo>
                    <a:pt x="5842" y="2540"/>
                  </a:lnTo>
                  <a:close/>
                </a:path>
                <a:path w="6350" h="664845">
                  <a:moveTo>
                    <a:pt x="6096" y="664006"/>
                  </a:moveTo>
                  <a:lnTo>
                    <a:pt x="6007" y="488162"/>
                  </a:lnTo>
                  <a:lnTo>
                    <a:pt x="190" y="488759"/>
                  </a:lnTo>
                  <a:lnTo>
                    <a:pt x="279" y="664616"/>
                  </a:lnTo>
                  <a:lnTo>
                    <a:pt x="6096" y="664006"/>
                  </a:lnTo>
                  <a:close/>
                </a:path>
              </a:pathLst>
            </a:custGeom>
            <a:solidFill>
              <a:srgbClr val="6976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5173573" y="5427255"/>
              <a:ext cx="6350" cy="662305"/>
            </a:xfrm>
            <a:custGeom>
              <a:avLst/>
              <a:gdLst/>
              <a:ahLst/>
              <a:cxnLst/>
              <a:rect l="l" t="t" r="r" b="b"/>
              <a:pathLst>
                <a:path w="6350" h="662304">
                  <a:moveTo>
                    <a:pt x="5867" y="141300"/>
                  </a:moveTo>
                  <a:lnTo>
                    <a:pt x="5829" y="0"/>
                  </a:lnTo>
                  <a:lnTo>
                    <a:pt x="0" y="609"/>
                  </a:lnTo>
                  <a:lnTo>
                    <a:pt x="101" y="141859"/>
                  </a:lnTo>
                  <a:lnTo>
                    <a:pt x="5867" y="141300"/>
                  </a:lnTo>
                  <a:close/>
                </a:path>
                <a:path w="6350" h="662304">
                  <a:moveTo>
                    <a:pt x="6108" y="661581"/>
                  </a:moveTo>
                  <a:lnTo>
                    <a:pt x="6007" y="485736"/>
                  </a:lnTo>
                  <a:lnTo>
                    <a:pt x="241" y="486346"/>
                  </a:lnTo>
                  <a:lnTo>
                    <a:pt x="279" y="662190"/>
                  </a:lnTo>
                  <a:lnTo>
                    <a:pt x="6108" y="661581"/>
                  </a:lnTo>
                  <a:close/>
                </a:path>
              </a:pathLst>
            </a:custGeom>
            <a:solidFill>
              <a:srgbClr val="626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5168044" y="6101129"/>
              <a:ext cx="6350" cy="1270"/>
            </a:xfrm>
            <a:custGeom>
              <a:avLst/>
              <a:gdLst/>
              <a:ahLst/>
              <a:cxnLst/>
              <a:rect l="l" t="t" r="r" b="b"/>
              <a:pathLst>
                <a:path w="6350" h="1270">
                  <a:moveTo>
                    <a:pt x="5819" y="0"/>
                  </a:moveTo>
                  <a:lnTo>
                    <a:pt x="0" y="652"/>
                  </a:lnTo>
                  <a:lnTo>
                    <a:pt x="5819" y="46"/>
                  </a:lnTo>
                  <a:close/>
                </a:path>
              </a:pathLst>
            </a:custGeom>
            <a:solidFill>
              <a:srgbClr val="5E66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5173863" y="6100525"/>
              <a:ext cx="6350" cy="1270"/>
            </a:xfrm>
            <a:custGeom>
              <a:avLst/>
              <a:gdLst/>
              <a:ahLst/>
              <a:cxnLst/>
              <a:rect l="l" t="t" r="r" b="b"/>
              <a:pathLst>
                <a:path w="6350" h="1270">
                  <a:moveTo>
                    <a:pt x="5819" y="0"/>
                  </a:moveTo>
                  <a:lnTo>
                    <a:pt x="0" y="604"/>
                  </a:lnTo>
                  <a:lnTo>
                    <a:pt x="5819" y="0"/>
                  </a:lnTo>
                  <a:close/>
                </a:path>
              </a:pathLst>
            </a:custGeom>
            <a:solidFill>
              <a:srgbClr val="586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5173863" y="6101129"/>
              <a:ext cx="0" cy="635"/>
            </a:xfrm>
            <a:custGeom>
              <a:avLst/>
              <a:gdLst/>
              <a:ahLst/>
              <a:cxnLst/>
              <a:rect l="l" t="t" r="r" b="b"/>
              <a:pathLst>
                <a:path h="635">
                  <a:moveTo>
                    <a:pt x="0" y="0"/>
                  </a:moveTo>
                  <a:lnTo>
                    <a:pt x="0" y="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5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5168044" y="6089440"/>
              <a:ext cx="6350" cy="1270"/>
            </a:xfrm>
            <a:custGeom>
              <a:avLst/>
              <a:gdLst/>
              <a:ahLst/>
              <a:cxnLst/>
              <a:rect l="l" t="t" r="r" b="b"/>
              <a:pathLst>
                <a:path w="6350" h="1270">
                  <a:moveTo>
                    <a:pt x="5819" y="0"/>
                  </a:moveTo>
                  <a:lnTo>
                    <a:pt x="0" y="605"/>
                  </a:lnTo>
                  <a:lnTo>
                    <a:pt x="5819" y="0"/>
                  </a:lnTo>
                  <a:close/>
                </a:path>
              </a:pathLst>
            </a:custGeom>
            <a:solidFill>
              <a:srgbClr val="6570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5173863" y="6088836"/>
              <a:ext cx="6350" cy="635"/>
            </a:xfrm>
            <a:custGeom>
              <a:avLst/>
              <a:gdLst/>
              <a:ahLst/>
              <a:cxnLst/>
              <a:rect l="l" t="t" r="r" b="b"/>
              <a:pathLst>
                <a:path w="6350" h="635">
                  <a:moveTo>
                    <a:pt x="5819" y="0"/>
                  </a:moveTo>
                  <a:lnTo>
                    <a:pt x="0" y="604"/>
                  </a:lnTo>
                  <a:lnTo>
                    <a:pt x="5819" y="0"/>
                  </a:lnTo>
                  <a:close/>
                </a:path>
              </a:pathLst>
            </a:custGeom>
            <a:solidFill>
              <a:srgbClr val="5E69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5173863" y="608944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546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5168044" y="6095262"/>
              <a:ext cx="6350" cy="1270"/>
            </a:xfrm>
            <a:custGeom>
              <a:avLst/>
              <a:gdLst/>
              <a:ahLst/>
              <a:cxnLst/>
              <a:rect l="l" t="t" r="r" b="b"/>
              <a:pathLst>
                <a:path w="6350" h="1270">
                  <a:moveTo>
                    <a:pt x="5819" y="0"/>
                  </a:moveTo>
                  <a:lnTo>
                    <a:pt x="0" y="651"/>
                  </a:lnTo>
                  <a:lnTo>
                    <a:pt x="5819" y="46"/>
                  </a:lnTo>
                  <a:close/>
                </a:path>
              </a:pathLst>
            </a:custGeom>
            <a:solidFill>
              <a:srgbClr val="6267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5168044" y="6089440"/>
              <a:ext cx="6350" cy="6985"/>
            </a:xfrm>
            <a:custGeom>
              <a:avLst/>
              <a:gdLst/>
              <a:ahLst/>
              <a:cxnLst/>
              <a:rect l="l" t="t" r="r" b="b"/>
              <a:pathLst>
                <a:path w="6350" h="6985">
                  <a:moveTo>
                    <a:pt x="5819" y="0"/>
                  </a:moveTo>
                  <a:lnTo>
                    <a:pt x="0" y="652"/>
                  </a:lnTo>
                  <a:lnTo>
                    <a:pt x="0" y="6473"/>
                  </a:lnTo>
                  <a:lnTo>
                    <a:pt x="5819" y="5868"/>
                  </a:lnTo>
                  <a:lnTo>
                    <a:pt x="5819" y="0"/>
                  </a:lnTo>
                  <a:close/>
                </a:path>
              </a:pathLst>
            </a:custGeom>
            <a:solidFill>
              <a:srgbClr val="575E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5168044" y="6095309"/>
              <a:ext cx="6350" cy="1270"/>
            </a:xfrm>
            <a:custGeom>
              <a:avLst/>
              <a:gdLst/>
              <a:ahLst/>
              <a:cxnLst/>
              <a:rect l="l" t="t" r="r" b="b"/>
              <a:pathLst>
                <a:path w="6350" h="1270">
                  <a:moveTo>
                    <a:pt x="5819" y="0"/>
                  </a:moveTo>
                  <a:lnTo>
                    <a:pt x="0" y="651"/>
                  </a:lnTo>
                  <a:lnTo>
                    <a:pt x="5819" y="0"/>
                  </a:lnTo>
                  <a:close/>
                </a:path>
              </a:pathLst>
            </a:custGeom>
            <a:solidFill>
              <a:srgbClr val="6267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5168044" y="6095309"/>
              <a:ext cx="6350" cy="6985"/>
            </a:xfrm>
            <a:custGeom>
              <a:avLst/>
              <a:gdLst/>
              <a:ahLst/>
              <a:cxnLst/>
              <a:rect l="l" t="t" r="r" b="b"/>
              <a:pathLst>
                <a:path w="6350" h="6985">
                  <a:moveTo>
                    <a:pt x="5819" y="0"/>
                  </a:moveTo>
                  <a:lnTo>
                    <a:pt x="0" y="651"/>
                  </a:lnTo>
                  <a:lnTo>
                    <a:pt x="0" y="6473"/>
                  </a:lnTo>
                  <a:lnTo>
                    <a:pt x="5819" y="5820"/>
                  </a:lnTo>
                  <a:lnTo>
                    <a:pt x="5819" y="0"/>
                  </a:lnTo>
                  <a:close/>
                </a:path>
              </a:pathLst>
            </a:custGeom>
            <a:solidFill>
              <a:srgbClr val="596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5173863" y="6088836"/>
              <a:ext cx="6350" cy="6985"/>
            </a:xfrm>
            <a:custGeom>
              <a:avLst/>
              <a:gdLst/>
              <a:ahLst/>
              <a:cxnLst/>
              <a:rect l="l" t="t" r="r" b="b"/>
              <a:pathLst>
                <a:path w="6350" h="6985">
                  <a:moveTo>
                    <a:pt x="5819" y="0"/>
                  </a:moveTo>
                  <a:lnTo>
                    <a:pt x="0" y="604"/>
                  </a:lnTo>
                  <a:lnTo>
                    <a:pt x="0" y="6473"/>
                  </a:lnTo>
                  <a:lnTo>
                    <a:pt x="5819" y="5867"/>
                  </a:lnTo>
                  <a:lnTo>
                    <a:pt x="5819" y="0"/>
                  </a:lnTo>
                  <a:close/>
                </a:path>
              </a:pathLst>
            </a:custGeom>
            <a:solidFill>
              <a:srgbClr val="525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5173863" y="6089440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0" y="0"/>
                  </a:moveTo>
                  <a:lnTo>
                    <a:pt x="0" y="5868"/>
                  </a:lnTo>
                  <a:close/>
                </a:path>
              </a:pathLst>
            </a:custGeom>
            <a:solidFill>
              <a:srgbClr val="4B53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5173863" y="6094703"/>
              <a:ext cx="6350" cy="6985"/>
            </a:xfrm>
            <a:custGeom>
              <a:avLst/>
              <a:gdLst/>
              <a:ahLst/>
              <a:cxnLst/>
              <a:rect l="l" t="t" r="r" b="b"/>
              <a:pathLst>
                <a:path w="6350" h="6985">
                  <a:moveTo>
                    <a:pt x="5819" y="0"/>
                  </a:moveTo>
                  <a:lnTo>
                    <a:pt x="0" y="605"/>
                  </a:lnTo>
                  <a:lnTo>
                    <a:pt x="0" y="6426"/>
                  </a:lnTo>
                  <a:lnTo>
                    <a:pt x="5819" y="5821"/>
                  </a:lnTo>
                  <a:lnTo>
                    <a:pt x="5819" y="0"/>
                  </a:lnTo>
                  <a:close/>
                </a:path>
              </a:pathLst>
            </a:custGeom>
            <a:solidFill>
              <a:srgbClr val="545B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5173863" y="6095309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0" y="0"/>
                  </a:moveTo>
                  <a:lnTo>
                    <a:pt x="0" y="5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55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5168230" y="6603159"/>
              <a:ext cx="12065" cy="10795"/>
            </a:xfrm>
            <a:custGeom>
              <a:avLst/>
              <a:gdLst/>
              <a:ahLst/>
              <a:cxnLst/>
              <a:rect l="l" t="t" r="r" b="b"/>
              <a:pathLst>
                <a:path w="12064" h="10795">
                  <a:moveTo>
                    <a:pt x="0" y="0"/>
                  </a:moveTo>
                  <a:lnTo>
                    <a:pt x="0" y="7311"/>
                  </a:lnTo>
                  <a:lnTo>
                    <a:pt x="4142" y="10431"/>
                  </a:lnTo>
                  <a:lnTo>
                    <a:pt x="11637" y="9640"/>
                  </a:lnTo>
                  <a:lnTo>
                    <a:pt x="11637" y="3818"/>
                  </a:lnTo>
                  <a:lnTo>
                    <a:pt x="6051" y="4377"/>
                  </a:lnTo>
                  <a:lnTo>
                    <a:pt x="5819" y="4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5168230" y="6595895"/>
              <a:ext cx="6350" cy="12065"/>
            </a:xfrm>
            <a:custGeom>
              <a:avLst/>
              <a:gdLst/>
              <a:ahLst/>
              <a:cxnLst/>
              <a:rect l="l" t="t" r="r" b="b"/>
              <a:pathLst>
                <a:path w="6350" h="12065">
                  <a:moveTo>
                    <a:pt x="0" y="0"/>
                  </a:moveTo>
                  <a:lnTo>
                    <a:pt x="0" y="7264"/>
                  </a:lnTo>
                  <a:lnTo>
                    <a:pt x="5819" y="11642"/>
                  </a:lnTo>
                  <a:lnTo>
                    <a:pt x="5819" y="4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6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5174049" y="6600272"/>
              <a:ext cx="6350" cy="7620"/>
            </a:xfrm>
            <a:custGeom>
              <a:avLst/>
              <a:gdLst/>
              <a:ahLst/>
              <a:cxnLst/>
              <a:rect l="l" t="t" r="r" b="b"/>
              <a:pathLst>
                <a:path w="6350" h="7620">
                  <a:moveTo>
                    <a:pt x="0" y="0"/>
                  </a:moveTo>
                  <a:lnTo>
                    <a:pt x="0" y="7264"/>
                  </a:lnTo>
                  <a:lnTo>
                    <a:pt x="232" y="7264"/>
                  </a:lnTo>
                  <a:lnTo>
                    <a:pt x="5817" y="6705"/>
                  </a:lnTo>
                  <a:lnTo>
                    <a:pt x="5817" y="838"/>
                  </a:lnTo>
                  <a:lnTo>
                    <a:pt x="1675" y="12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86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5174049" y="6600272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h="7620">
                  <a:moveTo>
                    <a:pt x="0" y="0"/>
                  </a:moveTo>
                  <a:lnTo>
                    <a:pt x="0" y="72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59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5179402" y="5377336"/>
              <a:ext cx="472440" cy="50165"/>
            </a:xfrm>
            <a:custGeom>
              <a:avLst/>
              <a:gdLst/>
              <a:ahLst/>
              <a:cxnLst/>
              <a:rect l="l" t="t" r="r" b="b"/>
              <a:pathLst>
                <a:path w="472439" h="50164">
                  <a:moveTo>
                    <a:pt x="472097" y="0"/>
                  </a:moveTo>
                  <a:lnTo>
                    <a:pt x="0" y="49918"/>
                  </a:lnTo>
                  <a:lnTo>
                    <a:pt x="472097" y="0"/>
                  </a:lnTo>
                  <a:close/>
                </a:path>
              </a:pathLst>
            </a:custGeom>
            <a:solidFill>
              <a:srgbClr val="708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4583474" y="4984417"/>
              <a:ext cx="584835" cy="440690"/>
            </a:xfrm>
            <a:custGeom>
              <a:avLst/>
              <a:gdLst/>
              <a:ahLst/>
              <a:cxnLst/>
              <a:rect l="l" t="t" r="r" b="b"/>
              <a:pathLst>
                <a:path w="584835" h="440689">
                  <a:moveTo>
                    <a:pt x="0" y="0"/>
                  </a:moveTo>
                  <a:lnTo>
                    <a:pt x="584290" y="4405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90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4592970" y="4865290"/>
              <a:ext cx="1056640" cy="111760"/>
            </a:xfrm>
            <a:custGeom>
              <a:avLst/>
              <a:gdLst/>
              <a:ahLst/>
              <a:cxnLst/>
              <a:rect l="l" t="t" r="r" b="b"/>
              <a:pathLst>
                <a:path w="1056639" h="111760">
                  <a:moveTo>
                    <a:pt x="1056397" y="0"/>
                  </a:moveTo>
                  <a:lnTo>
                    <a:pt x="0" y="111721"/>
                  </a:lnTo>
                  <a:lnTo>
                    <a:pt x="1056397" y="0"/>
                  </a:lnTo>
                  <a:close/>
                </a:path>
              </a:pathLst>
            </a:custGeom>
            <a:solidFill>
              <a:srgbClr val="778C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5649367" y="4865056"/>
              <a:ext cx="2540" cy="635"/>
            </a:xfrm>
            <a:custGeom>
              <a:avLst/>
              <a:gdLst/>
              <a:ahLst/>
              <a:cxnLst/>
              <a:rect l="l" t="t" r="r" b="b"/>
              <a:pathLst>
                <a:path w="2539" h="635">
                  <a:moveTo>
                    <a:pt x="2280" y="0"/>
                  </a:moveTo>
                  <a:lnTo>
                    <a:pt x="0" y="233"/>
                  </a:lnTo>
                  <a:lnTo>
                    <a:pt x="2280" y="0"/>
                  </a:lnTo>
                  <a:close/>
                </a:path>
              </a:pathLst>
            </a:custGeom>
            <a:solidFill>
              <a:srgbClr val="715C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4579330" y="4853354"/>
              <a:ext cx="1072515" cy="118745"/>
            </a:xfrm>
            <a:custGeom>
              <a:avLst/>
              <a:gdLst/>
              <a:ahLst/>
              <a:cxnLst/>
              <a:rect l="l" t="t" r="r" b="b"/>
              <a:pathLst>
                <a:path w="1072514" h="118745">
                  <a:moveTo>
                    <a:pt x="1072169" y="0"/>
                  </a:moveTo>
                  <a:lnTo>
                    <a:pt x="0" y="113365"/>
                  </a:lnTo>
                  <a:lnTo>
                    <a:pt x="6797" y="118488"/>
                  </a:lnTo>
                  <a:lnTo>
                    <a:pt x="1072169" y="5841"/>
                  </a:lnTo>
                  <a:lnTo>
                    <a:pt x="1072169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4586127" y="4859195"/>
              <a:ext cx="1065530" cy="118110"/>
            </a:xfrm>
            <a:custGeom>
              <a:avLst/>
              <a:gdLst/>
              <a:ahLst/>
              <a:cxnLst/>
              <a:rect l="l" t="t" r="r" b="b"/>
              <a:pathLst>
                <a:path w="1065529" h="118110">
                  <a:moveTo>
                    <a:pt x="1065372" y="0"/>
                  </a:moveTo>
                  <a:lnTo>
                    <a:pt x="0" y="112647"/>
                  </a:lnTo>
                  <a:lnTo>
                    <a:pt x="6842" y="117816"/>
                  </a:lnTo>
                  <a:lnTo>
                    <a:pt x="1063240" y="6094"/>
                  </a:lnTo>
                  <a:lnTo>
                    <a:pt x="1065372" y="1795"/>
                  </a:lnTo>
                  <a:lnTo>
                    <a:pt x="1065372" y="0"/>
                  </a:lnTo>
                  <a:close/>
                </a:path>
              </a:pathLst>
            </a:custGeom>
            <a:solidFill>
              <a:srgbClr val="677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5649367" y="4860991"/>
              <a:ext cx="2540" cy="4445"/>
            </a:xfrm>
            <a:custGeom>
              <a:avLst/>
              <a:gdLst/>
              <a:ahLst/>
              <a:cxnLst/>
              <a:rect l="l" t="t" r="r" b="b"/>
              <a:pathLst>
                <a:path w="2539" h="4445">
                  <a:moveTo>
                    <a:pt x="2132" y="0"/>
                  </a:moveTo>
                  <a:lnTo>
                    <a:pt x="0" y="4299"/>
                  </a:lnTo>
                  <a:lnTo>
                    <a:pt x="2132" y="4080"/>
                  </a:lnTo>
                  <a:lnTo>
                    <a:pt x="2132" y="0"/>
                  </a:lnTo>
                  <a:close/>
                </a:path>
              </a:pathLst>
            </a:custGeom>
            <a:solidFill>
              <a:srgbClr val="6256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4562387" y="4967512"/>
              <a:ext cx="9525" cy="8255"/>
            </a:xfrm>
            <a:custGeom>
              <a:avLst/>
              <a:gdLst/>
              <a:ahLst/>
              <a:cxnLst/>
              <a:rect l="l" t="t" r="r" b="b"/>
              <a:pathLst>
                <a:path w="9525" h="8254">
                  <a:moveTo>
                    <a:pt x="9448" y="0"/>
                  </a:moveTo>
                  <a:lnTo>
                    <a:pt x="0" y="1023"/>
                  </a:lnTo>
                  <a:lnTo>
                    <a:pt x="9448" y="8149"/>
                  </a:lnTo>
                  <a:lnTo>
                    <a:pt x="9448" y="0"/>
                  </a:lnTo>
                  <a:close/>
                </a:path>
              </a:pathLst>
            </a:custGeom>
            <a:solidFill>
              <a:srgbClr val="BBBD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4571836" y="4967512"/>
              <a:ext cx="0" cy="8255"/>
            </a:xfrm>
            <a:custGeom>
              <a:avLst/>
              <a:gdLst/>
              <a:ahLst/>
              <a:cxnLst/>
              <a:rect l="l" t="t" r="r" b="b"/>
              <a:pathLst>
                <a:path h="8254">
                  <a:moveTo>
                    <a:pt x="0" y="0"/>
                  </a:moveTo>
                  <a:lnTo>
                    <a:pt x="0" y="8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5179402" y="54272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626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4584498" y="4977897"/>
              <a:ext cx="583565" cy="440055"/>
            </a:xfrm>
            <a:custGeom>
              <a:avLst/>
              <a:gdLst/>
              <a:ahLst/>
              <a:cxnLst/>
              <a:rect l="l" t="t" r="r" b="b"/>
              <a:pathLst>
                <a:path w="583564" h="440054">
                  <a:moveTo>
                    <a:pt x="0" y="0"/>
                  </a:moveTo>
                  <a:lnTo>
                    <a:pt x="583266" y="439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4584498" y="4977897"/>
              <a:ext cx="583565" cy="440055"/>
            </a:xfrm>
            <a:custGeom>
              <a:avLst/>
              <a:gdLst/>
              <a:ahLst/>
              <a:cxnLst/>
              <a:rect l="l" t="t" r="r" b="b"/>
              <a:pathLst>
                <a:path w="583564" h="440054">
                  <a:moveTo>
                    <a:pt x="0" y="0"/>
                  </a:moveTo>
                  <a:lnTo>
                    <a:pt x="583266" y="439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7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4583474" y="4977897"/>
              <a:ext cx="584835" cy="447040"/>
            </a:xfrm>
            <a:custGeom>
              <a:avLst/>
              <a:gdLst/>
              <a:ahLst/>
              <a:cxnLst/>
              <a:rect l="l" t="t" r="r" b="b"/>
              <a:pathLst>
                <a:path w="584835" h="447039">
                  <a:moveTo>
                    <a:pt x="976" y="0"/>
                  </a:moveTo>
                  <a:lnTo>
                    <a:pt x="0" y="92"/>
                  </a:lnTo>
                  <a:lnTo>
                    <a:pt x="0" y="6520"/>
                  </a:lnTo>
                  <a:lnTo>
                    <a:pt x="584290" y="447029"/>
                  </a:lnTo>
                  <a:lnTo>
                    <a:pt x="584290" y="439764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rgbClr val="6976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4584498" y="4977012"/>
              <a:ext cx="591185" cy="440690"/>
            </a:xfrm>
            <a:custGeom>
              <a:avLst/>
              <a:gdLst/>
              <a:ahLst/>
              <a:cxnLst/>
              <a:rect l="l" t="t" r="r" b="b"/>
              <a:pathLst>
                <a:path w="591185" h="440689">
                  <a:moveTo>
                    <a:pt x="8472" y="0"/>
                  </a:moveTo>
                  <a:lnTo>
                    <a:pt x="0" y="885"/>
                  </a:lnTo>
                  <a:lnTo>
                    <a:pt x="583266" y="440603"/>
                  </a:lnTo>
                  <a:lnTo>
                    <a:pt x="583266" y="439765"/>
                  </a:lnTo>
                  <a:lnTo>
                    <a:pt x="590762" y="438972"/>
                  </a:lnTo>
                  <a:lnTo>
                    <a:pt x="8472" y="0"/>
                  </a:lnTo>
                  <a:close/>
                </a:path>
              </a:pathLst>
            </a:custGeom>
            <a:solidFill>
              <a:srgbClr val="677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4571836" y="4966719"/>
              <a:ext cx="14604" cy="13335"/>
            </a:xfrm>
            <a:custGeom>
              <a:avLst/>
              <a:gdLst/>
              <a:ahLst/>
              <a:cxnLst/>
              <a:rect l="l" t="t" r="r" b="b"/>
              <a:pathLst>
                <a:path w="14604" h="13335">
                  <a:moveTo>
                    <a:pt x="7494" y="0"/>
                  </a:moveTo>
                  <a:lnTo>
                    <a:pt x="0" y="792"/>
                  </a:lnTo>
                  <a:lnTo>
                    <a:pt x="0" y="8942"/>
                  </a:lnTo>
                  <a:lnTo>
                    <a:pt x="5819" y="13319"/>
                  </a:lnTo>
                  <a:lnTo>
                    <a:pt x="5819" y="6008"/>
                  </a:lnTo>
                  <a:lnTo>
                    <a:pt x="14291" y="5123"/>
                  </a:lnTo>
                  <a:lnTo>
                    <a:pt x="7494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4577655" y="4972728"/>
              <a:ext cx="6985" cy="5715"/>
            </a:xfrm>
            <a:custGeom>
              <a:avLst/>
              <a:gdLst/>
              <a:ahLst/>
              <a:cxnLst/>
              <a:rect l="l" t="t" r="r" b="b"/>
              <a:pathLst>
                <a:path w="6985" h="5714">
                  <a:moveTo>
                    <a:pt x="0" y="0"/>
                  </a:moveTo>
                  <a:lnTo>
                    <a:pt x="6795" y="5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67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4577655" y="4972728"/>
              <a:ext cx="0" cy="7620"/>
            </a:xfrm>
            <a:custGeom>
              <a:avLst/>
              <a:gdLst/>
              <a:ahLst/>
              <a:cxnLst/>
              <a:rect l="l" t="t" r="r" b="b"/>
              <a:pathLst>
                <a:path h="7620">
                  <a:moveTo>
                    <a:pt x="0" y="0"/>
                  </a:moveTo>
                  <a:lnTo>
                    <a:pt x="0" y="7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6D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4577655" y="4972728"/>
              <a:ext cx="6985" cy="12065"/>
            </a:xfrm>
            <a:custGeom>
              <a:avLst/>
              <a:gdLst/>
              <a:ahLst/>
              <a:cxnLst/>
              <a:rect l="l" t="t" r="r" b="b"/>
              <a:pathLst>
                <a:path w="6985" h="12064">
                  <a:moveTo>
                    <a:pt x="0" y="0"/>
                  </a:moveTo>
                  <a:lnTo>
                    <a:pt x="0" y="7311"/>
                  </a:lnTo>
                  <a:lnTo>
                    <a:pt x="5819" y="11689"/>
                  </a:lnTo>
                  <a:lnTo>
                    <a:pt x="5819" y="5261"/>
                  </a:lnTo>
                  <a:lnTo>
                    <a:pt x="6795" y="5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4577655" y="4971843"/>
              <a:ext cx="15875" cy="6350"/>
            </a:xfrm>
            <a:custGeom>
              <a:avLst/>
              <a:gdLst/>
              <a:ahLst/>
              <a:cxnLst/>
              <a:rect l="l" t="t" r="r" b="b"/>
              <a:pathLst>
                <a:path w="15875" h="6350">
                  <a:moveTo>
                    <a:pt x="8472" y="0"/>
                  </a:moveTo>
                  <a:lnTo>
                    <a:pt x="0" y="885"/>
                  </a:lnTo>
                  <a:lnTo>
                    <a:pt x="6842" y="6054"/>
                  </a:lnTo>
                  <a:lnTo>
                    <a:pt x="15314" y="5168"/>
                  </a:lnTo>
                  <a:lnTo>
                    <a:pt x="8472" y="0"/>
                  </a:lnTo>
                  <a:close/>
                </a:path>
              </a:pathLst>
            </a:custGeom>
            <a:solidFill>
              <a:srgbClr val="5961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5179402" y="5391396"/>
              <a:ext cx="283845" cy="30480"/>
            </a:xfrm>
            <a:custGeom>
              <a:avLst/>
              <a:gdLst/>
              <a:ahLst/>
              <a:cxnLst/>
              <a:rect l="l" t="t" r="r" b="b"/>
              <a:pathLst>
                <a:path w="283845" h="30479">
                  <a:moveTo>
                    <a:pt x="283580" y="0"/>
                  </a:moveTo>
                  <a:lnTo>
                    <a:pt x="0" y="30038"/>
                  </a:lnTo>
                  <a:lnTo>
                    <a:pt x="283580" y="0"/>
                  </a:lnTo>
                  <a:close/>
                </a:path>
              </a:pathLst>
            </a:custGeom>
            <a:solidFill>
              <a:srgbClr val="9093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5179402" y="5371469"/>
              <a:ext cx="472440" cy="55880"/>
            </a:xfrm>
            <a:custGeom>
              <a:avLst/>
              <a:gdLst/>
              <a:ahLst/>
              <a:cxnLst/>
              <a:rect l="l" t="t" r="r" b="b"/>
              <a:pathLst>
                <a:path w="472439" h="55879">
                  <a:moveTo>
                    <a:pt x="472097" y="0"/>
                  </a:moveTo>
                  <a:lnTo>
                    <a:pt x="0" y="49965"/>
                  </a:lnTo>
                  <a:lnTo>
                    <a:pt x="0" y="55785"/>
                  </a:lnTo>
                  <a:lnTo>
                    <a:pt x="472097" y="5867"/>
                  </a:lnTo>
                  <a:lnTo>
                    <a:pt x="472097" y="0"/>
                  </a:lnTo>
                  <a:close/>
                </a:path>
              </a:pathLst>
            </a:custGeom>
            <a:solidFill>
              <a:srgbClr val="626E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5175260" y="5365647"/>
              <a:ext cx="476250" cy="55880"/>
            </a:xfrm>
            <a:custGeom>
              <a:avLst/>
              <a:gdLst/>
              <a:ahLst/>
              <a:cxnLst/>
              <a:rect l="l" t="t" r="r" b="b"/>
              <a:pathLst>
                <a:path w="476250" h="55879">
                  <a:moveTo>
                    <a:pt x="476239" y="0"/>
                  </a:moveTo>
                  <a:lnTo>
                    <a:pt x="0" y="50337"/>
                  </a:lnTo>
                  <a:lnTo>
                    <a:pt x="4142" y="53458"/>
                  </a:lnTo>
                  <a:lnTo>
                    <a:pt x="4142" y="55740"/>
                  </a:lnTo>
                  <a:lnTo>
                    <a:pt x="476239" y="5821"/>
                  </a:lnTo>
                  <a:lnTo>
                    <a:pt x="476239" y="0"/>
                  </a:lnTo>
                  <a:close/>
                </a:path>
              </a:pathLst>
            </a:custGeom>
            <a:solidFill>
              <a:srgbClr val="6773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5462983" y="5371469"/>
              <a:ext cx="188595" cy="20320"/>
            </a:xfrm>
            <a:custGeom>
              <a:avLst/>
              <a:gdLst/>
              <a:ahLst/>
              <a:cxnLst/>
              <a:rect l="l" t="t" r="r" b="b"/>
              <a:pathLst>
                <a:path w="188595" h="20320">
                  <a:moveTo>
                    <a:pt x="188516" y="0"/>
                  </a:moveTo>
                  <a:lnTo>
                    <a:pt x="0" y="19927"/>
                  </a:lnTo>
                  <a:lnTo>
                    <a:pt x="188516" y="0"/>
                  </a:lnTo>
                  <a:close/>
                </a:path>
              </a:pathLst>
            </a:custGeom>
            <a:solidFill>
              <a:srgbClr val="536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5173144" y="5421387"/>
              <a:ext cx="6350" cy="1270"/>
            </a:xfrm>
            <a:custGeom>
              <a:avLst/>
              <a:gdLst/>
              <a:ahLst/>
              <a:cxnLst/>
              <a:rect l="l" t="t" r="r" b="b"/>
              <a:pathLst>
                <a:path w="6350" h="1270">
                  <a:moveTo>
                    <a:pt x="6258" y="0"/>
                  </a:moveTo>
                  <a:lnTo>
                    <a:pt x="0" y="651"/>
                  </a:lnTo>
                  <a:lnTo>
                    <a:pt x="439" y="651"/>
                  </a:lnTo>
                  <a:lnTo>
                    <a:pt x="6258" y="0"/>
                  </a:lnTo>
                  <a:close/>
                </a:path>
              </a:pathLst>
            </a:custGeom>
            <a:solidFill>
              <a:srgbClr val="7577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5167764" y="5417615"/>
              <a:ext cx="6350" cy="10795"/>
            </a:xfrm>
            <a:custGeom>
              <a:avLst/>
              <a:gdLst/>
              <a:ahLst/>
              <a:cxnLst/>
              <a:rect l="l" t="t" r="r" b="b"/>
              <a:pathLst>
                <a:path w="6350" h="10795">
                  <a:moveTo>
                    <a:pt x="0" y="0"/>
                  </a:moveTo>
                  <a:lnTo>
                    <a:pt x="5819" y="4423"/>
                  </a:lnTo>
                  <a:lnTo>
                    <a:pt x="5819" y="10245"/>
                  </a:lnTo>
                  <a:lnTo>
                    <a:pt x="5819" y="4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67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5167764" y="5417661"/>
              <a:ext cx="6350" cy="10795"/>
            </a:xfrm>
            <a:custGeom>
              <a:avLst/>
              <a:gdLst/>
              <a:ahLst/>
              <a:cxnLst/>
              <a:rect l="l" t="t" r="r" b="b"/>
              <a:pathLst>
                <a:path w="6350" h="10795">
                  <a:moveTo>
                    <a:pt x="0" y="0"/>
                  </a:moveTo>
                  <a:lnTo>
                    <a:pt x="0" y="7265"/>
                  </a:lnTo>
                  <a:lnTo>
                    <a:pt x="4144" y="10386"/>
                  </a:lnTo>
                  <a:lnTo>
                    <a:pt x="4283" y="10386"/>
                  </a:lnTo>
                  <a:lnTo>
                    <a:pt x="5819" y="10199"/>
                  </a:lnTo>
                  <a:lnTo>
                    <a:pt x="5819" y="4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5173583" y="5421434"/>
              <a:ext cx="6350" cy="6985"/>
            </a:xfrm>
            <a:custGeom>
              <a:avLst/>
              <a:gdLst/>
              <a:ahLst/>
              <a:cxnLst/>
              <a:rect l="l" t="t" r="r" b="b"/>
              <a:pathLst>
                <a:path w="6350" h="6985">
                  <a:moveTo>
                    <a:pt x="5819" y="0"/>
                  </a:moveTo>
                  <a:lnTo>
                    <a:pt x="0" y="558"/>
                  </a:lnTo>
                  <a:lnTo>
                    <a:pt x="0" y="6426"/>
                  </a:lnTo>
                  <a:lnTo>
                    <a:pt x="5819" y="5820"/>
                  </a:lnTo>
                  <a:lnTo>
                    <a:pt x="5819" y="0"/>
                  </a:lnTo>
                  <a:close/>
                </a:path>
              </a:pathLst>
            </a:custGeom>
            <a:solidFill>
              <a:srgbClr val="565D6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5173583" y="5422039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h="6350">
                  <a:moveTo>
                    <a:pt x="0" y="0"/>
                  </a:move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56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5167764" y="5415984"/>
              <a:ext cx="12065" cy="6350"/>
            </a:xfrm>
            <a:custGeom>
              <a:avLst/>
              <a:gdLst/>
              <a:ahLst/>
              <a:cxnLst/>
              <a:rect l="l" t="t" r="r" b="b"/>
              <a:pathLst>
                <a:path w="12064" h="6350">
                  <a:moveTo>
                    <a:pt x="7495" y="0"/>
                  </a:moveTo>
                  <a:lnTo>
                    <a:pt x="0" y="792"/>
                  </a:lnTo>
                  <a:lnTo>
                    <a:pt x="0" y="1630"/>
                  </a:lnTo>
                  <a:lnTo>
                    <a:pt x="5819" y="6008"/>
                  </a:lnTo>
                  <a:lnTo>
                    <a:pt x="11638" y="5402"/>
                  </a:lnTo>
                  <a:lnTo>
                    <a:pt x="11638" y="3120"/>
                  </a:lnTo>
                  <a:lnTo>
                    <a:pt x="7495" y="0"/>
                  </a:lnTo>
                  <a:close/>
                </a:path>
              </a:pathLst>
            </a:custGeom>
            <a:solidFill>
              <a:srgbClr val="5961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2273668" y="4373651"/>
              <a:ext cx="216535" cy="3169285"/>
            </a:xfrm>
            <a:custGeom>
              <a:avLst/>
              <a:gdLst/>
              <a:ahLst/>
              <a:cxnLst/>
              <a:rect l="l" t="t" r="r" b="b"/>
              <a:pathLst>
                <a:path w="216535" h="3169284">
                  <a:moveTo>
                    <a:pt x="216141" y="1490535"/>
                  </a:moveTo>
                  <a:lnTo>
                    <a:pt x="215493" y="1411693"/>
                  </a:lnTo>
                  <a:lnTo>
                    <a:pt x="213664" y="1333601"/>
                  </a:lnTo>
                  <a:lnTo>
                    <a:pt x="210705" y="1256411"/>
                  </a:lnTo>
                  <a:lnTo>
                    <a:pt x="206717" y="1180236"/>
                  </a:lnTo>
                  <a:lnTo>
                    <a:pt x="201777" y="1105230"/>
                  </a:lnTo>
                  <a:lnTo>
                    <a:pt x="195986" y="1031519"/>
                  </a:lnTo>
                  <a:lnTo>
                    <a:pt x="189420" y="959243"/>
                  </a:lnTo>
                  <a:lnTo>
                    <a:pt x="182156" y="888530"/>
                  </a:lnTo>
                  <a:lnTo>
                    <a:pt x="174307" y="819505"/>
                  </a:lnTo>
                  <a:lnTo>
                    <a:pt x="165925" y="752322"/>
                  </a:lnTo>
                  <a:lnTo>
                    <a:pt x="157124" y="687095"/>
                  </a:lnTo>
                  <a:lnTo>
                    <a:pt x="147980" y="623976"/>
                  </a:lnTo>
                  <a:lnTo>
                    <a:pt x="138569" y="563092"/>
                  </a:lnTo>
                  <a:lnTo>
                    <a:pt x="128993" y="504571"/>
                  </a:lnTo>
                  <a:lnTo>
                    <a:pt x="119329" y="448551"/>
                  </a:lnTo>
                  <a:lnTo>
                    <a:pt x="109651" y="395173"/>
                  </a:lnTo>
                  <a:lnTo>
                    <a:pt x="100076" y="344576"/>
                  </a:lnTo>
                  <a:lnTo>
                    <a:pt x="90665" y="296875"/>
                  </a:lnTo>
                  <a:lnTo>
                    <a:pt x="81521" y="252209"/>
                  </a:lnTo>
                  <a:lnTo>
                    <a:pt x="72707" y="210731"/>
                  </a:lnTo>
                  <a:lnTo>
                    <a:pt x="56464" y="137820"/>
                  </a:lnTo>
                  <a:lnTo>
                    <a:pt x="42633" y="79222"/>
                  </a:lnTo>
                  <a:lnTo>
                    <a:pt x="22440" y="0"/>
                  </a:lnTo>
                  <a:lnTo>
                    <a:pt x="0" y="6197"/>
                  </a:lnTo>
                  <a:lnTo>
                    <a:pt x="12446" y="54038"/>
                  </a:lnTo>
                  <a:lnTo>
                    <a:pt x="22961" y="96939"/>
                  </a:lnTo>
                  <a:lnTo>
                    <a:pt x="35877" y="152209"/>
                  </a:lnTo>
                  <a:lnTo>
                    <a:pt x="50685" y="219075"/>
                  </a:lnTo>
                  <a:lnTo>
                    <a:pt x="66890" y="296722"/>
                  </a:lnTo>
                  <a:lnTo>
                    <a:pt x="75349" y="339344"/>
                  </a:lnTo>
                  <a:lnTo>
                    <a:pt x="83959" y="384352"/>
                  </a:lnTo>
                  <a:lnTo>
                    <a:pt x="92659" y="431660"/>
                  </a:lnTo>
                  <a:lnTo>
                    <a:pt x="101384" y="481177"/>
                  </a:lnTo>
                  <a:lnTo>
                    <a:pt x="110083" y="532777"/>
                  </a:lnTo>
                  <a:lnTo>
                    <a:pt x="118681" y="586384"/>
                  </a:lnTo>
                  <a:lnTo>
                    <a:pt x="127101" y="641883"/>
                  </a:lnTo>
                  <a:lnTo>
                    <a:pt x="135305" y="699173"/>
                  </a:lnTo>
                  <a:lnTo>
                    <a:pt x="143217" y="758164"/>
                  </a:lnTo>
                  <a:lnTo>
                    <a:pt x="150774" y="818756"/>
                  </a:lnTo>
                  <a:lnTo>
                    <a:pt x="157924" y="880846"/>
                  </a:lnTo>
                  <a:lnTo>
                    <a:pt x="164579" y="944333"/>
                  </a:lnTo>
                  <a:lnTo>
                    <a:pt x="170688" y="1009116"/>
                  </a:lnTo>
                  <a:lnTo>
                    <a:pt x="176199" y="1075093"/>
                  </a:lnTo>
                  <a:lnTo>
                    <a:pt x="181025" y="1142174"/>
                  </a:lnTo>
                  <a:lnTo>
                    <a:pt x="185115" y="1210246"/>
                  </a:lnTo>
                  <a:lnTo>
                    <a:pt x="188417" y="1279220"/>
                  </a:lnTo>
                  <a:lnTo>
                    <a:pt x="190842" y="1348994"/>
                  </a:lnTo>
                  <a:lnTo>
                    <a:pt x="192341" y="1419466"/>
                  </a:lnTo>
                  <a:lnTo>
                    <a:pt x="192862" y="1490535"/>
                  </a:lnTo>
                  <a:lnTo>
                    <a:pt x="192620" y="1550593"/>
                  </a:lnTo>
                  <a:lnTo>
                    <a:pt x="191922" y="1610931"/>
                  </a:lnTo>
                  <a:lnTo>
                    <a:pt x="190792" y="1671472"/>
                  </a:lnTo>
                  <a:lnTo>
                    <a:pt x="189242" y="1732089"/>
                  </a:lnTo>
                  <a:lnTo>
                    <a:pt x="187312" y="1792719"/>
                  </a:lnTo>
                  <a:lnTo>
                    <a:pt x="185026" y="1853234"/>
                  </a:lnTo>
                  <a:lnTo>
                    <a:pt x="182397" y="1913572"/>
                  </a:lnTo>
                  <a:lnTo>
                    <a:pt x="179451" y="1973605"/>
                  </a:lnTo>
                  <a:lnTo>
                    <a:pt x="176225" y="2033270"/>
                  </a:lnTo>
                  <a:lnTo>
                    <a:pt x="172732" y="2092439"/>
                  </a:lnTo>
                  <a:lnTo>
                    <a:pt x="168998" y="2151024"/>
                  </a:lnTo>
                  <a:lnTo>
                    <a:pt x="160921" y="2266086"/>
                  </a:lnTo>
                  <a:lnTo>
                    <a:pt x="152171" y="2377681"/>
                  </a:lnTo>
                  <a:lnTo>
                    <a:pt x="142951" y="2485047"/>
                  </a:lnTo>
                  <a:lnTo>
                    <a:pt x="133464" y="2587396"/>
                  </a:lnTo>
                  <a:lnTo>
                    <a:pt x="123901" y="2683980"/>
                  </a:lnTo>
                  <a:lnTo>
                    <a:pt x="109855" y="2816339"/>
                  </a:lnTo>
                  <a:lnTo>
                    <a:pt x="96735" y="2931401"/>
                  </a:lnTo>
                  <a:lnTo>
                    <a:pt x="83578" y="3039122"/>
                  </a:lnTo>
                  <a:lnTo>
                    <a:pt x="31292" y="3000019"/>
                  </a:lnTo>
                  <a:lnTo>
                    <a:pt x="78346" y="3168751"/>
                  </a:lnTo>
                  <a:lnTo>
                    <a:pt x="162839" y="3015297"/>
                  </a:lnTo>
                  <a:lnTo>
                    <a:pt x="106959" y="3039656"/>
                  </a:lnTo>
                  <a:lnTo>
                    <a:pt x="119849" y="2934119"/>
                  </a:lnTo>
                  <a:lnTo>
                    <a:pt x="132981" y="2818892"/>
                  </a:lnTo>
                  <a:lnTo>
                    <a:pt x="147066" y="2686342"/>
                  </a:lnTo>
                  <a:lnTo>
                    <a:pt x="156641" y="2589619"/>
                  </a:lnTo>
                  <a:lnTo>
                    <a:pt x="166141" y="2487117"/>
                  </a:lnTo>
                  <a:lnTo>
                    <a:pt x="175374" y="2379599"/>
                  </a:lnTo>
                  <a:lnTo>
                    <a:pt x="184137" y="2267826"/>
                  </a:lnTo>
                  <a:lnTo>
                    <a:pt x="192227" y="2152561"/>
                  </a:lnTo>
                  <a:lnTo>
                    <a:pt x="195973" y="2093861"/>
                  </a:lnTo>
                  <a:lnTo>
                    <a:pt x="199466" y="2034578"/>
                  </a:lnTo>
                  <a:lnTo>
                    <a:pt x="202704" y="1974811"/>
                  </a:lnTo>
                  <a:lnTo>
                    <a:pt x="205651" y="1914639"/>
                  </a:lnTo>
                  <a:lnTo>
                    <a:pt x="208292" y="1854187"/>
                  </a:lnTo>
                  <a:lnTo>
                    <a:pt x="210578" y="1793519"/>
                  </a:lnTo>
                  <a:lnTo>
                    <a:pt x="212521" y="1732749"/>
                  </a:lnTo>
                  <a:lnTo>
                    <a:pt x="214058" y="1671967"/>
                  </a:lnTo>
                  <a:lnTo>
                    <a:pt x="215201" y="1611274"/>
                  </a:lnTo>
                  <a:lnTo>
                    <a:pt x="215900" y="1550771"/>
                  </a:lnTo>
                  <a:lnTo>
                    <a:pt x="216141" y="1490535"/>
                  </a:lnTo>
                  <a:close/>
                </a:path>
              </a:pathLst>
            </a:custGeom>
            <a:solidFill>
              <a:srgbClr val="F794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3" name="object 393"/>
          <p:cNvSpPr txBox="1"/>
          <p:nvPr/>
        </p:nvSpPr>
        <p:spPr>
          <a:xfrm>
            <a:off x="2450669" y="5544021"/>
            <a:ext cx="305435" cy="629285"/>
          </a:xfrm>
          <a:prstGeom prst="rect">
            <a:avLst/>
          </a:prstGeom>
        </p:spPr>
        <p:txBody>
          <a:bodyPr vert="vert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solidFill>
                  <a:srgbClr val="231F20"/>
                </a:solidFill>
                <a:latin typeface="Segoe UI Symbol"/>
                <a:cs typeface="Segoe UI Symbol"/>
              </a:rPr>
              <a:t>kernel</a:t>
            </a:r>
            <a:endParaRPr sz="1800">
              <a:latin typeface="Segoe UI Symbol"/>
              <a:cs typeface="Segoe UI Symbol"/>
            </a:endParaRPr>
          </a:p>
        </p:txBody>
      </p:sp>
      <p:sp>
        <p:nvSpPr>
          <p:cNvPr id="394" name="object 394"/>
          <p:cNvSpPr/>
          <p:nvPr/>
        </p:nvSpPr>
        <p:spPr>
          <a:xfrm>
            <a:off x="5368068" y="6791304"/>
            <a:ext cx="283845" cy="95250"/>
          </a:xfrm>
          <a:custGeom>
            <a:avLst/>
            <a:gdLst/>
            <a:ahLst/>
            <a:cxnLst/>
            <a:rect l="l" t="t" r="r" b="b"/>
            <a:pathLst>
              <a:path w="283845" h="95250">
                <a:moveTo>
                  <a:pt x="13079" y="0"/>
                </a:moveTo>
                <a:lnTo>
                  <a:pt x="0" y="19232"/>
                </a:lnTo>
                <a:lnTo>
                  <a:pt x="111438" y="95143"/>
                </a:lnTo>
                <a:lnTo>
                  <a:pt x="283430" y="79237"/>
                </a:lnTo>
                <a:lnTo>
                  <a:pt x="283430" y="55829"/>
                </a:lnTo>
                <a:lnTo>
                  <a:pt x="117629" y="71159"/>
                </a:lnTo>
                <a:lnTo>
                  <a:pt x="13079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5"/>
          <p:cNvSpPr txBox="1"/>
          <p:nvPr/>
        </p:nvSpPr>
        <p:spPr>
          <a:xfrm rot="2160000">
            <a:off x="1969299" y="3873775"/>
            <a:ext cx="55775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5"/>
              </a:lnSpc>
            </a:pPr>
            <a:r>
              <a:rPr sz="2700" baseline="1543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r>
              <a:rPr sz="2700" spc="22" baseline="1543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18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96" name="object 396"/>
          <p:cNvSpPr txBox="1"/>
          <p:nvPr/>
        </p:nvSpPr>
        <p:spPr>
          <a:xfrm rot="2160000">
            <a:off x="1969273" y="4401422"/>
            <a:ext cx="558327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5"/>
              </a:lnSpc>
            </a:pPr>
            <a:r>
              <a:rPr sz="2700" baseline="1543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r>
              <a:rPr sz="2700" spc="22" baseline="1543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18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1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97" name="object 397"/>
          <p:cNvSpPr txBox="1"/>
          <p:nvPr/>
        </p:nvSpPr>
        <p:spPr>
          <a:xfrm rot="2160000">
            <a:off x="4635170" y="5853270"/>
            <a:ext cx="55775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95"/>
              </a:lnSpc>
            </a:pPr>
            <a:r>
              <a:rPr sz="2700" baseline="1543" dirty="0">
                <a:solidFill>
                  <a:srgbClr val="231F20"/>
                </a:solidFill>
                <a:latin typeface="Microsoft Sans Serif"/>
                <a:cs typeface="Microsoft Sans Serif"/>
              </a:rPr>
              <a:t>3</a:t>
            </a:r>
            <a:r>
              <a:rPr sz="2700" spc="22" baseline="1543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31F20"/>
                </a:solidFill>
                <a:latin typeface="Microsoft Sans Serif"/>
                <a:cs typeface="Microsoft Sans Serif"/>
              </a:rPr>
              <a:t>x</a:t>
            </a:r>
            <a:r>
              <a:rPr sz="18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31F20"/>
                </a:solidFill>
                <a:latin typeface="Microsoft Sans Serif"/>
                <a:cs typeface="Microsoft Sans Serif"/>
              </a:rPr>
              <a:t>3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398" name="object 39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968500" y="3213100"/>
            <a:ext cx="1351476" cy="1301094"/>
          </a:xfrm>
          <a:prstGeom prst="rect">
            <a:avLst/>
          </a:prstGeom>
        </p:spPr>
      </p:pic>
      <p:pic>
        <p:nvPicPr>
          <p:cNvPr id="399" name="object 39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967276" y="5519558"/>
            <a:ext cx="684223" cy="410138"/>
          </a:xfrm>
          <a:prstGeom prst="rect">
            <a:avLst/>
          </a:prstGeom>
        </p:spPr>
      </p:pic>
      <p:sp>
        <p:nvSpPr>
          <p:cNvPr id="400" name="object 40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Caner</a:t>
            </a:r>
            <a:r>
              <a:rPr spc="-5" dirty="0"/>
              <a:t> </a:t>
            </a:r>
            <a:r>
              <a:rPr dirty="0"/>
              <a:t>Hazırbaş</a:t>
            </a:r>
            <a:r>
              <a:rPr spc="-5" dirty="0"/>
              <a:t> </a:t>
            </a:r>
            <a:r>
              <a:rPr dirty="0"/>
              <a:t>| </a:t>
            </a:r>
            <a:r>
              <a:rPr spc="-10" dirty="0"/>
              <a:t>vision.in.tum.de</a:t>
            </a:r>
          </a:p>
        </p:txBody>
      </p:sp>
      <p:sp>
        <p:nvSpPr>
          <p:cNvPr id="401" name="object 40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402" name="object 40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900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From </a:t>
            </a:r>
            <a:r>
              <a:rPr dirty="0"/>
              <a:t>Image</a:t>
            </a:r>
            <a:r>
              <a:rPr spc="-2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spc="-10" dirty="0"/>
              <a:t>Caption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285893" y="3201003"/>
            <a:ext cx="1031875" cy="1184910"/>
            <a:chOff x="5285893" y="3201003"/>
            <a:chExt cx="1031875" cy="1184910"/>
          </a:xfrm>
        </p:grpSpPr>
        <p:sp>
          <p:nvSpPr>
            <p:cNvPr id="4" name="object 4"/>
            <p:cNvSpPr/>
            <p:nvPr/>
          </p:nvSpPr>
          <p:spPr>
            <a:xfrm>
              <a:off x="5285893" y="3201003"/>
              <a:ext cx="1031875" cy="1184910"/>
            </a:xfrm>
            <a:custGeom>
              <a:avLst/>
              <a:gdLst/>
              <a:ahLst/>
              <a:cxnLst/>
              <a:rect l="l" t="t" r="r" b="b"/>
              <a:pathLst>
                <a:path w="1031875" h="1184910">
                  <a:moveTo>
                    <a:pt x="142627" y="0"/>
                  </a:moveTo>
                  <a:lnTo>
                    <a:pt x="99005" y="5650"/>
                  </a:lnTo>
                  <a:lnTo>
                    <a:pt x="60034" y="24259"/>
                  </a:lnTo>
                  <a:lnTo>
                    <a:pt x="28613" y="53846"/>
                  </a:lnTo>
                  <a:lnTo>
                    <a:pt x="7635" y="92427"/>
                  </a:lnTo>
                  <a:lnTo>
                    <a:pt x="0" y="138020"/>
                  </a:lnTo>
                  <a:lnTo>
                    <a:pt x="0" y="1046672"/>
                  </a:lnTo>
                  <a:lnTo>
                    <a:pt x="7785" y="1092714"/>
                  </a:lnTo>
                  <a:lnTo>
                    <a:pt x="29142" y="1131544"/>
                  </a:lnTo>
                  <a:lnTo>
                    <a:pt x="61074" y="1161148"/>
                  </a:lnTo>
                  <a:lnTo>
                    <a:pt x="100582" y="1179516"/>
                  </a:lnTo>
                  <a:lnTo>
                    <a:pt x="144668" y="1184633"/>
                  </a:lnTo>
                  <a:lnTo>
                    <a:pt x="190336" y="1174489"/>
                  </a:lnTo>
                  <a:lnTo>
                    <a:pt x="945549" y="868063"/>
                  </a:lnTo>
                  <a:lnTo>
                    <a:pt x="980993" y="847072"/>
                  </a:lnTo>
                  <a:lnTo>
                    <a:pt x="1008176" y="817288"/>
                  </a:lnTo>
                  <a:lnTo>
                    <a:pt x="1025590" y="780942"/>
                  </a:lnTo>
                  <a:lnTo>
                    <a:pt x="1031730" y="740265"/>
                  </a:lnTo>
                  <a:lnTo>
                    <a:pt x="1031730" y="428538"/>
                  </a:lnTo>
                  <a:lnTo>
                    <a:pt x="1025399" y="387244"/>
                  </a:lnTo>
                  <a:lnTo>
                    <a:pt x="1007469" y="350478"/>
                  </a:lnTo>
                  <a:lnTo>
                    <a:pt x="979538" y="320559"/>
                  </a:lnTo>
                  <a:lnTo>
                    <a:pt x="943199" y="299809"/>
                  </a:lnTo>
                  <a:lnTo>
                    <a:pt x="188005" y="9291"/>
                  </a:lnTo>
                  <a:lnTo>
                    <a:pt x="142627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73446" y="3273665"/>
              <a:ext cx="872490" cy="1025525"/>
            </a:xfrm>
            <a:custGeom>
              <a:avLst/>
              <a:gdLst/>
              <a:ahLst/>
              <a:cxnLst/>
              <a:rect l="l" t="t" r="r" b="b"/>
              <a:pathLst>
                <a:path w="872489" h="1025525">
                  <a:moveTo>
                    <a:pt x="131216" y="959637"/>
                  </a:moveTo>
                  <a:lnTo>
                    <a:pt x="126060" y="934161"/>
                  </a:lnTo>
                  <a:lnTo>
                    <a:pt x="112001" y="913345"/>
                  </a:lnTo>
                  <a:lnTo>
                    <a:pt x="91135" y="899312"/>
                  </a:lnTo>
                  <a:lnTo>
                    <a:pt x="65595" y="894168"/>
                  </a:lnTo>
                  <a:lnTo>
                    <a:pt x="40068" y="899312"/>
                  </a:lnTo>
                  <a:lnTo>
                    <a:pt x="19215" y="913345"/>
                  </a:lnTo>
                  <a:lnTo>
                    <a:pt x="5156" y="934161"/>
                  </a:lnTo>
                  <a:lnTo>
                    <a:pt x="0" y="959637"/>
                  </a:lnTo>
                  <a:lnTo>
                    <a:pt x="5156" y="985126"/>
                  </a:lnTo>
                  <a:lnTo>
                    <a:pt x="19215" y="1005928"/>
                  </a:lnTo>
                  <a:lnTo>
                    <a:pt x="40068" y="1019962"/>
                  </a:lnTo>
                  <a:lnTo>
                    <a:pt x="65595" y="1025105"/>
                  </a:lnTo>
                  <a:lnTo>
                    <a:pt x="91135" y="1019962"/>
                  </a:lnTo>
                  <a:lnTo>
                    <a:pt x="112001" y="1005928"/>
                  </a:lnTo>
                  <a:lnTo>
                    <a:pt x="126060" y="985126"/>
                  </a:lnTo>
                  <a:lnTo>
                    <a:pt x="131216" y="959637"/>
                  </a:lnTo>
                  <a:close/>
                </a:path>
                <a:path w="872489" h="1025525">
                  <a:moveTo>
                    <a:pt x="131216" y="661581"/>
                  </a:moveTo>
                  <a:lnTo>
                    <a:pt x="126060" y="636104"/>
                  </a:lnTo>
                  <a:lnTo>
                    <a:pt x="112001" y="615289"/>
                  </a:lnTo>
                  <a:lnTo>
                    <a:pt x="91135" y="601256"/>
                  </a:lnTo>
                  <a:lnTo>
                    <a:pt x="65595" y="596112"/>
                  </a:lnTo>
                  <a:lnTo>
                    <a:pt x="40068" y="601256"/>
                  </a:lnTo>
                  <a:lnTo>
                    <a:pt x="19215" y="615289"/>
                  </a:lnTo>
                  <a:lnTo>
                    <a:pt x="5156" y="636104"/>
                  </a:lnTo>
                  <a:lnTo>
                    <a:pt x="0" y="661581"/>
                  </a:lnTo>
                  <a:lnTo>
                    <a:pt x="5156" y="687070"/>
                  </a:lnTo>
                  <a:lnTo>
                    <a:pt x="19215" y="707872"/>
                  </a:lnTo>
                  <a:lnTo>
                    <a:pt x="40068" y="721906"/>
                  </a:lnTo>
                  <a:lnTo>
                    <a:pt x="65595" y="727049"/>
                  </a:lnTo>
                  <a:lnTo>
                    <a:pt x="91135" y="721906"/>
                  </a:lnTo>
                  <a:lnTo>
                    <a:pt x="112001" y="707872"/>
                  </a:lnTo>
                  <a:lnTo>
                    <a:pt x="126060" y="687070"/>
                  </a:lnTo>
                  <a:lnTo>
                    <a:pt x="131216" y="661581"/>
                  </a:lnTo>
                  <a:close/>
                </a:path>
                <a:path w="872489" h="1025525">
                  <a:moveTo>
                    <a:pt x="131216" y="363524"/>
                  </a:moveTo>
                  <a:lnTo>
                    <a:pt x="126060" y="338048"/>
                  </a:lnTo>
                  <a:lnTo>
                    <a:pt x="112001" y="317233"/>
                  </a:lnTo>
                  <a:lnTo>
                    <a:pt x="91135" y="303199"/>
                  </a:lnTo>
                  <a:lnTo>
                    <a:pt x="65595" y="298056"/>
                  </a:lnTo>
                  <a:lnTo>
                    <a:pt x="40068" y="303199"/>
                  </a:lnTo>
                  <a:lnTo>
                    <a:pt x="19215" y="317233"/>
                  </a:lnTo>
                  <a:lnTo>
                    <a:pt x="5156" y="338048"/>
                  </a:lnTo>
                  <a:lnTo>
                    <a:pt x="0" y="363524"/>
                  </a:lnTo>
                  <a:lnTo>
                    <a:pt x="5156" y="389013"/>
                  </a:lnTo>
                  <a:lnTo>
                    <a:pt x="19215" y="409816"/>
                  </a:lnTo>
                  <a:lnTo>
                    <a:pt x="40068" y="423849"/>
                  </a:lnTo>
                  <a:lnTo>
                    <a:pt x="65595" y="428993"/>
                  </a:lnTo>
                  <a:lnTo>
                    <a:pt x="91135" y="423849"/>
                  </a:lnTo>
                  <a:lnTo>
                    <a:pt x="112001" y="409816"/>
                  </a:lnTo>
                  <a:lnTo>
                    <a:pt x="126060" y="389013"/>
                  </a:lnTo>
                  <a:lnTo>
                    <a:pt x="131216" y="363524"/>
                  </a:lnTo>
                  <a:close/>
                </a:path>
                <a:path w="872489" h="1025525">
                  <a:moveTo>
                    <a:pt x="131216" y="65468"/>
                  </a:moveTo>
                  <a:lnTo>
                    <a:pt x="126060" y="39992"/>
                  </a:lnTo>
                  <a:lnTo>
                    <a:pt x="112001" y="19177"/>
                  </a:lnTo>
                  <a:lnTo>
                    <a:pt x="91135" y="5143"/>
                  </a:lnTo>
                  <a:lnTo>
                    <a:pt x="65595" y="0"/>
                  </a:lnTo>
                  <a:lnTo>
                    <a:pt x="40068" y="5143"/>
                  </a:lnTo>
                  <a:lnTo>
                    <a:pt x="19215" y="19177"/>
                  </a:lnTo>
                  <a:lnTo>
                    <a:pt x="5156" y="39992"/>
                  </a:lnTo>
                  <a:lnTo>
                    <a:pt x="0" y="65468"/>
                  </a:lnTo>
                  <a:lnTo>
                    <a:pt x="5156" y="90957"/>
                  </a:lnTo>
                  <a:lnTo>
                    <a:pt x="19215" y="111760"/>
                  </a:lnTo>
                  <a:lnTo>
                    <a:pt x="40068" y="125793"/>
                  </a:lnTo>
                  <a:lnTo>
                    <a:pt x="65595" y="130937"/>
                  </a:lnTo>
                  <a:lnTo>
                    <a:pt x="91135" y="125793"/>
                  </a:lnTo>
                  <a:lnTo>
                    <a:pt x="112001" y="111760"/>
                  </a:lnTo>
                  <a:lnTo>
                    <a:pt x="126060" y="90957"/>
                  </a:lnTo>
                  <a:lnTo>
                    <a:pt x="131216" y="65468"/>
                  </a:lnTo>
                  <a:close/>
                </a:path>
                <a:path w="872489" h="1025525">
                  <a:moveTo>
                    <a:pt x="494220" y="822325"/>
                  </a:moveTo>
                  <a:lnTo>
                    <a:pt x="489064" y="796836"/>
                  </a:lnTo>
                  <a:lnTo>
                    <a:pt x="475005" y="776033"/>
                  </a:lnTo>
                  <a:lnTo>
                    <a:pt x="454152" y="762000"/>
                  </a:lnTo>
                  <a:lnTo>
                    <a:pt x="428612" y="756843"/>
                  </a:lnTo>
                  <a:lnTo>
                    <a:pt x="403072" y="762000"/>
                  </a:lnTo>
                  <a:lnTo>
                    <a:pt x="382231" y="776033"/>
                  </a:lnTo>
                  <a:lnTo>
                    <a:pt x="368173" y="796836"/>
                  </a:lnTo>
                  <a:lnTo>
                    <a:pt x="363016" y="822325"/>
                  </a:lnTo>
                  <a:lnTo>
                    <a:pt x="368173" y="847801"/>
                  </a:lnTo>
                  <a:lnTo>
                    <a:pt x="382231" y="868616"/>
                  </a:lnTo>
                  <a:lnTo>
                    <a:pt x="403072" y="882650"/>
                  </a:lnTo>
                  <a:lnTo>
                    <a:pt x="428612" y="887793"/>
                  </a:lnTo>
                  <a:lnTo>
                    <a:pt x="454152" y="882650"/>
                  </a:lnTo>
                  <a:lnTo>
                    <a:pt x="475005" y="868616"/>
                  </a:lnTo>
                  <a:lnTo>
                    <a:pt x="489064" y="847801"/>
                  </a:lnTo>
                  <a:lnTo>
                    <a:pt x="494220" y="822325"/>
                  </a:lnTo>
                  <a:close/>
                </a:path>
                <a:path w="872489" h="1025525">
                  <a:moveTo>
                    <a:pt x="494220" y="524268"/>
                  </a:moveTo>
                  <a:lnTo>
                    <a:pt x="489064" y="498792"/>
                  </a:lnTo>
                  <a:lnTo>
                    <a:pt x="475005" y="477977"/>
                  </a:lnTo>
                  <a:lnTo>
                    <a:pt x="454152" y="463943"/>
                  </a:lnTo>
                  <a:lnTo>
                    <a:pt x="428612" y="458800"/>
                  </a:lnTo>
                  <a:lnTo>
                    <a:pt x="403072" y="463943"/>
                  </a:lnTo>
                  <a:lnTo>
                    <a:pt x="382231" y="477977"/>
                  </a:lnTo>
                  <a:lnTo>
                    <a:pt x="368173" y="498792"/>
                  </a:lnTo>
                  <a:lnTo>
                    <a:pt x="363016" y="524268"/>
                  </a:lnTo>
                  <a:lnTo>
                    <a:pt x="368173" y="549744"/>
                  </a:lnTo>
                  <a:lnTo>
                    <a:pt x="382231" y="570560"/>
                  </a:lnTo>
                  <a:lnTo>
                    <a:pt x="403072" y="584593"/>
                  </a:lnTo>
                  <a:lnTo>
                    <a:pt x="428612" y="589737"/>
                  </a:lnTo>
                  <a:lnTo>
                    <a:pt x="454152" y="584593"/>
                  </a:lnTo>
                  <a:lnTo>
                    <a:pt x="475005" y="570560"/>
                  </a:lnTo>
                  <a:lnTo>
                    <a:pt x="489064" y="549744"/>
                  </a:lnTo>
                  <a:lnTo>
                    <a:pt x="494220" y="524268"/>
                  </a:lnTo>
                  <a:close/>
                </a:path>
                <a:path w="872489" h="1025525">
                  <a:moveTo>
                    <a:pt x="494220" y="226212"/>
                  </a:moveTo>
                  <a:lnTo>
                    <a:pt x="489064" y="200736"/>
                  </a:lnTo>
                  <a:lnTo>
                    <a:pt x="475005" y="179920"/>
                  </a:lnTo>
                  <a:lnTo>
                    <a:pt x="454152" y="165887"/>
                  </a:lnTo>
                  <a:lnTo>
                    <a:pt x="428612" y="160743"/>
                  </a:lnTo>
                  <a:lnTo>
                    <a:pt x="403072" y="165887"/>
                  </a:lnTo>
                  <a:lnTo>
                    <a:pt x="382231" y="179920"/>
                  </a:lnTo>
                  <a:lnTo>
                    <a:pt x="368173" y="200736"/>
                  </a:lnTo>
                  <a:lnTo>
                    <a:pt x="363016" y="226212"/>
                  </a:lnTo>
                  <a:lnTo>
                    <a:pt x="368173" y="251688"/>
                  </a:lnTo>
                  <a:lnTo>
                    <a:pt x="382231" y="272503"/>
                  </a:lnTo>
                  <a:lnTo>
                    <a:pt x="403072" y="286537"/>
                  </a:lnTo>
                  <a:lnTo>
                    <a:pt x="428612" y="291680"/>
                  </a:lnTo>
                  <a:lnTo>
                    <a:pt x="454152" y="286537"/>
                  </a:lnTo>
                  <a:lnTo>
                    <a:pt x="475005" y="272503"/>
                  </a:lnTo>
                  <a:lnTo>
                    <a:pt x="489064" y="251688"/>
                  </a:lnTo>
                  <a:lnTo>
                    <a:pt x="494220" y="226212"/>
                  </a:lnTo>
                  <a:close/>
                </a:path>
                <a:path w="872489" h="1025525">
                  <a:moveTo>
                    <a:pt x="872121" y="661581"/>
                  </a:moveTo>
                  <a:lnTo>
                    <a:pt x="866965" y="636104"/>
                  </a:lnTo>
                  <a:lnTo>
                    <a:pt x="852906" y="615289"/>
                  </a:lnTo>
                  <a:lnTo>
                    <a:pt x="832040" y="601256"/>
                  </a:lnTo>
                  <a:lnTo>
                    <a:pt x="806500" y="596112"/>
                  </a:lnTo>
                  <a:lnTo>
                    <a:pt x="780973" y="601256"/>
                  </a:lnTo>
                  <a:lnTo>
                    <a:pt x="760120" y="615289"/>
                  </a:lnTo>
                  <a:lnTo>
                    <a:pt x="746061" y="636104"/>
                  </a:lnTo>
                  <a:lnTo>
                    <a:pt x="740905" y="661581"/>
                  </a:lnTo>
                  <a:lnTo>
                    <a:pt x="746061" y="687070"/>
                  </a:lnTo>
                  <a:lnTo>
                    <a:pt x="760120" y="707872"/>
                  </a:lnTo>
                  <a:lnTo>
                    <a:pt x="780973" y="721906"/>
                  </a:lnTo>
                  <a:lnTo>
                    <a:pt x="806500" y="727049"/>
                  </a:lnTo>
                  <a:lnTo>
                    <a:pt x="832040" y="721906"/>
                  </a:lnTo>
                  <a:lnTo>
                    <a:pt x="852906" y="707872"/>
                  </a:lnTo>
                  <a:lnTo>
                    <a:pt x="866965" y="687070"/>
                  </a:lnTo>
                  <a:lnTo>
                    <a:pt x="872121" y="661581"/>
                  </a:lnTo>
                  <a:close/>
                </a:path>
                <a:path w="872489" h="1025525">
                  <a:moveTo>
                    <a:pt x="872121" y="363524"/>
                  </a:moveTo>
                  <a:lnTo>
                    <a:pt x="866965" y="338048"/>
                  </a:lnTo>
                  <a:lnTo>
                    <a:pt x="852906" y="317233"/>
                  </a:lnTo>
                  <a:lnTo>
                    <a:pt x="832040" y="303199"/>
                  </a:lnTo>
                  <a:lnTo>
                    <a:pt x="806500" y="298056"/>
                  </a:lnTo>
                  <a:lnTo>
                    <a:pt x="780973" y="303199"/>
                  </a:lnTo>
                  <a:lnTo>
                    <a:pt x="760120" y="317233"/>
                  </a:lnTo>
                  <a:lnTo>
                    <a:pt x="746061" y="338048"/>
                  </a:lnTo>
                  <a:lnTo>
                    <a:pt x="740905" y="363524"/>
                  </a:lnTo>
                  <a:lnTo>
                    <a:pt x="746061" y="389013"/>
                  </a:lnTo>
                  <a:lnTo>
                    <a:pt x="760120" y="409816"/>
                  </a:lnTo>
                  <a:lnTo>
                    <a:pt x="780973" y="423849"/>
                  </a:lnTo>
                  <a:lnTo>
                    <a:pt x="806500" y="428993"/>
                  </a:lnTo>
                  <a:lnTo>
                    <a:pt x="832040" y="423849"/>
                  </a:lnTo>
                  <a:lnTo>
                    <a:pt x="852906" y="409816"/>
                  </a:lnTo>
                  <a:lnTo>
                    <a:pt x="866965" y="389013"/>
                  </a:lnTo>
                  <a:lnTo>
                    <a:pt x="872121" y="363524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11750" y="4120915"/>
              <a:ext cx="214629" cy="86995"/>
            </a:xfrm>
            <a:custGeom>
              <a:avLst/>
              <a:gdLst/>
              <a:ahLst/>
              <a:cxnLst/>
              <a:rect l="l" t="t" r="r" b="b"/>
              <a:pathLst>
                <a:path w="214629" h="86995">
                  <a:moveTo>
                    <a:pt x="0" y="86643"/>
                  </a:moveTo>
                  <a:lnTo>
                    <a:pt x="214166" y="0"/>
                  </a:lnTo>
                </a:path>
              </a:pathLst>
            </a:custGeom>
            <a:ln w="9305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11758" y="3976726"/>
              <a:ext cx="214629" cy="86995"/>
            </a:xfrm>
            <a:custGeom>
              <a:avLst/>
              <a:gdLst/>
              <a:ahLst/>
              <a:cxnLst/>
              <a:rect l="l" t="t" r="r" b="b"/>
              <a:pathLst>
                <a:path w="214629" h="86995">
                  <a:moveTo>
                    <a:pt x="214166" y="86643"/>
                  </a:moveTo>
                  <a:lnTo>
                    <a:pt x="0" y="0"/>
                  </a:lnTo>
                </a:path>
              </a:pathLst>
            </a:custGeom>
            <a:ln w="9305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11758" y="3679045"/>
              <a:ext cx="214629" cy="86995"/>
            </a:xfrm>
            <a:custGeom>
              <a:avLst/>
              <a:gdLst/>
              <a:ahLst/>
              <a:cxnLst/>
              <a:rect l="l" t="t" r="r" b="b"/>
              <a:pathLst>
                <a:path w="214629" h="86995">
                  <a:moveTo>
                    <a:pt x="214166" y="86643"/>
                  </a:moveTo>
                  <a:lnTo>
                    <a:pt x="0" y="0"/>
                  </a:lnTo>
                </a:path>
              </a:pathLst>
            </a:custGeom>
            <a:ln w="9305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11758" y="3378264"/>
              <a:ext cx="214629" cy="86995"/>
            </a:xfrm>
            <a:custGeom>
              <a:avLst/>
              <a:gdLst/>
              <a:ahLst/>
              <a:cxnLst/>
              <a:rect l="l" t="t" r="r" b="b"/>
              <a:pathLst>
                <a:path w="214629" h="86995">
                  <a:moveTo>
                    <a:pt x="214166" y="86643"/>
                  </a:moveTo>
                  <a:lnTo>
                    <a:pt x="0" y="0"/>
                  </a:lnTo>
                </a:path>
              </a:pathLst>
            </a:custGeom>
            <a:ln w="9305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81566" y="3531755"/>
              <a:ext cx="214629" cy="86995"/>
            </a:xfrm>
            <a:custGeom>
              <a:avLst/>
              <a:gdLst/>
              <a:ahLst/>
              <a:cxnLst/>
              <a:rect l="l" t="t" r="r" b="b"/>
              <a:pathLst>
                <a:path w="214629" h="86995">
                  <a:moveTo>
                    <a:pt x="214166" y="86643"/>
                  </a:moveTo>
                  <a:lnTo>
                    <a:pt x="0" y="0"/>
                  </a:lnTo>
                </a:path>
              </a:pathLst>
            </a:custGeom>
            <a:ln w="9305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81566" y="3823235"/>
              <a:ext cx="214629" cy="86995"/>
            </a:xfrm>
            <a:custGeom>
              <a:avLst/>
              <a:gdLst/>
              <a:ahLst/>
              <a:cxnLst/>
              <a:rect l="l" t="t" r="r" b="b"/>
              <a:pathLst>
                <a:path w="214629" h="86995">
                  <a:moveTo>
                    <a:pt x="214166" y="86643"/>
                  </a:moveTo>
                  <a:lnTo>
                    <a:pt x="0" y="0"/>
                  </a:lnTo>
                </a:path>
              </a:pathLst>
            </a:custGeom>
            <a:ln w="9305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14644" y="3827793"/>
              <a:ext cx="214629" cy="86995"/>
            </a:xfrm>
            <a:custGeom>
              <a:avLst/>
              <a:gdLst/>
              <a:ahLst/>
              <a:cxnLst/>
              <a:rect l="l" t="t" r="r" b="b"/>
              <a:pathLst>
                <a:path w="214629" h="86995">
                  <a:moveTo>
                    <a:pt x="0" y="86643"/>
                  </a:moveTo>
                  <a:lnTo>
                    <a:pt x="214166" y="0"/>
                  </a:lnTo>
                </a:path>
              </a:pathLst>
            </a:custGeom>
            <a:ln w="9305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13196" y="3520231"/>
              <a:ext cx="214629" cy="86995"/>
            </a:xfrm>
            <a:custGeom>
              <a:avLst/>
              <a:gdLst/>
              <a:ahLst/>
              <a:cxnLst/>
              <a:rect l="l" t="t" r="r" b="b"/>
              <a:pathLst>
                <a:path w="214629" h="86995">
                  <a:moveTo>
                    <a:pt x="0" y="86643"/>
                  </a:moveTo>
                  <a:lnTo>
                    <a:pt x="214166" y="0"/>
                  </a:lnTo>
                </a:path>
              </a:pathLst>
            </a:custGeom>
            <a:ln w="9305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83661" y="3673290"/>
              <a:ext cx="214629" cy="86995"/>
            </a:xfrm>
            <a:custGeom>
              <a:avLst/>
              <a:gdLst/>
              <a:ahLst/>
              <a:cxnLst/>
              <a:rect l="l" t="t" r="r" b="b"/>
              <a:pathLst>
                <a:path w="214629" h="86995">
                  <a:moveTo>
                    <a:pt x="0" y="86643"/>
                  </a:moveTo>
                  <a:lnTo>
                    <a:pt x="214166" y="0"/>
                  </a:lnTo>
                </a:path>
              </a:pathLst>
            </a:custGeom>
            <a:ln w="9305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83661" y="3969299"/>
              <a:ext cx="214629" cy="86995"/>
            </a:xfrm>
            <a:custGeom>
              <a:avLst/>
              <a:gdLst/>
              <a:ahLst/>
              <a:cxnLst/>
              <a:rect l="l" t="t" r="r" b="b"/>
              <a:pathLst>
                <a:path w="214629" h="86995">
                  <a:moveTo>
                    <a:pt x="0" y="86643"/>
                  </a:moveTo>
                  <a:lnTo>
                    <a:pt x="214166" y="0"/>
                  </a:lnTo>
                </a:path>
              </a:pathLst>
            </a:custGeom>
            <a:ln w="9305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3800" y="2616608"/>
            <a:ext cx="2206715" cy="234777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462130" y="2800587"/>
            <a:ext cx="621665" cy="316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827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231F20"/>
                </a:solidFill>
                <a:latin typeface="Tahoma"/>
                <a:cs typeface="Tahoma"/>
              </a:rPr>
              <a:t>Vision </a:t>
            </a:r>
            <a:r>
              <a:rPr sz="950" dirty="0">
                <a:solidFill>
                  <a:srgbClr val="231F20"/>
                </a:solidFill>
                <a:latin typeface="Tahoma"/>
                <a:cs typeface="Tahoma"/>
              </a:rPr>
              <a:t>Deep</a:t>
            </a:r>
            <a:r>
              <a:rPr sz="950" spc="10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950" spc="45" dirty="0">
                <a:solidFill>
                  <a:srgbClr val="231F20"/>
                </a:solidFill>
                <a:latin typeface="Tahoma"/>
                <a:cs typeface="Tahoma"/>
              </a:rPr>
              <a:t>CNN</a:t>
            </a:r>
            <a:endParaRPr sz="9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52733" y="2767209"/>
            <a:ext cx="946150" cy="316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542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231F20"/>
                </a:solidFill>
                <a:latin typeface="Tahoma"/>
                <a:cs typeface="Tahoma"/>
              </a:rPr>
              <a:t>Language </a:t>
            </a:r>
            <a:r>
              <a:rPr sz="950" dirty="0">
                <a:solidFill>
                  <a:srgbClr val="231F20"/>
                </a:solidFill>
                <a:latin typeface="Tahoma"/>
                <a:cs typeface="Tahoma"/>
              </a:rPr>
              <a:t>Generating</a:t>
            </a:r>
            <a:r>
              <a:rPr sz="950" spc="24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950" spc="45" dirty="0">
                <a:solidFill>
                  <a:srgbClr val="231F20"/>
                </a:solidFill>
                <a:latin typeface="Tahoma"/>
                <a:cs typeface="Tahoma"/>
              </a:rPr>
              <a:t>RNN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13524" y="3740660"/>
            <a:ext cx="404495" cy="90805"/>
            <a:chOff x="4813524" y="3740660"/>
            <a:chExt cx="404495" cy="90805"/>
          </a:xfrm>
        </p:grpSpPr>
        <p:sp>
          <p:nvSpPr>
            <p:cNvPr id="20" name="object 20"/>
            <p:cNvSpPr/>
            <p:nvPr/>
          </p:nvSpPr>
          <p:spPr>
            <a:xfrm>
              <a:off x="4813524" y="3786038"/>
              <a:ext cx="325120" cy="0"/>
            </a:xfrm>
            <a:custGeom>
              <a:avLst/>
              <a:gdLst/>
              <a:ahLst/>
              <a:cxnLst/>
              <a:rect l="l" t="t" r="r" b="b"/>
              <a:pathLst>
                <a:path w="325120">
                  <a:moveTo>
                    <a:pt x="0" y="0"/>
                  </a:moveTo>
                  <a:lnTo>
                    <a:pt x="324997" y="0"/>
                  </a:lnTo>
                </a:path>
              </a:pathLst>
            </a:custGeom>
            <a:ln w="1860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06202" y="3740660"/>
              <a:ext cx="111760" cy="90805"/>
            </a:xfrm>
            <a:custGeom>
              <a:avLst/>
              <a:gdLst/>
              <a:ahLst/>
              <a:cxnLst/>
              <a:rect l="l" t="t" r="r" b="b"/>
              <a:pathLst>
                <a:path w="111760" h="90804">
                  <a:moveTo>
                    <a:pt x="0" y="0"/>
                  </a:moveTo>
                  <a:lnTo>
                    <a:pt x="26421" y="45378"/>
                  </a:lnTo>
                  <a:lnTo>
                    <a:pt x="0" y="90755"/>
                  </a:lnTo>
                  <a:lnTo>
                    <a:pt x="111316" y="45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441309" y="3740660"/>
            <a:ext cx="404495" cy="90805"/>
            <a:chOff x="6441309" y="3740660"/>
            <a:chExt cx="404495" cy="90805"/>
          </a:xfrm>
        </p:grpSpPr>
        <p:sp>
          <p:nvSpPr>
            <p:cNvPr id="23" name="object 23"/>
            <p:cNvSpPr/>
            <p:nvPr/>
          </p:nvSpPr>
          <p:spPr>
            <a:xfrm>
              <a:off x="6441309" y="3786038"/>
              <a:ext cx="325120" cy="0"/>
            </a:xfrm>
            <a:custGeom>
              <a:avLst/>
              <a:gdLst/>
              <a:ahLst/>
              <a:cxnLst/>
              <a:rect l="l" t="t" r="r" b="b"/>
              <a:pathLst>
                <a:path w="325120">
                  <a:moveTo>
                    <a:pt x="0" y="0"/>
                  </a:moveTo>
                  <a:lnTo>
                    <a:pt x="324997" y="0"/>
                  </a:lnTo>
                </a:path>
              </a:pathLst>
            </a:custGeom>
            <a:ln w="1860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33988" y="3740660"/>
              <a:ext cx="111760" cy="90805"/>
            </a:xfrm>
            <a:custGeom>
              <a:avLst/>
              <a:gdLst/>
              <a:ahLst/>
              <a:cxnLst/>
              <a:rect l="l" t="t" r="r" b="b"/>
              <a:pathLst>
                <a:path w="111759" h="90804">
                  <a:moveTo>
                    <a:pt x="0" y="0"/>
                  </a:moveTo>
                  <a:lnTo>
                    <a:pt x="26421" y="45378"/>
                  </a:lnTo>
                  <a:lnTo>
                    <a:pt x="0" y="90755"/>
                  </a:lnTo>
                  <a:lnTo>
                    <a:pt x="111315" y="45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8200853" y="3740660"/>
            <a:ext cx="404495" cy="90805"/>
            <a:chOff x="8200853" y="3740660"/>
            <a:chExt cx="404495" cy="90805"/>
          </a:xfrm>
        </p:grpSpPr>
        <p:sp>
          <p:nvSpPr>
            <p:cNvPr id="26" name="object 26"/>
            <p:cNvSpPr/>
            <p:nvPr/>
          </p:nvSpPr>
          <p:spPr>
            <a:xfrm>
              <a:off x="8200853" y="3786038"/>
              <a:ext cx="325120" cy="0"/>
            </a:xfrm>
            <a:custGeom>
              <a:avLst/>
              <a:gdLst/>
              <a:ahLst/>
              <a:cxnLst/>
              <a:rect l="l" t="t" r="r" b="b"/>
              <a:pathLst>
                <a:path w="325120">
                  <a:moveTo>
                    <a:pt x="0" y="0"/>
                  </a:moveTo>
                  <a:lnTo>
                    <a:pt x="324997" y="0"/>
                  </a:lnTo>
                </a:path>
              </a:pathLst>
            </a:custGeom>
            <a:ln w="18605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493532" y="3740660"/>
              <a:ext cx="111760" cy="90805"/>
            </a:xfrm>
            <a:custGeom>
              <a:avLst/>
              <a:gdLst/>
              <a:ahLst/>
              <a:cxnLst/>
              <a:rect l="l" t="t" r="r" b="b"/>
              <a:pathLst>
                <a:path w="111759" h="90804">
                  <a:moveTo>
                    <a:pt x="0" y="0"/>
                  </a:moveTo>
                  <a:lnTo>
                    <a:pt x="26421" y="45378"/>
                  </a:lnTo>
                  <a:lnTo>
                    <a:pt x="0" y="90755"/>
                  </a:lnTo>
                  <a:lnTo>
                    <a:pt x="111315" y="453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7013738" y="3246483"/>
            <a:ext cx="1025525" cy="1023619"/>
            <a:chOff x="7013738" y="3246483"/>
            <a:chExt cx="1025525" cy="1023619"/>
          </a:xfrm>
        </p:grpSpPr>
        <p:sp>
          <p:nvSpPr>
            <p:cNvPr id="29" name="object 29"/>
            <p:cNvSpPr/>
            <p:nvPr/>
          </p:nvSpPr>
          <p:spPr>
            <a:xfrm>
              <a:off x="7013738" y="3246483"/>
              <a:ext cx="1025525" cy="1023619"/>
            </a:xfrm>
            <a:custGeom>
              <a:avLst/>
              <a:gdLst/>
              <a:ahLst/>
              <a:cxnLst/>
              <a:rect l="l" t="t" r="r" b="b"/>
              <a:pathLst>
                <a:path w="1025525" h="1023620">
                  <a:moveTo>
                    <a:pt x="1025522" y="0"/>
                  </a:moveTo>
                  <a:lnTo>
                    <a:pt x="0" y="0"/>
                  </a:lnTo>
                  <a:lnTo>
                    <a:pt x="0" y="1023277"/>
                  </a:lnTo>
                  <a:lnTo>
                    <a:pt x="1025522" y="1023277"/>
                  </a:lnTo>
                  <a:lnTo>
                    <a:pt x="1025522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277857" y="3577412"/>
              <a:ext cx="467359" cy="466090"/>
            </a:xfrm>
            <a:custGeom>
              <a:avLst/>
              <a:gdLst/>
              <a:ahLst/>
              <a:cxnLst/>
              <a:rect l="l" t="t" r="r" b="b"/>
              <a:pathLst>
                <a:path w="467359" h="466089">
                  <a:moveTo>
                    <a:pt x="233408" y="0"/>
                  </a:moveTo>
                  <a:lnTo>
                    <a:pt x="186365" y="4732"/>
                  </a:lnTo>
                  <a:lnTo>
                    <a:pt x="142551" y="18304"/>
                  </a:lnTo>
                  <a:lnTo>
                    <a:pt x="102903" y="39779"/>
                  </a:lnTo>
                  <a:lnTo>
                    <a:pt x="68359" y="68220"/>
                  </a:lnTo>
                  <a:lnTo>
                    <a:pt x="39859" y="102691"/>
                  </a:lnTo>
                  <a:lnTo>
                    <a:pt x="18340" y="142255"/>
                  </a:lnTo>
                  <a:lnTo>
                    <a:pt x="4741" y="185976"/>
                  </a:lnTo>
                  <a:lnTo>
                    <a:pt x="0" y="232916"/>
                  </a:lnTo>
                  <a:lnTo>
                    <a:pt x="4741" y="279857"/>
                  </a:lnTo>
                  <a:lnTo>
                    <a:pt x="18340" y="323578"/>
                  </a:lnTo>
                  <a:lnTo>
                    <a:pt x="39859" y="363142"/>
                  </a:lnTo>
                  <a:lnTo>
                    <a:pt x="68359" y="397613"/>
                  </a:lnTo>
                  <a:lnTo>
                    <a:pt x="102903" y="426054"/>
                  </a:lnTo>
                  <a:lnTo>
                    <a:pt x="142551" y="447529"/>
                  </a:lnTo>
                  <a:lnTo>
                    <a:pt x="186365" y="461101"/>
                  </a:lnTo>
                  <a:lnTo>
                    <a:pt x="233408" y="465833"/>
                  </a:lnTo>
                  <a:lnTo>
                    <a:pt x="280451" y="461101"/>
                  </a:lnTo>
                  <a:lnTo>
                    <a:pt x="324268" y="447529"/>
                  </a:lnTo>
                  <a:lnTo>
                    <a:pt x="363919" y="426054"/>
                  </a:lnTo>
                  <a:lnTo>
                    <a:pt x="398465" y="397613"/>
                  </a:lnTo>
                  <a:lnTo>
                    <a:pt x="426969" y="363142"/>
                  </a:lnTo>
                  <a:lnTo>
                    <a:pt x="448491" y="323578"/>
                  </a:lnTo>
                  <a:lnTo>
                    <a:pt x="462093" y="279857"/>
                  </a:lnTo>
                  <a:lnTo>
                    <a:pt x="466835" y="232916"/>
                  </a:lnTo>
                  <a:lnTo>
                    <a:pt x="462093" y="185976"/>
                  </a:lnTo>
                  <a:lnTo>
                    <a:pt x="448491" y="142255"/>
                  </a:lnTo>
                  <a:lnTo>
                    <a:pt x="426969" y="102691"/>
                  </a:lnTo>
                  <a:lnTo>
                    <a:pt x="398465" y="68220"/>
                  </a:lnTo>
                  <a:lnTo>
                    <a:pt x="363919" y="39779"/>
                  </a:lnTo>
                  <a:lnTo>
                    <a:pt x="324268" y="18304"/>
                  </a:lnTo>
                  <a:lnTo>
                    <a:pt x="280451" y="4732"/>
                  </a:lnTo>
                  <a:lnTo>
                    <a:pt x="233408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27878" y="3501719"/>
              <a:ext cx="31115" cy="91440"/>
            </a:xfrm>
            <a:custGeom>
              <a:avLst/>
              <a:gdLst/>
              <a:ahLst/>
              <a:cxnLst/>
              <a:rect l="l" t="t" r="r" b="b"/>
              <a:pathLst>
                <a:path w="31115" h="91439">
                  <a:moveTo>
                    <a:pt x="30653" y="91313"/>
                  </a:moveTo>
                  <a:lnTo>
                    <a:pt x="18658" y="70643"/>
                  </a:lnTo>
                  <a:lnTo>
                    <a:pt x="9397" y="48384"/>
                  </a:lnTo>
                  <a:lnTo>
                    <a:pt x="3101" y="24761"/>
                  </a:lnTo>
                  <a:lnTo>
                    <a:pt x="0" y="0"/>
                  </a:lnTo>
                </a:path>
              </a:pathLst>
            </a:custGeom>
            <a:ln w="14671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27573" y="3307863"/>
              <a:ext cx="367665" cy="210185"/>
            </a:xfrm>
            <a:custGeom>
              <a:avLst/>
              <a:gdLst/>
              <a:ahLst/>
              <a:cxnLst/>
              <a:rect l="l" t="t" r="r" b="b"/>
              <a:pathLst>
                <a:path w="367665" h="210185">
                  <a:moveTo>
                    <a:pt x="298" y="193864"/>
                  </a:moveTo>
                  <a:lnTo>
                    <a:pt x="93" y="190366"/>
                  </a:lnTo>
                  <a:lnTo>
                    <a:pt x="0" y="186850"/>
                  </a:lnTo>
                  <a:lnTo>
                    <a:pt x="0" y="183296"/>
                  </a:lnTo>
                  <a:lnTo>
                    <a:pt x="6562" y="134570"/>
                  </a:lnTo>
                  <a:lnTo>
                    <a:pt x="25080" y="90784"/>
                  </a:lnTo>
                  <a:lnTo>
                    <a:pt x="53804" y="53687"/>
                  </a:lnTo>
                  <a:lnTo>
                    <a:pt x="90983" y="25025"/>
                  </a:lnTo>
                  <a:lnTo>
                    <a:pt x="134865" y="6547"/>
                  </a:lnTo>
                  <a:lnTo>
                    <a:pt x="183699" y="0"/>
                  </a:lnTo>
                  <a:lnTo>
                    <a:pt x="232532" y="6547"/>
                  </a:lnTo>
                  <a:lnTo>
                    <a:pt x="276414" y="25025"/>
                  </a:lnTo>
                  <a:lnTo>
                    <a:pt x="313593" y="53687"/>
                  </a:lnTo>
                  <a:lnTo>
                    <a:pt x="342317" y="90784"/>
                  </a:lnTo>
                  <a:lnTo>
                    <a:pt x="360835" y="134570"/>
                  </a:lnTo>
                  <a:lnTo>
                    <a:pt x="367398" y="183296"/>
                  </a:lnTo>
                  <a:lnTo>
                    <a:pt x="367273" y="190077"/>
                  </a:lnTo>
                  <a:lnTo>
                    <a:pt x="366903" y="196797"/>
                  </a:lnTo>
                  <a:lnTo>
                    <a:pt x="366296" y="203450"/>
                  </a:lnTo>
                  <a:lnTo>
                    <a:pt x="365458" y="210032"/>
                  </a:lnTo>
                </a:path>
              </a:pathLst>
            </a:custGeom>
            <a:ln w="14650">
              <a:solidFill>
                <a:srgbClr val="93959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660615" y="3476117"/>
              <a:ext cx="79375" cy="110489"/>
            </a:xfrm>
            <a:custGeom>
              <a:avLst/>
              <a:gdLst/>
              <a:ahLst/>
              <a:cxnLst/>
              <a:rect l="l" t="t" r="r" b="b"/>
              <a:pathLst>
                <a:path w="79375" h="110489">
                  <a:moveTo>
                    <a:pt x="0" y="0"/>
                  </a:moveTo>
                  <a:lnTo>
                    <a:pt x="7887" y="109881"/>
                  </a:lnTo>
                  <a:lnTo>
                    <a:pt x="79357" y="25935"/>
                  </a:lnTo>
                  <a:lnTo>
                    <a:pt x="32146" y="35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679790" y="3283000"/>
            <a:ext cx="1356995" cy="1056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950" spc="7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31F20"/>
                </a:solidFill>
                <a:latin typeface="Tahoma"/>
                <a:cs typeface="Tahoma"/>
              </a:rPr>
              <a:t>group</a:t>
            </a:r>
            <a:r>
              <a:rPr sz="950" spc="7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950" spc="7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31F20"/>
                </a:solidFill>
                <a:latin typeface="Tahoma"/>
                <a:cs typeface="Tahoma"/>
              </a:rPr>
              <a:t>people </a:t>
            </a:r>
            <a:r>
              <a:rPr sz="950" spc="10" dirty="0">
                <a:solidFill>
                  <a:srgbClr val="231F20"/>
                </a:solidFill>
                <a:latin typeface="Tahoma"/>
                <a:cs typeface="Tahoma"/>
              </a:rPr>
              <a:t>shopping</a:t>
            </a:r>
            <a:r>
              <a:rPr sz="950" spc="10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231F20"/>
                </a:solidFill>
                <a:latin typeface="Tahoma"/>
                <a:cs typeface="Tahoma"/>
              </a:rPr>
              <a:t>at</a:t>
            </a:r>
            <a:r>
              <a:rPr sz="950" spc="11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231F20"/>
                </a:solidFill>
                <a:latin typeface="Tahoma"/>
                <a:cs typeface="Tahoma"/>
              </a:rPr>
              <a:t>an</a:t>
            </a:r>
            <a:r>
              <a:rPr sz="950" spc="10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31F20"/>
                </a:solidFill>
                <a:latin typeface="Tahoma"/>
                <a:cs typeface="Tahoma"/>
              </a:rPr>
              <a:t>outdoor market.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950">
              <a:latin typeface="Tahoma"/>
              <a:cs typeface="Tahoma"/>
            </a:endParaRPr>
          </a:p>
          <a:p>
            <a:pPr marL="198755" marR="191135" indent="-635" algn="ctr">
              <a:lnSpc>
                <a:spcPct val="100000"/>
              </a:lnSpc>
            </a:pPr>
            <a:r>
              <a:rPr sz="950" dirty="0">
                <a:solidFill>
                  <a:srgbClr val="231F20"/>
                </a:solidFill>
                <a:latin typeface="Tahoma"/>
                <a:cs typeface="Tahoma"/>
              </a:rPr>
              <a:t>There</a:t>
            </a:r>
            <a:r>
              <a:rPr sz="950" spc="8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31F20"/>
                </a:solidFill>
                <a:latin typeface="Tahoma"/>
                <a:cs typeface="Tahoma"/>
              </a:rPr>
              <a:t>are</a:t>
            </a:r>
            <a:r>
              <a:rPr sz="950" spc="8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950" spc="-20" dirty="0">
                <a:solidFill>
                  <a:srgbClr val="231F20"/>
                </a:solidFill>
                <a:latin typeface="Tahoma"/>
                <a:cs typeface="Tahoma"/>
              </a:rPr>
              <a:t>many </a:t>
            </a:r>
            <a:r>
              <a:rPr sz="950" dirty="0">
                <a:solidFill>
                  <a:srgbClr val="231F20"/>
                </a:solidFill>
                <a:latin typeface="Tahoma"/>
                <a:cs typeface="Tahoma"/>
              </a:rPr>
              <a:t>vegetables</a:t>
            </a:r>
            <a:r>
              <a:rPr sz="950" spc="10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950" dirty="0">
                <a:solidFill>
                  <a:srgbClr val="231F20"/>
                </a:solidFill>
                <a:latin typeface="Tahoma"/>
                <a:cs typeface="Tahoma"/>
              </a:rPr>
              <a:t>at</a:t>
            </a:r>
            <a:r>
              <a:rPr sz="950" spc="10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950" spc="-25" dirty="0">
                <a:solidFill>
                  <a:srgbClr val="231F20"/>
                </a:solidFill>
                <a:latin typeface="Tahoma"/>
                <a:cs typeface="Tahoma"/>
              </a:rPr>
              <a:t>the </a:t>
            </a:r>
            <a:r>
              <a:rPr sz="950" dirty="0">
                <a:solidFill>
                  <a:srgbClr val="231F20"/>
                </a:solidFill>
                <a:latin typeface="Tahoma"/>
                <a:cs typeface="Tahoma"/>
              </a:rPr>
              <a:t>fruit</a:t>
            </a:r>
            <a:r>
              <a:rPr sz="950" spc="13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231F20"/>
                </a:solidFill>
                <a:latin typeface="Tahoma"/>
                <a:cs typeface="Tahoma"/>
              </a:rPr>
              <a:t>stand.</a:t>
            </a:r>
            <a:endParaRPr sz="950">
              <a:latin typeface="Tahoma"/>
              <a:cs typeface="Tahom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463800" y="5486400"/>
            <a:ext cx="7593965" cy="3086100"/>
            <a:chOff x="2463800" y="5486400"/>
            <a:chExt cx="7593965" cy="3086100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84640" y="5519832"/>
              <a:ext cx="2427091" cy="118028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9394" y="5507643"/>
              <a:ext cx="2442807" cy="118949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80844" y="5507132"/>
              <a:ext cx="2464364" cy="11936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28805" y="7155570"/>
              <a:ext cx="2448011" cy="118391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01327" y="7142266"/>
              <a:ext cx="2455827" cy="119726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63800" y="7158688"/>
              <a:ext cx="2460710" cy="119269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463800" y="5486399"/>
              <a:ext cx="7593965" cy="3086100"/>
            </a:xfrm>
            <a:custGeom>
              <a:avLst/>
              <a:gdLst/>
              <a:ahLst/>
              <a:cxnLst/>
              <a:rect l="l" t="t" r="r" b="b"/>
              <a:pathLst>
                <a:path w="7593965" h="3086100">
                  <a:moveTo>
                    <a:pt x="7593343" y="2812288"/>
                  </a:moveTo>
                  <a:lnTo>
                    <a:pt x="0" y="2812288"/>
                  </a:lnTo>
                  <a:lnTo>
                    <a:pt x="0" y="3085871"/>
                  </a:lnTo>
                  <a:lnTo>
                    <a:pt x="7593343" y="3085871"/>
                  </a:lnTo>
                  <a:lnTo>
                    <a:pt x="7593343" y="2812288"/>
                  </a:lnTo>
                  <a:close/>
                </a:path>
                <a:path w="7593965" h="3086100">
                  <a:moveTo>
                    <a:pt x="7593343" y="1191983"/>
                  </a:moveTo>
                  <a:lnTo>
                    <a:pt x="0" y="1191983"/>
                  </a:lnTo>
                  <a:lnTo>
                    <a:pt x="0" y="1692795"/>
                  </a:lnTo>
                  <a:lnTo>
                    <a:pt x="7593343" y="1692795"/>
                  </a:lnTo>
                  <a:lnTo>
                    <a:pt x="7593343" y="1191983"/>
                  </a:lnTo>
                  <a:close/>
                </a:path>
                <a:path w="7593965" h="3086100">
                  <a:moveTo>
                    <a:pt x="7593343" y="0"/>
                  </a:moveTo>
                  <a:lnTo>
                    <a:pt x="0" y="0"/>
                  </a:lnTo>
                  <a:lnTo>
                    <a:pt x="0" y="42811"/>
                  </a:lnTo>
                  <a:lnTo>
                    <a:pt x="7593343" y="42811"/>
                  </a:lnTo>
                  <a:lnTo>
                    <a:pt x="75933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748642" y="6702705"/>
            <a:ext cx="1852295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750" spc="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woman</a:t>
            </a:r>
            <a:r>
              <a:rPr sz="750" spc="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is</a:t>
            </a:r>
            <a:r>
              <a:rPr sz="750" spc="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throwing</a:t>
            </a:r>
            <a:r>
              <a:rPr sz="750" spc="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750" spc="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b="1" spc="-10" dirty="0">
                <a:solidFill>
                  <a:srgbClr val="231F20"/>
                </a:solidFill>
                <a:latin typeface="Tahoma"/>
                <a:cs typeface="Tahoma"/>
              </a:rPr>
              <a:t>frisbee</a:t>
            </a:r>
            <a:r>
              <a:rPr sz="750" b="1" spc="8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in</a:t>
            </a:r>
            <a:r>
              <a:rPr sz="750" spc="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750" spc="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spc="-10" dirty="0">
                <a:solidFill>
                  <a:srgbClr val="231F20"/>
                </a:solidFill>
                <a:latin typeface="Tahoma"/>
                <a:cs typeface="Tahoma"/>
              </a:rPr>
              <a:t>park.</a:t>
            </a:r>
            <a:endParaRPr sz="75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631160" y="8327985"/>
            <a:ext cx="2057400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750" spc="6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little</a:t>
            </a:r>
            <a:r>
              <a:rPr sz="750" spc="6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b="1" dirty="0">
                <a:solidFill>
                  <a:srgbClr val="231F20"/>
                </a:solidFill>
                <a:latin typeface="Tahoma"/>
                <a:cs typeface="Tahoma"/>
              </a:rPr>
              <a:t>girl</a:t>
            </a:r>
            <a:r>
              <a:rPr sz="750" b="1" spc="8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sitting</a:t>
            </a:r>
            <a:r>
              <a:rPr sz="750" spc="6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on</a:t>
            </a:r>
            <a:r>
              <a:rPr sz="750" spc="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750" spc="6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bed</a:t>
            </a:r>
            <a:r>
              <a:rPr sz="750" spc="6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with</a:t>
            </a:r>
            <a:r>
              <a:rPr sz="750" spc="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750" spc="6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teddy</a:t>
            </a:r>
            <a:r>
              <a:rPr sz="750" spc="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spc="-10" dirty="0">
                <a:solidFill>
                  <a:srgbClr val="231F20"/>
                </a:solidFill>
                <a:latin typeface="Tahoma"/>
                <a:cs typeface="Tahoma"/>
              </a:rPr>
              <a:t>bear.</a:t>
            </a:r>
            <a:endParaRPr sz="75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151436" y="8327985"/>
            <a:ext cx="2181225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750" spc="6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group</a:t>
            </a:r>
            <a:r>
              <a:rPr sz="750" spc="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of</a:t>
            </a:r>
            <a:r>
              <a:rPr sz="750" spc="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b="1" spc="-10" dirty="0">
                <a:solidFill>
                  <a:srgbClr val="231F20"/>
                </a:solidFill>
                <a:latin typeface="Tahoma"/>
                <a:cs typeface="Tahoma"/>
              </a:rPr>
              <a:t>people</a:t>
            </a:r>
            <a:r>
              <a:rPr sz="750" b="1" spc="8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sitting</a:t>
            </a:r>
            <a:r>
              <a:rPr sz="750" spc="6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on</a:t>
            </a:r>
            <a:r>
              <a:rPr sz="750" spc="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750" spc="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boat</a:t>
            </a:r>
            <a:r>
              <a:rPr sz="750" spc="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in</a:t>
            </a:r>
            <a:r>
              <a:rPr sz="750" spc="6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750" spc="6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spc="-10" dirty="0">
                <a:solidFill>
                  <a:srgbClr val="231F20"/>
                </a:solidFill>
                <a:latin typeface="Tahoma"/>
                <a:cs typeface="Tahoma"/>
              </a:rPr>
              <a:t>water.</a:t>
            </a:r>
            <a:endParaRPr sz="75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038338" y="8327985"/>
            <a:ext cx="1511935" cy="257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750" spc="1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750" spc="4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231F20"/>
                </a:solidFill>
                <a:latin typeface="Tahoma"/>
                <a:cs typeface="Tahoma"/>
              </a:rPr>
              <a:t>giratfe</a:t>
            </a:r>
            <a:r>
              <a:rPr sz="750" spc="4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231F20"/>
                </a:solidFill>
                <a:latin typeface="Tahoma"/>
                <a:cs typeface="Tahoma"/>
              </a:rPr>
              <a:t>standing</a:t>
            </a:r>
            <a:r>
              <a:rPr sz="750" spc="4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231F20"/>
                </a:solidFill>
                <a:latin typeface="Tahoma"/>
                <a:cs typeface="Tahoma"/>
              </a:rPr>
              <a:t>in</a:t>
            </a:r>
            <a:r>
              <a:rPr sz="750" spc="4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750" spc="4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231F20"/>
                </a:solidFill>
                <a:latin typeface="Tahoma"/>
                <a:cs typeface="Tahoma"/>
              </a:rPr>
              <a:t>forest</a:t>
            </a:r>
            <a:r>
              <a:rPr sz="750" spc="4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spc="-20" dirty="0">
                <a:solidFill>
                  <a:srgbClr val="231F20"/>
                </a:solidFill>
                <a:latin typeface="Tahoma"/>
                <a:cs typeface="Tahoma"/>
              </a:rPr>
              <a:t>with</a:t>
            </a:r>
            <a:endParaRPr sz="7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750" b="1" spc="-10" dirty="0">
                <a:solidFill>
                  <a:srgbClr val="231F20"/>
                </a:solidFill>
                <a:latin typeface="Tahoma"/>
                <a:cs typeface="Tahoma"/>
              </a:rPr>
              <a:t>trees</a:t>
            </a:r>
            <a:r>
              <a:rPr sz="750" b="1" spc="3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in</a:t>
            </a:r>
            <a:r>
              <a:rPr sz="750" spc="2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750" spc="2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spc="-10" dirty="0">
                <a:solidFill>
                  <a:srgbClr val="231F20"/>
                </a:solidFill>
                <a:latin typeface="Tahoma"/>
                <a:cs typeface="Tahoma"/>
              </a:rPr>
              <a:t>background.</a:t>
            </a:r>
            <a:endParaRPr sz="75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357464" y="6702705"/>
            <a:ext cx="1763395" cy="141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750" spc="8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b="1" spc="-10" dirty="0">
                <a:solidFill>
                  <a:srgbClr val="231F20"/>
                </a:solidFill>
                <a:latin typeface="Tahoma"/>
                <a:cs typeface="Tahoma"/>
              </a:rPr>
              <a:t>dog</a:t>
            </a:r>
            <a:r>
              <a:rPr sz="750" b="1" spc="10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is</a:t>
            </a:r>
            <a:r>
              <a:rPr sz="750" spc="8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standing</a:t>
            </a:r>
            <a:r>
              <a:rPr sz="750" spc="8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on</a:t>
            </a:r>
            <a:r>
              <a:rPr sz="750" spc="8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750" spc="8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hardwood</a:t>
            </a:r>
            <a:r>
              <a:rPr sz="750" spc="8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spc="-10" dirty="0">
                <a:solidFill>
                  <a:srgbClr val="231F20"/>
                </a:solidFill>
                <a:latin typeface="Tahoma"/>
                <a:cs typeface="Tahoma"/>
              </a:rPr>
              <a:t>floor.</a:t>
            </a:r>
            <a:endParaRPr sz="75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171639" y="6702705"/>
            <a:ext cx="1394460" cy="257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975" marR="5080" indent="-41910">
              <a:lnSpc>
                <a:spcPct val="101099"/>
              </a:lnSpc>
              <a:spcBef>
                <a:spcPts val="95"/>
              </a:spcBef>
            </a:pP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750" spc="5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b="1" spc="-10" dirty="0">
                <a:solidFill>
                  <a:srgbClr val="231F20"/>
                </a:solidFill>
                <a:latin typeface="Tahoma"/>
                <a:cs typeface="Tahoma"/>
              </a:rPr>
              <a:t>stop</a:t>
            </a:r>
            <a:r>
              <a:rPr sz="750" b="1" spc="7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sign</a:t>
            </a:r>
            <a:r>
              <a:rPr sz="750" spc="5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is</a:t>
            </a:r>
            <a:r>
              <a:rPr sz="750" spc="5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on</a:t>
            </a:r>
            <a:r>
              <a:rPr sz="750" spc="5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750" spc="5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road</a:t>
            </a:r>
            <a:r>
              <a:rPr sz="750" spc="55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dirty="0">
                <a:solidFill>
                  <a:srgbClr val="231F20"/>
                </a:solidFill>
                <a:latin typeface="Tahoma"/>
                <a:cs typeface="Tahoma"/>
              </a:rPr>
              <a:t>with</a:t>
            </a:r>
            <a:r>
              <a:rPr sz="750" spc="5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spc="-50" dirty="0">
                <a:solidFill>
                  <a:srgbClr val="231F20"/>
                </a:solidFill>
                <a:latin typeface="Tahoma"/>
                <a:cs typeface="Tahoma"/>
              </a:rPr>
              <a:t>a</a:t>
            </a:r>
            <a:r>
              <a:rPr sz="750" spc="10" dirty="0">
                <a:solidFill>
                  <a:srgbClr val="231F20"/>
                </a:solidFill>
                <a:latin typeface="Tahoma"/>
                <a:cs typeface="Tahoma"/>
              </a:rPr>
              <a:t> mountain</a:t>
            </a:r>
            <a:r>
              <a:rPr sz="750" spc="10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231F20"/>
                </a:solidFill>
                <a:latin typeface="Tahoma"/>
                <a:cs typeface="Tahoma"/>
              </a:rPr>
              <a:t>in</a:t>
            </a:r>
            <a:r>
              <a:rPr sz="750" spc="10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spc="10" dirty="0">
                <a:solidFill>
                  <a:srgbClr val="231F20"/>
                </a:solidFill>
                <a:latin typeface="Tahoma"/>
                <a:cs typeface="Tahoma"/>
              </a:rPr>
              <a:t>the</a:t>
            </a:r>
            <a:r>
              <a:rPr sz="750" spc="100" dirty="0">
                <a:solidFill>
                  <a:srgbClr val="231F20"/>
                </a:solidFill>
                <a:latin typeface="Tahoma"/>
                <a:cs typeface="Tahoma"/>
              </a:rPr>
              <a:t> </a:t>
            </a:r>
            <a:r>
              <a:rPr sz="750" spc="-10" dirty="0">
                <a:solidFill>
                  <a:srgbClr val="231F20"/>
                </a:solidFill>
                <a:latin typeface="Tahoma"/>
                <a:cs typeface="Tahoma"/>
              </a:rPr>
              <a:t>background</a:t>
            </a:r>
            <a:endParaRPr sz="750">
              <a:latin typeface="Tahoma"/>
              <a:cs typeface="Tahom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990600" y="2063749"/>
            <a:ext cx="11023600" cy="0"/>
          </a:xfrm>
          <a:custGeom>
            <a:avLst/>
            <a:gdLst/>
            <a:ahLst/>
            <a:cxnLst/>
            <a:rect l="l" t="t" r="r" b="b"/>
            <a:pathLst>
              <a:path w="11023600">
                <a:moveTo>
                  <a:pt x="0" y="0"/>
                </a:moveTo>
                <a:lnTo>
                  <a:pt x="11023600" y="0"/>
                </a:lnTo>
              </a:path>
            </a:pathLst>
          </a:custGeom>
          <a:ln w="38100">
            <a:solidFill>
              <a:srgbClr val="A6AAA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Caner</a:t>
            </a:r>
            <a:r>
              <a:rPr spc="-5" dirty="0"/>
              <a:t> </a:t>
            </a:r>
            <a:r>
              <a:rPr dirty="0"/>
              <a:t>Hazırbaş</a:t>
            </a:r>
            <a:r>
              <a:rPr spc="-5" dirty="0"/>
              <a:t> </a:t>
            </a:r>
            <a:r>
              <a:rPr dirty="0"/>
              <a:t>| </a:t>
            </a:r>
            <a:r>
              <a:rPr spc="-10" dirty="0"/>
              <a:t>vision.in.tum.de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39"/>
              </a:lnSpc>
            </a:pPr>
            <a:r>
              <a:rPr dirty="0"/>
              <a:t>Deep</a:t>
            </a:r>
            <a:r>
              <a:rPr spc="85" dirty="0"/>
              <a:t> </a:t>
            </a:r>
            <a:r>
              <a:rPr dirty="0"/>
              <a:t>Learning</a:t>
            </a:r>
            <a:r>
              <a:rPr spc="90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dirty="0"/>
              <a:t>Computer</a:t>
            </a:r>
            <a:r>
              <a:rPr spc="90" dirty="0"/>
              <a:t> </a:t>
            </a:r>
            <a:r>
              <a:rPr spc="-10" dirty="0"/>
              <a:t>Vision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39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888</Words>
  <Application>Microsoft Office PowerPoint</Application>
  <PresentationFormat>Custom</PresentationFormat>
  <Paragraphs>261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 MT</vt:lpstr>
      <vt:lpstr>Calibri</vt:lpstr>
      <vt:lpstr>Comic Sans MS</vt:lpstr>
      <vt:lpstr>Microsoft Sans Serif</vt:lpstr>
      <vt:lpstr>Segoe UI Symbol</vt:lpstr>
      <vt:lpstr>Tahoma</vt:lpstr>
      <vt:lpstr>Times New Roman</vt:lpstr>
      <vt:lpstr>Office Theme</vt:lpstr>
      <vt:lpstr>Deep Learning in Computer Vision</vt:lpstr>
      <vt:lpstr>Research in Computer Vision</vt:lpstr>
      <vt:lpstr>Deep Learning in Computer Vision</vt:lpstr>
      <vt:lpstr>How to teach a machine ?</vt:lpstr>
      <vt:lpstr>Images a vectors</vt:lpstr>
      <vt:lpstr>How to teach a machine ?</vt:lpstr>
      <vt:lpstr>What is deep learning ?</vt:lpstr>
      <vt:lpstr>Construction of higher  levels of abstraction </vt:lpstr>
      <vt:lpstr>Going deeper in the network</vt:lpstr>
      <vt:lpstr>Deep Learning Methods</vt:lpstr>
      <vt:lpstr>Deep Learning Methods</vt:lpstr>
      <vt:lpstr>How to train a deep network ?</vt:lpstr>
      <vt:lpstr>Convolutional Neural Networks</vt:lpstr>
      <vt:lpstr>Key Idea behind Convolutional Networks</vt:lpstr>
      <vt:lpstr>Pros &amp; Cons</vt:lpstr>
      <vt:lpstr>Deep Learning Applications in Computer Vision</vt:lpstr>
      <vt:lpstr>ImageNet Classification with Deep Convolutional Neural Networks (AlexNet)</vt:lpstr>
      <vt:lpstr>FlowNet: Learning Optical Flow  with Convolutional Networks </vt:lpstr>
      <vt:lpstr>FlowNet: Learning Optical Flow  with Convolutional Networks </vt:lpstr>
      <vt:lpstr>FlowNet: Learning Optical Flow  with Convolutional Networks </vt:lpstr>
      <vt:lpstr>FlowNet: Learning Optical Flow  with Convolutional Networks </vt:lpstr>
      <vt:lpstr>From Image to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Mrinal Chakraborty</cp:lastModifiedBy>
  <cp:revision>2</cp:revision>
  <dcterms:created xsi:type="dcterms:W3CDTF">2025-07-24T11:11:31Z</dcterms:created>
  <dcterms:modified xsi:type="dcterms:W3CDTF">2025-07-24T11:16:33Z</dcterms:modified>
</cp:coreProperties>
</file>